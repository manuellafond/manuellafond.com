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50"/>
  </p:notesMasterIdLst>
  <p:sldIdLst>
    <p:sldId id="256" r:id="rId2"/>
    <p:sldId id="1147" r:id="rId3"/>
    <p:sldId id="1373" r:id="rId4"/>
    <p:sldId id="1374" r:id="rId5"/>
    <p:sldId id="1353" r:id="rId6"/>
    <p:sldId id="1338" r:id="rId7"/>
    <p:sldId id="1375" r:id="rId8"/>
    <p:sldId id="1350" r:id="rId9"/>
    <p:sldId id="1354" r:id="rId10"/>
    <p:sldId id="1376" r:id="rId11"/>
    <p:sldId id="1334" r:id="rId12"/>
    <p:sldId id="1335" r:id="rId13"/>
    <p:sldId id="1340" r:id="rId14"/>
    <p:sldId id="1358" r:id="rId15"/>
    <p:sldId id="1359" r:id="rId16"/>
    <p:sldId id="1337" r:id="rId17"/>
    <p:sldId id="1368" r:id="rId18"/>
    <p:sldId id="1369" r:id="rId19"/>
    <p:sldId id="1370" r:id="rId20"/>
    <p:sldId id="1360" r:id="rId21"/>
    <p:sldId id="1351" r:id="rId22"/>
    <p:sldId id="1352" r:id="rId23"/>
    <p:sldId id="1341" r:id="rId24"/>
    <p:sldId id="1371" r:id="rId25"/>
    <p:sldId id="1372" r:id="rId26"/>
    <p:sldId id="1336" r:id="rId27"/>
    <p:sldId id="1342" r:id="rId28"/>
    <p:sldId id="1343" r:id="rId29"/>
    <p:sldId id="1348" r:id="rId30"/>
    <p:sldId id="1339" r:id="rId31"/>
    <p:sldId id="1349" r:id="rId32"/>
    <p:sldId id="1377" r:id="rId33"/>
    <p:sldId id="1361" r:id="rId34"/>
    <p:sldId id="1378" r:id="rId35"/>
    <p:sldId id="1379" r:id="rId36"/>
    <p:sldId id="1362" r:id="rId37"/>
    <p:sldId id="1363" r:id="rId38"/>
    <p:sldId id="1380" r:id="rId39"/>
    <p:sldId id="1364" r:id="rId40"/>
    <p:sldId id="1365" r:id="rId41"/>
    <p:sldId id="1366" r:id="rId42"/>
    <p:sldId id="1381" r:id="rId43"/>
    <p:sldId id="1367" r:id="rId44"/>
    <p:sldId id="1344" r:id="rId45"/>
    <p:sldId id="1345" r:id="rId46"/>
    <p:sldId id="1346" r:id="rId47"/>
    <p:sldId id="1347" r:id="rId48"/>
    <p:sldId id="132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B9F896"/>
    <a:srgbClr val="B5C8FD"/>
    <a:srgbClr val="D2533C"/>
    <a:srgbClr val="CBF0F9"/>
    <a:srgbClr val="EDFAFD"/>
    <a:srgbClr val="C3F0F9"/>
    <a:srgbClr val="86E0F2"/>
    <a:srgbClr val="D57C39"/>
    <a:srgbClr val="F2F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D824F3-B1D7-4B11-A3BF-0AA9EE5B486B}" v="123" dt="2026-09-01T20:09:07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Lafond" userId="34502308-0131-479c-a52b-92567eddfa82" providerId="ADAL" clId="{4048BBDB-64E8-329A-A436-918D599BD79E}"/>
    <pc:docChg chg="undo custSel addSld delSld modSld">
      <pc:chgData name="Manuel Lafond" userId="34502308-0131-479c-a52b-92567eddfa82" providerId="ADAL" clId="{4048BBDB-64E8-329A-A436-918D599BD79E}" dt="2026-09-01T07:59:22.399" v="694"/>
      <pc:docMkLst>
        <pc:docMk/>
      </pc:docMkLst>
      <pc:sldChg chg="addSp delSp modSp mod">
        <pc:chgData name="Manuel Lafond" userId="34502308-0131-479c-a52b-92567eddfa82" providerId="ADAL" clId="{4048BBDB-64E8-329A-A436-918D599BD79E}" dt="2026-08-31T12:13:32.813" v="278" actId="1076"/>
        <pc:sldMkLst>
          <pc:docMk/>
          <pc:sldMk cId="3028770924" sldId="1337"/>
        </pc:sldMkLst>
        <pc:spChg chg="mod">
          <ac:chgData name="Manuel Lafond" userId="34502308-0131-479c-a52b-92567eddfa82" providerId="ADAL" clId="{4048BBDB-64E8-329A-A436-918D599BD79E}" dt="2026-08-31T12:07:36.716" v="212" actId="20577"/>
          <ac:spMkLst>
            <pc:docMk/>
            <pc:sldMk cId="3028770924" sldId="1337"/>
            <ac:spMk id="3" creationId="{93DDAB0A-BD81-E15C-5536-0993C23EABCD}"/>
          </ac:spMkLst>
        </pc:spChg>
        <pc:inkChg chg="add del">
          <ac:chgData name="Manuel Lafond" userId="34502308-0131-479c-a52b-92567eddfa82" providerId="ADAL" clId="{4048BBDB-64E8-329A-A436-918D599BD79E}" dt="2026-08-31T12:07:20.659" v="179"/>
          <ac:inkMkLst>
            <pc:docMk/>
            <pc:sldMk cId="3028770924" sldId="1337"/>
            <ac:inkMk id="2" creationId="{6E397378-9E68-D82E-874D-7C447BE2D390}"/>
          </ac:inkMkLst>
        </pc:inkChg>
        <pc:inkChg chg="add del">
          <ac:chgData name="Manuel Lafond" userId="34502308-0131-479c-a52b-92567eddfa82" providerId="ADAL" clId="{4048BBDB-64E8-329A-A436-918D599BD79E}" dt="2026-08-31T12:10:14.594" v="215"/>
          <ac:inkMkLst>
            <pc:docMk/>
            <pc:sldMk cId="3028770924" sldId="1337"/>
            <ac:inkMk id="4" creationId="{67E516F2-EB3F-5618-4DCA-9DB6BF4658C1}"/>
          </ac:inkMkLst>
        </pc:inkChg>
        <pc:inkChg chg="add del">
          <ac:chgData name="Manuel Lafond" userId="34502308-0131-479c-a52b-92567eddfa82" providerId="ADAL" clId="{4048BBDB-64E8-329A-A436-918D599BD79E}" dt="2026-08-31T12:05:20.517" v="157"/>
          <ac:inkMkLst>
            <pc:docMk/>
            <pc:sldMk cId="3028770924" sldId="1337"/>
            <ac:inkMk id="4" creationId="{B8303044-D430-E588-8F39-312D0A9AA1ED}"/>
          </ac:inkMkLst>
        </pc:inkChg>
        <pc:inkChg chg="add del">
          <ac:chgData name="Manuel Lafond" userId="34502308-0131-479c-a52b-92567eddfa82" providerId="ADAL" clId="{4048BBDB-64E8-329A-A436-918D599BD79E}" dt="2026-08-31T12:10:14.594" v="215"/>
          <ac:inkMkLst>
            <pc:docMk/>
            <pc:sldMk cId="3028770924" sldId="1337"/>
            <ac:inkMk id="5" creationId="{4E9A3F20-4CAA-3AD7-8F7C-BAFD51803E99}"/>
          </ac:inkMkLst>
        </pc:inkChg>
        <pc:inkChg chg="add del">
          <ac:chgData name="Manuel Lafond" userId="34502308-0131-479c-a52b-92567eddfa82" providerId="ADAL" clId="{4048BBDB-64E8-329A-A436-918D599BD79E}" dt="2026-08-31T12:05:20.517" v="157"/>
          <ac:inkMkLst>
            <pc:docMk/>
            <pc:sldMk cId="3028770924" sldId="1337"/>
            <ac:inkMk id="5" creationId="{DCF70E52-A0EA-760A-3E17-2BA52EDE2A85}"/>
          </ac:inkMkLst>
        </pc:inkChg>
        <pc:inkChg chg="add del reco">
          <ac:chgData name="Manuel Lafond" userId="34502308-0131-479c-a52b-92567eddfa82" providerId="ADAL" clId="{4048BBDB-64E8-329A-A436-918D599BD79E}" dt="2026-08-31T12:07:20.674" v="182"/>
          <ac:inkMkLst>
            <pc:docMk/>
            <pc:sldMk cId="3028770924" sldId="1337"/>
            <ac:inkMk id="6" creationId="{D75B7C7C-5F38-12D1-011D-D4A8D5395EDE}"/>
          </ac:inkMkLst>
        </pc:inkChg>
        <pc:inkChg chg="add del">
          <ac:chgData name="Manuel Lafond" userId="34502308-0131-479c-a52b-92567eddfa82" providerId="ADAL" clId="{4048BBDB-64E8-329A-A436-918D599BD79E}" dt="2026-08-31T12:07:20.635" v="175"/>
          <ac:inkMkLst>
            <pc:docMk/>
            <pc:sldMk cId="3028770924" sldId="1337"/>
            <ac:inkMk id="7" creationId="{E09D4E30-0861-88F8-E975-92C0206A652A}"/>
          </ac:inkMkLst>
        </pc:inkChg>
        <pc:inkChg chg="add del">
          <ac:chgData name="Manuel Lafond" userId="34502308-0131-479c-a52b-92567eddfa82" providerId="ADAL" clId="{4048BBDB-64E8-329A-A436-918D599BD79E}" dt="2026-08-31T12:07:20.649" v="177"/>
          <ac:inkMkLst>
            <pc:docMk/>
            <pc:sldMk cId="3028770924" sldId="1337"/>
            <ac:inkMk id="8" creationId="{63147AE8-A96D-452F-66A3-B71743371CB4}"/>
          </ac:inkMkLst>
        </pc:inkChg>
        <pc:inkChg chg="add del">
          <ac:chgData name="Manuel Lafond" userId="34502308-0131-479c-a52b-92567eddfa82" providerId="ADAL" clId="{4048BBDB-64E8-329A-A436-918D599BD79E}" dt="2026-08-31T12:07:20.664" v="180"/>
          <ac:inkMkLst>
            <pc:docMk/>
            <pc:sldMk cId="3028770924" sldId="1337"/>
            <ac:inkMk id="9" creationId="{CDBCBB18-43AA-9A57-C314-A0EEF0081155}"/>
          </ac:inkMkLst>
        </pc:inkChg>
        <pc:inkChg chg="add del">
          <ac:chgData name="Manuel Lafond" userId="34502308-0131-479c-a52b-92567eddfa82" providerId="ADAL" clId="{4048BBDB-64E8-329A-A436-918D599BD79E}" dt="2026-08-31T12:07:20.679" v="183"/>
          <ac:inkMkLst>
            <pc:docMk/>
            <pc:sldMk cId="3028770924" sldId="1337"/>
            <ac:inkMk id="10" creationId="{9CBC3E0E-197B-EE71-63EF-A3E354B2933C}"/>
          </ac:inkMkLst>
        </pc:inkChg>
        <pc:inkChg chg="add del">
          <ac:chgData name="Manuel Lafond" userId="34502308-0131-479c-a52b-92567eddfa82" providerId="ADAL" clId="{4048BBDB-64E8-329A-A436-918D599BD79E}" dt="2026-08-31T12:07:20.669" v="181"/>
          <ac:inkMkLst>
            <pc:docMk/>
            <pc:sldMk cId="3028770924" sldId="1337"/>
            <ac:inkMk id="11" creationId="{B4A4BFCC-CFF5-4543-3C49-0488F659E51D}"/>
          </ac:inkMkLst>
        </pc:inkChg>
        <pc:inkChg chg="add mod reco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12" creationId="{009A7829-7B30-D31C-7ACA-C636842EB2BF}"/>
          </ac:inkMkLst>
        </pc:inkChg>
        <pc:inkChg chg="add del">
          <ac:chgData name="Manuel Lafond" userId="34502308-0131-479c-a52b-92567eddfa82" providerId="ADAL" clId="{4048BBDB-64E8-329A-A436-918D599BD79E}" dt="2026-08-31T12:05:36.558" v="165"/>
          <ac:inkMkLst>
            <pc:docMk/>
            <pc:sldMk cId="3028770924" sldId="1337"/>
            <ac:inkMk id="12" creationId="{B7B86667-CE60-A756-E28E-8F252DD2C1E2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13" creationId="{BD002D23-7043-84C0-7A6B-E353551C839A}"/>
          </ac:inkMkLst>
        </pc:inkChg>
        <pc:inkChg chg="add del">
          <ac:chgData name="Manuel Lafond" userId="34502308-0131-479c-a52b-92567eddfa82" providerId="ADAL" clId="{4048BBDB-64E8-329A-A436-918D599BD79E}" dt="2026-08-31T12:05:36.558" v="165"/>
          <ac:inkMkLst>
            <pc:docMk/>
            <pc:sldMk cId="3028770924" sldId="1337"/>
            <ac:inkMk id="13" creationId="{BE7A33C0-EA53-29FB-EA73-180471159792}"/>
          </ac:inkMkLst>
        </pc:inkChg>
        <pc:inkChg chg="add del reco">
          <ac:chgData name="Manuel Lafond" userId="34502308-0131-479c-a52b-92567eddfa82" providerId="ADAL" clId="{4048BBDB-64E8-329A-A436-918D599BD79E}" dt="2026-08-31T12:07:20.690" v="185"/>
          <ac:inkMkLst>
            <pc:docMk/>
            <pc:sldMk cId="3028770924" sldId="1337"/>
            <ac:inkMk id="14" creationId="{E852B9BC-1174-C5A1-1A27-85D6B97FD4D2}"/>
          </ac:inkMkLst>
        </pc:inkChg>
        <pc:inkChg chg="add del">
          <ac:chgData name="Manuel Lafond" userId="34502308-0131-479c-a52b-92567eddfa82" providerId="ADAL" clId="{4048BBDB-64E8-329A-A436-918D599BD79E}" dt="2026-08-31T12:07:20.654" v="178"/>
          <ac:inkMkLst>
            <pc:docMk/>
            <pc:sldMk cId="3028770924" sldId="1337"/>
            <ac:inkMk id="15" creationId="{B7176E4B-18DC-5B7F-FD12-E4B0FBF4AE04}"/>
          </ac:inkMkLst>
        </pc:inkChg>
        <pc:inkChg chg="add del">
          <ac:chgData name="Manuel Lafond" userId="34502308-0131-479c-a52b-92567eddfa82" providerId="ADAL" clId="{4048BBDB-64E8-329A-A436-918D599BD79E}" dt="2026-08-31T12:07:20.684" v="184"/>
          <ac:inkMkLst>
            <pc:docMk/>
            <pc:sldMk cId="3028770924" sldId="1337"/>
            <ac:inkMk id="16" creationId="{B97E4B44-C319-1676-C24B-1329F8EC2F62}"/>
          </ac:inkMkLst>
        </pc:inkChg>
        <pc:inkChg chg="add del">
          <ac:chgData name="Manuel Lafond" userId="34502308-0131-479c-a52b-92567eddfa82" providerId="ADAL" clId="{4048BBDB-64E8-329A-A436-918D599BD79E}" dt="2026-08-31T12:07:20.617" v="174"/>
          <ac:inkMkLst>
            <pc:docMk/>
            <pc:sldMk cId="3028770924" sldId="1337"/>
            <ac:inkMk id="17" creationId="{92115D44-3991-1E30-8850-5058E2D056EF}"/>
          </ac:inkMkLst>
        </pc:inkChg>
        <pc:inkChg chg="add del">
          <ac:chgData name="Manuel Lafond" userId="34502308-0131-479c-a52b-92567eddfa82" providerId="ADAL" clId="{4048BBDB-64E8-329A-A436-918D599BD79E}" dt="2026-08-31T12:07:20.641" v="176"/>
          <ac:inkMkLst>
            <pc:docMk/>
            <pc:sldMk cId="3028770924" sldId="1337"/>
            <ac:inkMk id="18" creationId="{8CD040CB-8AC8-FB6F-82F0-1E4A24E2CD9C}"/>
          </ac:inkMkLst>
        </pc:inkChg>
        <pc:inkChg chg="add del">
          <ac:chgData name="Manuel Lafond" userId="34502308-0131-479c-a52b-92567eddfa82" providerId="ADAL" clId="{4048BBDB-64E8-329A-A436-918D599BD79E}" dt="2026-08-31T12:05:54.587" v="171"/>
          <ac:inkMkLst>
            <pc:docMk/>
            <pc:sldMk cId="3028770924" sldId="1337"/>
            <ac:inkMk id="19" creationId="{4180D218-5C14-6CF0-9C1C-7A146DD10080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19" creationId="{C0866FD8-F35C-7EB1-96AB-CD003FF6C642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20" creationId="{4BFBECA5-170E-5F90-47EA-96740E7D28BB}"/>
          </ac:inkMkLst>
        </pc:inkChg>
        <pc:inkChg chg="add del">
          <ac:chgData name="Manuel Lafond" userId="34502308-0131-479c-a52b-92567eddfa82" providerId="ADAL" clId="{4048BBDB-64E8-329A-A436-918D599BD79E}" dt="2026-08-31T12:05:59.363" v="173"/>
          <ac:inkMkLst>
            <pc:docMk/>
            <pc:sldMk cId="3028770924" sldId="1337"/>
            <ac:inkMk id="20" creationId="{6FCD49C5-CA6A-1BA7-7877-3E17B8117DB7}"/>
          </ac:inkMkLst>
        </pc:inkChg>
        <pc:inkChg chg="add del">
          <ac:chgData name="Manuel Lafond" userId="34502308-0131-479c-a52b-92567eddfa82" providerId="ADAL" clId="{4048BBDB-64E8-329A-A436-918D599BD79E}" dt="2026-08-31T12:10:31.342" v="222"/>
          <ac:inkMkLst>
            <pc:docMk/>
            <pc:sldMk cId="3028770924" sldId="1337"/>
            <ac:inkMk id="21" creationId="{AC8EFD58-84FA-7A1D-4C07-19FF222535F3}"/>
          </ac:inkMkLst>
        </pc:inkChg>
        <pc:inkChg chg="add del">
          <ac:chgData name="Manuel Lafond" userId="34502308-0131-479c-a52b-92567eddfa82" providerId="ADAL" clId="{4048BBDB-64E8-329A-A436-918D599BD79E}" dt="2026-08-31T12:10:31.342" v="222"/>
          <ac:inkMkLst>
            <pc:docMk/>
            <pc:sldMk cId="3028770924" sldId="1337"/>
            <ac:inkMk id="22" creationId="{15DF94E7-01F4-128A-955F-5E005511DE55}"/>
          </ac:inkMkLst>
        </pc:inkChg>
        <pc:inkChg chg="add del">
          <ac:chgData name="Manuel Lafond" userId="34502308-0131-479c-a52b-92567eddfa82" providerId="ADAL" clId="{4048BBDB-64E8-329A-A436-918D599BD79E}" dt="2026-08-31T12:10:31.342" v="222"/>
          <ac:inkMkLst>
            <pc:docMk/>
            <pc:sldMk cId="3028770924" sldId="1337"/>
            <ac:inkMk id="23" creationId="{069E89CE-E633-F71E-5F8D-E9A50226640F}"/>
          </ac:inkMkLst>
        </pc:inkChg>
        <pc:inkChg chg="add mod reco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24" creationId="{3A632DA9-D6BC-588C-5519-95D7833856CC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25" creationId="{0D8F07C2-CB39-7E1C-E0AB-258A87DC0958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26" creationId="{336F0385-7DAD-F613-C4F0-695A1EDD0DF5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27" creationId="{24382B1B-5650-DF53-0D3D-D91E3F4F7FAA}"/>
          </ac:inkMkLst>
        </pc:inkChg>
        <pc:inkChg chg="add del mod">
          <ac:chgData name="Manuel Lafond" userId="34502308-0131-479c-a52b-92567eddfa82" providerId="ADAL" clId="{4048BBDB-64E8-329A-A436-918D599BD79E}" dt="2026-08-31T12:13:13.295" v="273"/>
          <ac:inkMkLst>
            <pc:docMk/>
            <pc:sldMk cId="3028770924" sldId="1337"/>
            <ac:inkMk id="28" creationId="{A3024B81-3037-6D6B-A0D8-EBDD01B3F770}"/>
          </ac:inkMkLst>
        </pc:inkChg>
        <pc:inkChg chg="add mod">
          <ac:chgData name="Manuel Lafond" userId="34502308-0131-479c-a52b-92567eddfa82" providerId="ADAL" clId="{4048BBDB-64E8-329A-A436-918D599BD79E}" dt="2026-08-31T12:12:39.869" v="263" actId="1076"/>
          <ac:inkMkLst>
            <pc:docMk/>
            <pc:sldMk cId="3028770924" sldId="1337"/>
            <ac:inkMk id="29" creationId="{FF5A0C94-A374-6172-41F1-0FCF7EC73B8F}"/>
          </ac:inkMkLst>
        </pc:inkChg>
        <pc:inkChg chg="add">
          <ac:chgData name="Manuel Lafond" userId="34502308-0131-479c-a52b-92567eddfa82" providerId="ADAL" clId="{4048BBDB-64E8-329A-A436-918D599BD79E}" dt="2026-08-31T12:10:48.003" v="228"/>
          <ac:inkMkLst>
            <pc:docMk/>
            <pc:sldMk cId="3028770924" sldId="1337"/>
            <ac:inkMk id="30" creationId="{BDE6AF4A-562B-A0FC-339D-F3B54825370F}"/>
          </ac:inkMkLst>
        </pc:inkChg>
        <pc:inkChg chg="add">
          <ac:chgData name="Manuel Lafond" userId="34502308-0131-479c-a52b-92567eddfa82" providerId="ADAL" clId="{4048BBDB-64E8-329A-A436-918D599BD79E}" dt="2026-08-31T12:11:41.602" v="229"/>
          <ac:inkMkLst>
            <pc:docMk/>
            <pc:sldMk cId="3028770924" sldId="1337"/>
            <ac:inkMk id="31" creationId="{2E00A954-5DD9-5F47-4F95-FCA1C3562544}"/>
          </ac:inkMkLst>
        </pc:inkChg>
        <pc:inkChg chg="add">
          <ac:chgData name="Manuel Lafond" userId="34502308-0131-479c-a52b-92567eddfa82" providerId="ADAL" clId="{4048BBDB-64E8-329A-A436-918D599BD79E}" dt="2026-08-31T12:11:42.738" v="230"/>
          <ac:inkMkLst>
            <pc:docMk/>
            <pc:sldMk cId="3028770924" sldId="1337"/>
            <ac:inkMk id="32" creationId="{CE6C84C2-C6BE-6EEC-AB25-B3505D9EE5F1}"/>
          </ac:inkMkLst>
        </pc:inkChg>
        <pc:inkChg chg="add">
          <ac:chgData name="Manuel Lafond" userId="34502308-0131-479c-a52b-92567eddfa82" providerId="ADAL" clId="{4048BBDB-64E8-329A-A436-918D599BD79E}" dt="2026-08-31T12:11:43.711" v="231"/>
          <ac:inkMkLst>
            <pc:docMk/>
            <pc:sldMk cId="3028770924" sldId="1337"/>
            <ac:inkMk id="33" creationId="{CEBB9974-DB34-E642-C57A-17178BA17304}"/>
          </ac:inkMkLst>
        </pc:inkChg>
        <pc:inkChg chg="add del">
          <ac:chgData name="Manuel Lafond" userId="34502308-0131-479c-a52b-92567eddfa82" providerId="ADAL" clId="{4048BBDB-64E8-329A-A436-918D599BD79E}" dt="2026-08-31T12:11:47.415" v="234"/>
          <ac:inkMkLst>
            <pc:docMk/>
            <pc:sldMk cId="3028770924" sldId="1337"/>
            <ac:inkMk id="34" creationId="{D754E082-66C0-E351-201E-A502B4A4D6F6}"/>
          </ac:inkMkLst>
        </pc:inkChg>
        <pc:inkChg chg="add del">
          <ac:chgData name="Manuel Lafond" userId="34502308-0131-479c-a52b-92567eddfa82" providerId="ADAL" clId="{4048BBDB-64E8-329A-A436-918D599BD79E}" dt="2026-08-31T12:11:47.415" v="234"/>
          <ac:inkMkLst>
            <pc:docMk/>
            <pc:sldMk cId="3028770924" sldId="1337"/>
            <ac:inkMk id="35" creationId="{1DB16DC1-C6E3-1646-2A07-63F4099F006E}"/>
          </ac:inkMkLst>
        </pc:inkChg>
        <pc:inkChg chg="add reco">
          <ac:chgData name="Manuel Lafond" userId="34502308-0131-479c-a52b-92567eddfa82" providerId="ADAL" clId="{4048BBDB-64E8-329A-A436-918D599BD79E}" dt="2026-08-31T12:11:47.415" v="234"/>
          <ac:inkMkLst>
            <pc:docMk/>
            <pc:sldMk cId="3028770924" sldId="1337"/>
            <ac:inkMk id="36" creationId="{75729D67-EBCD-89EA-BA83-CAC277DD0462}"/>
          </ac:inkMkLst>
        </pc:inkChg>
        <pc:inkChg chg="add del">
          <ac:chgData name="Manuel Lafond" userId="34502308-0131-479c-a52b-92567eddfa82" providerId="ADAL" clId="{4048BBDB-64E8-329A-A436-918D599BD79E}" dt="2026-08-31T12:11:51.587" v="237"/>
          <ac:inkMkLst>
            <pc:docMk/>
            <pc:sldMk cId="3028770924" sldId="1337"/>
            <ac:inkMk id="37" creationId="{595BF10A-7646-8A74-9D78-CEF9CD90F440}"/>
          </ac:inkMkLst>
        </pc:inkChg>
        <pc:inkChg chg="add del">
          <ac:chgData name="Manuel Lafond" userId="34502308-0131-479c-a52b-92567eddfa82" providerId="ADAL" clId="{4048BBDB-64E8-329A-A436-918D599BD79E}" dt="2026-08-31T12:11:51.587" v="237"/>
          <ac:inkMkLst>
            <pc:docMk/>
            <pc:sldMk cId="3028770924" sldId="1337"/>
            <ac:inkMk id="38" creationId="{BCBFDA8F-20A4-3394-CEF9-7F471F301FBC}"/>
          </ac:inkMkLst>
        </pc:inkChg>
        <pc:inkChg chg="add reco">
          <ac:chgData name="Manuel Lafond" userId="34502308-0131-479c-a52b-92567eddfa82" providerId="ADAL" clId="{4048BBDB-64E8-329A-A436-918D599BD79E}" dt="2026-08-31T12:11:51.587" v="237"/>
          <ac:inkMkLst>
            <pc:docMk/>
            <pc:sldMk cId="3028770924" sldId="1337"/>
            <ac:inkMk id="39" creationId="{0EB4232A-7095-F230-F354-19ED8AED74D9}"/>
          </ac:inkMkLst>
        </pc:inkChg>
        <pc:inkChg chg="add del">
          <ac:chgData name="Manuel Lafond" userId="34502308-0131-479c-a52b-92567eddfa82" providerId="ADAL" clId="{4048BBDB-64E8-329A-A436-918D599BD79E}" dt="2026-08-31T12:11:56.238" v="240"/>
          <ac:inkMkLst>
            <pc:docMk/>
            <pc:sldMk cId="3028770924" sldId="1337"/>
            <ac:inkMk id="40" creationId="{A4064630-B6BD-66BF-572B-E499F83AFA9B}"/>
          </ac:inkMkLst>
        </pc:inkChg>
        <pc:inkChg chg="add del">
          <ac:chgData name="Manuel Lafond" userId="34502308-0131-479c-a52b-92567eddfa82" providerId="ADAL" clId="{4048BBDB-64E8-329A-A436-918D599BD79E}" dt="2026-08-31T12:11:56.238" v="240"/>
          <ac:inkMkLst>
            <pc:docMk/>
            <pc:sldMk cId="3028770924" sldId="1337"/>
            <ac:inkMk id="41" creationId="{672943C1-8297-BED6-BC3B-7BE5A92CF366}"/>
          </ac:inkMkLst>
        </pc:inkChg>
        <pc:inkChg chg="add reco">
          <ac:chgData name="Manuel Lafond" userId="34502308-0131-479c-a52b-92567eddfa82" providerId="ADAL" clId="{4048BBDB-64E8-329A-A436-918D599BD79E}" dt="2026-08-31T12:11:56.238" v="240"/>
          <ac:inkMkLst>
            <pc:docMk/>
            <pc:sldMk cId="3028770924" sldId="1337"/>
            <ac:inkMk id="42" creationId="{A79BB09D-9D19-D4CA-F327-67F2919DDABC}"/>
          </ac:inkMkLst>
        </pc:inkChg>
        <pc:inkChg chg="add">
          <ac:chgData name="Manuel Lafond" userId="34502308-0131-479c-a52b-92567eddfa82" providerId="ADAL" clId="{4048BBDB-64E8-329A-A436-918D599BD79E}" dt="2026-08-31T12:11:56.854" v="241"/>
          <ac:inkMkLst>
            <pc:docMk/>
            <pc:sldMk cId="3028770924" sldId="1337"/>
            <ac:inkMk id="43" creationId="{A0CEFA2A-FBEC-7490-2928-033208C32995}"/>
          </ac:inkMkLst>
        </pc:inkChg>
        <pc:inkChg chg="add del">
          <ac:chgData name="Manuel Lafond" userId="34502308-0131-479c-a52b-92567eddfa82" providerId="ADAL" clId="{4048BBDB-64E8-329A-A436-918D599BD79E}" dt="2026-08-31T12:12:02.517" v="244"/>
          <ac:inkMkLst>
            <pc:docMk/>
            <pc:sldMk cId="3028770924" sldId="1337"/>
            <ac:inkMk id="44" creationId="{7E97EC00-4543-381E-0C39-CD4723103B1D}"/>
          </ac:inkMkLst>
        </pc:inkChg>
        <pc:inkChg chg="add del">
          <ac:chgData name="Manuel Lafond" userId="34502308-0131-479c-a52b-92567eddfa82" providerId="ADAL" clId="{4048BBDB-64E8-329A-A436-918D599BD79E}" dt="2026-08-31T12:12:02.517" v="244"/>
          <ac:inkMkLst>
            <pc:docMk/>
            <pc:sldMk cId="3028770924" sldId="1337"/>
            <ac:inkMk id="45" creationId="{070435BA-EDAA-0184-7E22-DEAABA2171B0}"/>
          </ac:inkMkLst>
        </pc:inkChg>
        <pc:inkChg chg="add reco">
          <ac:chgData name="Manuel Lafond" userId="34502308-0131-479c-a52b-92567eddfa82" providerId="ADAL" clId="{4048BBDB-64E8-329A-A436-918D599BD79E}" dt="2026-08-31T12:12:02.517" v="244"/>
          <ac:inkMkLst>
            <pc:docMk/>
            <pc:sldMk cId="3028770924" sldId="1337"/>
            <ac:inkMk id="46" creationId="{2A3FEA96-C063-B37F-DE55-27F4A14F7BA1}"/>
          </ac:inkMkLst>
        </pc:inkChg>
        <pc:inkChg chg="add">
          <ac:chgData name="Manuel Lafond" userId="34502308-0131-479c-a52b-92567eddfa82" providerId="ADAL" clId="{4048BBDB-64E8-329A-A436-918D599BD79E}" dt="2026-08-31T12:12:03.516" v="245"/>
          <ac:inkMkLst>
            <pc:docMk/>
            <pc:sldMk cId="3028770924" sldId="1337"/>
            <ac:inkMk id="47" creationId="{227A1BDF-6D32-9143-3D2A-324F3829044F}"/>
          </ac:inkMkLst>
        </pc:inkChg>
        <pc:inkChg chg="add del">
          <ac:chgData name="Manuel Lafond" userId="34502308-0131-479c-a52b-92567eddfa82" providerId="ADAL" clId="{4048BBDB-64E8-329A-A436-918D599BD79E}" dt="2026-08-31T12:12:14.168" v="249"/>
          <ac:inkMkLst>
            <pc:docMk/>
            <pc:sldMk cId="3028770924" sldId="1337"/>
            <ac:inkMk id="48" creationId="{D06755C4-7049-EB02-9118-2DF7BC60BE3A}"/>
          </ac:inkMkLst>
        </pc:inkChg>
        <pc:inkChg chg="add del">
          <ac:chgData name="Manuel Lafond" userId="34502308-0131-479c-a52b-92567eddfa82" providerId="ADAL" clId="{4048BBDB-64E8-329A-A436-918D599BD79E}" dt="2026-08-31T12:12:14.168" v="249"/>
          <ac:inkMkLst>
            <pc:docMk/>
            <pc:sldMk cId="3028770924" sldId="1337"/>
            <ac:inkMk id="49" creationId="{FAA6644D-5707-4AE4-E05C-CFF0F861D8D9}"/>
          </ac:inkMkLst>
        </pc:inkChg>
        <pc:inkChg chg="add del">
          <ac:chgData name="Manuel Lafond" userId="34502308-0131-479c-a52b-92567eddfa82" providerId="ADAL" clId="{4048BBDB-64E8-329A-A436-918D599BD79E}" dt="2026-08-31T12:12:14.168" v="249"/>
          <ac:inkMkLst>
            <pc:docMk/>
            <pc:sldMk cId="3028770924" sldId="1337"/>
            <ac:inkMk id="50" creationId="{601F45E3-AA78-C2A6-2DD5-44B32094E195}"/>
          </ac:inkMkLst>
        </pc:inkChg>
        <pc:inkChg chg="add mod reco">
          <ac:chgData name="Manuel Lafond" userId="34502308-0131-479c-a52b-92567eddfa82" providerId="ADAL" clId="{4048BBDB-64E8-329A-A436-918D599BD79E}" dt="2026-08-31T12:13:32.813" v="278" actId="1076"/>
          <ac:inkMkLst>
            <pc:docMk/>
            <pc:sldMk cId="3028770924" sldId="1337"/>
            <ac:inkMk id="51" creationId="{060AE4C3-F8D5-22A2-444F-10FF58C53500}"/>
          </ac:inkMkLst>
        </pc:inkChg>
        <pc:inkChg chg="add del">
          <ac:chgData name="Manuel Lafond" userId="34502308-0131-479c-a52b-92567eddfa82" providerId="ADAL" clId="{4048BBDB-64E8-329A-A436-918D599BD79E}" dt="2026-08-31T12:12:15.931" v="252"/>
          <ac:inkMkLst>
            <pc:docMk/>
            <pc:sldMk cId="3028770924" sldId="1337"/>
            <ac:inkMk id="52" creationId="{0CDF18C9-8966-4109-8087-47BAAE1B1C45}"/>
          </ac:inkMkLst>
        </pc:inkChg>
        <pc:inkChg chg="add del">
          <ac:chgData name="Manuel Lafond" userId="34502308-0131-479c-a52b-92567eddfa82" providerId="ADAL" clId="{4048BBDB-64E8-329A-A436-918D599BD79E}" dt="2026-08-31T12:12:15.931" v="252"/>
          <ac:inkMkLst>
            <pc:docMk/>
            <pc:sldMk cId="3028770924" sldId="1337"/>
            <ac:inkMk id="53" creationId="{D3443CE5-F437-A0A8-E26A-CA840772B256}"/>
          </ac:inkMkLst>
        </pc:inkChg>
        <pc:inkChg chg="add mod reco">
          <ac:chgData name="Manuel Lafond" userId="34502308-0131-479c-a52b-92567eddfa82" providerId="ADAL" clId="{4048BBDB-64E8-329A-A436-918D599BD79E}" dt="2026-08-31T12:13:32.813" v="278" actId="1076"/>
          <ac:inkMkLst>
            <pc:docMk/>
            <pc:sldMk cId="3028770924" sldId="1337"/>
            <ac:inkMk id="54" creationId="{B730A59B-C70A-944D-3E64-55302EF52758}"/>
          </ac:inkMkLst>
        </pc:inkChg>
        <pc:inkChg chg="add del">
          <ac:chgData name="Manuel Lafond" userId="34502308-0131-479c-a52b-92567eddfa82" providerId="ADAL" clId="{4048BBDB-64E8-329A-A436-918D599BD79E}" dt="2026-08-31T12:12:18.851" v="255"/>
          <ac:inkMkLst>
            <pc:docMk/>
            <pc:sldMk cId="3028770924" sldId="1337"/>
            <ac:inkMk id="55" creationId="{0AF94852-629D-0242-AD53-9D20E0D2E696}"/>
          </ac:inkMkLst>
        </pc:inkChg>
        <pc:inkChg chg="add del">
          <ac:chgData name="Manuel Lafond" userId="34502308-0131-479c-a52b-92567eddfa82" providerId="ADAL" clId="{4048BBDB-64E8-329A-A436-918D599BD79E}" dt="2026-08-31T12:12:18.851" v="255"/>
          <ac:inkMkLst>
            <pc:docMk/>
            <pc:sldMk cId="3028770924" sldId="1337"/>
            <ac:inkMk id="56" creationId="{91A5A6E9-A1FA-D90A-1E1E-1C44B7ED2B46}"/>
          </ac:inkMkLst>
        </pc:inkChg>
        <pc:inkChg chg="add mod reco">
          <ac:chgData name="Manuel Lafond" userId="34502308-0131-479c-a52b-92567eddfa82" providerId="ADAL" clId="{4048BBDB-64E8-329A-A436-918D599BD79E}" dt="2026-08-31T12:13:32.813" v="278" actId="1076"/>
          <ac:inkMkLst>
            <pc:docMk/>
            <pc:sldMk cId="3028770924" sldId="1337"/>
            <ac:inkMk id="57" creationId="{C6AB758B-5705-7460-214A-99862345D2D5}"/>
          </ac:inkMkLst>
        </pc:inkChg>
        <pc:inkChg chg="add del">
          <ac:chgData name="Manuel Lafond" userId="34502308-0131-479c-a52b-92567eddfa82" providerId="ADAL" clId="{4048BBDB-64E8-329A-A436-918D599BD79E}" dt="2026-08-31T12:12:24.856" v="258"/>
          <ac:inkMkLst>
            <pc:docMk/>
            <pc:sldMk cId="3028770924" sldId="1337"/>
            <ac:inkMk id="58" creationId="{54741D9B-FEFA-942F-D01A-01CDA76B9BA4}"/>
          </ac:inkMkLst>
        </pc:inkChg>
        <pc:inkChg chg="add del">
          <ac:chgData name="Manuel Lafond" userId="34502308-0131-479c-a52b-92567eddfa82" providerId="ADAL" clId="{4048BBDB-64E8-329A-A436-918D599BD79E}" dt="2026-08-31T12:12:24.856" v="258"/>
          <ac:inkMkLst>
            <pc:docMk/>
            <pc:sldMk cId="3028770924" sldId="1337"/>
            <ac:inkMk id="59" creationId="{CE06B29D-A907-0614-1F6A-38921E21D788}"/>
          </ac:inkMkLst>
        </pc:inkChg>
        <pc:inkChg chg="add mod reco">
          <ac:chgData name="Manuel Lafond" userId="34502308-0131-479c-a52b-92567eddfa82" providerId="ADAL" clId="{4048BBDB-64E8-329A-A436-918D599BD79E}" dt="2026-08-31T12:12:55.956" v="266" actId="1076"/>
          <ac:inkMkLst>
            <pc:docMk/>
            <pc:sldMk cId="3028770924" sldId="1337"/>
            <ac:inkMk id="60" creationId="{F84C8C6E-2CA8-5F3E-0576-222E2BC6D199}"/>
          </ac:inkMkLst>
        </pc:inkChg>
        <pc:inkChg chg="add mod">
          <ac:chgData name="Manuel Lafond" userId="34502308-0131-479c-a52b-92567eddfa82" providerId="ADAL" clId="{4048BBDB-64E8-329A-A436-918D599BD79E}" dt="2026-08-31T12:12:55.956" v="266" actId="1076"/>
          <ac:inkMkLst>
            <pc:docMk/>
            <pc:sldMk cId="3028770924" sldId="1337"/>
            <ac:inkMk id="61" creationId="{3B966C6E-D137-827B-F4A0-71435594C1AB}"/>
          </ac:inkMkLst>
        </pc:inkChg>
        <pc:inkChg chg="add del">
          <ac:chgData name="Manuel Lafond" userId="34502308-0131-479c-a52b-92567eddfa82" providerId="ADAL" clId="{4048BBDB-64E8-329A-A436-918D599BD79E}" dt="2026-08-31T12:12:29.112" v="262"/>
          <ac:inkMkLst>
            <pc:docMk/>
            <pc:sldMk cId="3028770924" sldId="1337"/>
            <ac:inkMk id="62" creationId="{1503272C-6B6E-5A9A-584E-AC08F6DB68F0}"/>
          </ac:inkMkLst>
        </pc:inkChg>
        <pc:inkChg chg="add del">
          <ac:chgData name="Manuel Lafond" userId="34502308-0131-479c-a52b-92567eddfa82" providerId="ADAL" clId="{4048BBDB-64E8-329A-A436-918D599BD79E}" dt="2026-08-31T12:12:29.112" v="262"/>
          <ac:inkMkLst>
            <pc:docMk/>
            <pc:sldMk cId="3028770924" sldId="1337"/>
            <ac:inkMk id="63" creationId="{B514D191-98B5-84E5-3B01-9D35F610C68D}"/>
          </ac:inkMkLst>
        </pc:inkChg>
        <pc:inkChg chg="add mod reco">
          <ac:chgData name="Manuel Lafond" userId="34502308-0131-479c-a52b-92567eddfa82" providerId="ADAL" clId="{4048BBDB-64E8-329A-A436-918D599BD79E}" dt="2026-08-31T12:12:55.956" v="266" actId="1076"/>
          <ac:inkMkLst>
            <pc:docMk/>
            <pc:sldMk cId="3028770924" sldId="1337"/>
            <ac:inkMk id="64" creationId="{79969E64-AE47-C667-4988-58F10F1E4CD3}"/>
          </ac:inkMkLst>
        </pc:inkChg>
        <pc:inkChg chg="add">
          <ac:chgData name="Manuel Lafond" userId="34502308-0131-479c-a52b-92567eddfa82" providerId="ADAL" clId="{4048BBDB-64E8-329A-A436-918D599BD79E}" dt="2026-08-31T12:12:46.190" v="264" actId="22"/>
          <ac:inkMkLst>
            <pc:docMk/>
            <pc:sldMk cId="3028770924" sldId="1337"/>
            <ac:inkMk id="66" creationId="{42289997-D042-42A4-C5B7-70CB85B8782D}"/>
          </ac:inkMkLst>
        </pc:inkChg>
        <pc:inkChg chg="add del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68" creationId="{36438B91-92F2-B420-7435-4FC8D1521991}"/>
          </ac:inkMkLst>
        </pc:inkChg>
        <pc:inkChg chg="add del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70" creationId="{9B2DC630-FFD1-3B7B-1CC7-3F7F4B875684}"/>
          </ac:inkMkLst>
        </pc:inkChg>
        <pc:inkChg chg="add del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72" creationId="{69E0C53E-81E6-0F08-7461-88DAAF76D291}"/>
          </ac:inkMkLst>
        </pc:inkChg>
        <pc:inkChg chg="add del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74" creationId="{BDA31ED3-F0BD-F2EA-4AF9-69C1DE5EB67E}"/>
          </ac:inkMkLst>
        </pc:inkChg>
        <pc:inkChg chg="add del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76" creationId="{152DBCCD-77A4-F6DF-EB3A-C20031FDECAB}"/>
          </ac:inkMkLst>
        </pc:inkChg>
        <pc:inkChg chg="add del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78" creationId="{F38269AD-9DE8-7C0A-2E1C-9392829D0B3B}"/>
          </ac:inkMkLst>
        </pc:inkChg>
        <pc:inkChg chg="add">
          <ac:chgData name="Manuel Lafond" userId="34502308-0131-479c-a52b-92567eddfa82" providerId="ADAL" clId="{4048BBDB-64E8-329A-A436-918D599BD79E}" dt="2026-08-31T12:12:46.190" v="264" actId="22"/>
          <ac:inkMkLst>
            <pc:docMk/>
            <pc:sldMk cId="3028770924" sldId="1337"/>
            <ac:inkMk id="80" creationId="{320E266E-ACF7-227C-C224-B400898BE7DE}"/>
          </ac:inkMkLst>
        </pc:inkChg>
        <pc:inkChg chg="add">
          <ac:chgData name="Manuel Lafond" userId="34502308-0131-479c-a52b-92567eddfa82" providerId="ADAL" clId="{4048BBDB-64E8-329A-A436-918D599BD79E}" dt="2026-08-31T12:12:46.190" v="264" actId="22"/>
          <ac:inkMkLst>
            <pc:docMk/>
            <pc:sldMk cId="3028770924" sldId="1337"/>
            <ac:inkMk id="82" creationId="{66AC749F-AC3F-5508-C3CD-C3AB28FFB6AD}"/>
          </ac:inkMkLst>
        </pc:inkChg>
        <pc:inkChg chg="add">
          <ac:chgData name="Manuel Lafond" userId="34502308-0131-479c-a52b-92567eddfa82" providerId="ADAL" clId="{4048BBDB-64E8-329A-A436-918D599BD79E}" dt="2026-08-31T12:12:46.190" v="264" actId="22"/>
          <ac:inkMkLst>
            <pc:docMk/>
            <pc:sldMk cId="3028770924" sldId="1337"/>
            <ac:inkMk id="84" creationId="{FD2C1337-2FDD-790E-8C60-CDF24FB83D6E}"/>
          </ac:inkMkLst>
        </pc:inkChg>
        <pc:inkChg chg="add reco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85" creationId="{9E5D51B0-EAE4-95EE-EE48-DAED547D25F4}"/>
          </ac:inkMkLst>
        </pc:inkChg>
        <pc:inkChg chg="add reco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86" creationId="{EA752BE2-5C11-B803-E64D-BD794CCF87FE}"/>
          </ac:inkMkLst>
        </pc:inkChg>
        <pc:inkChg chg="add reco">
          <ac:chgData name="Manuel Lafond" userId="34502308-0131-479c-a52b-92567eddfa82" providerId="ADAL" clId="{4048BBDB-64E8-329A-A436-918D599BD79E}" dt="2026-08-31T12:12:46.724" v="265"/>
          <ac:inkMkLst>
            <pc:docMk/>
            <pc:sldMk cId="3028770924" sldId="1337"/>
            <ac:inkMk id="87" creationId="{BF532555-3B0F-B95B-781F-2034E1DA6041}"/>
          </ac:inkMkLst>
        </pc:inkChg>
        <pc:inkChg chg="add">
          <ac:chgData name="Manuel Lafond" userId="34502308-0131-479c-a52b-92567eddfa82" providerId="ADAL" clId="{4048BBDB-64E8-329A-A436-918D599BD79E}" dt="2026-08-31T12:13:04.349" v="267"/>
          <ac:inkMkLst>
            <pc:docMk/>
            <pc:sldMk cId="3028770924" sldId="1337"/>
            <ac:inkMk id="88" creationId="{7BF9CFA7-8A98-E760-4E0D-1B614FA5769C}"/>
          </ac:inkMkLst>
        </pc:inkChg>
        <pc:inkChg chg="add">
          <ac:chgData name="Manuel Lafond" userId="34502308-0131-479c-a52b-92567eddfa82" providerId="ADAL" clId="{4048BBDB-64E8-329A-A436-918D599BD79E}" dt="2026-08-31T12:13:07.766" v="268"/>
          <ac:inkMkLst>
            <pc:docMk/>
            <pc:sldMk cId="3028770924" sldId="1337"/>
            <ac:inkMk id="89" creationId="{04D04288-A3D4-5A4C-6060-D9029263D15F}"/>
          </ac:inkMkLst>
        </pc:inkChg>
        <pc:inkChg chg="add">
          <ac:chgData name="Manuel Lafond" userId="34502308-0131-479c-a52b-92567eddfa82" providerId="ADAL" clId="{4048BBDB-64E8-329A-A436-918D599BD79E}" dt="2026-08-31T12:13:09.521" v="269"/>
          <ac:inkMkLst>
            <pc:docMk/>
            <pc:sldMk cId="3028770924" sldId="1337"/>
            <ac:inkMk id="90" creationId="{C03EC9C7-8AAB-52BD-FD3A-A5D0A21FBFF1}"/>
          </ac:inkMkLst>
        </pc:inkChg>
        <pc:inkChg chg="add del">
          <ac:chgData name="Manuel Lafond" userId="34502308-0131-479c-a52b-92567eddfa82" providerId="ADAL" clId="{4048BBDB-64E8-329A-A436-918D599BD79E}" dt="2026-08-31T12:13:11.587" v="272"/>
          <ac:inkMkLst>
            <pc:docMk/>
            <pc:sldMk cId="3028770924" sldId="1337"/>
            <ac:inkMk id="91" creationId="{598E935A-CD6B-15F8-4765-0D43D96DF063}"/>
          </ac:inkMkLst>
        </pc:inkChg>
        <pc:inkChg chg="add del">
          <ac:chgData name="Manuel Lafond" userId="34502308-0131-479c-a52b-92567eddfa82" providerId="ADAL" clId="{4048BBDB-64E8-329A-A436-918D599BD79E}" dt="2026-08-31T12:13:11.587" v="272"/>
          <ac:inkMkLst>
            <pc:docMk/>
            <pc:sldMk cId="3028770924" sldId="1337"/>
            <ac:inkMk id="92" creationId="{C132A666-CF22-E83A-B94F-50DF1221318B}"/>
          </ac:inkMkLst>
        </pc:inkChg>
        <pc:inkChg chg="add reco">
          <ac:chgData name="Manuel Lafond" userId="34502308-0131-479c-a52b-92567eddfa82" providerId="ADAL" clId="{4048BBDB-64E8-329A-A436-918D599BD79E}" dt="2026-08-31T12:13:11.587" v="272"/>
          <ac:inkMkLst>
            <pc:docMk/>
            <pc:sldMk cId="3028770924" sldId="1337"/>
            <ac:inkMk id="93" creationId="{97E24325-FFD1-0F9E-63CE-138A24BEEB1C}"/>
          </ac:inkMkLst>
        </pc:inkChg>
        <pc:inkChg chg="add">
          <ac:chgData name="Manuel Lafond" userId="34502308-0131-479c-a52b-92567eddfa82" providerId="ADAL" clId="{4048BBDB-64E8-329A-A436-918D599BD79E}" dt="2026-08-31T12:13:21.504" v="274"/>
          <ac:inkMkLst>
            <pc:docMk/>
            <pc:sldMk cId="3028770924" sldId="1337"/>
            <ac:inkMk id="94" creationId="{BDF736CF-9A68-876F-66F8-9B50A2E66F4E}"/>
          </ac:inkMkLst>
        </pc:inkChg>
        <pc:inkChg chg="add del">
          <ac:chgData name="Manuel Lafond" userId="34502308-0131-479c-a52b-92567eddfa82" providerId="ADAL" clId="{4048BBDB-64E8-329A-A436-918D599BD79E}" dt="2026-08-31T12:13:24.705" v="277"/>
          <ac:inkMkLst>
            <pc:docMk/>
            <pc:sldMk cId="3028770924" sldId="1337"/>
            <ac:inkMk id="95" creationId="{D572A973-01E5-BEC0-F75E-E409FC27F77C}"/>
          </ac:inkMkLst>
        </pc:inkChg>
        <pc:inkChg chg="add del">
          <ac:chgData name="Manuel Lafond" userId="34502308-0131-479c-a52b-92567eddfa82" providerId="ADAL" clId="{4048BBDB-64E8-329A-A436-918D599BD79E}" dt="2026-08-31T12:13:24.705" v="277"/>
          <ac:inkMkLst>
            <pc:docMk/>
            <pc:sldMk cId="3028770924" sldId="1337"/>
            <ac:inkMk id="96" creationId="{669337F5-503D-FC50-73D6-8C6D26759ECC}"/>
          </ac:inkMkLst>
        </pc:inkChg>
        <pc:inkChg chg="add mod reco">
          <ac:chgData name="Manuel Lafond" userId="34502308-0131-479c-a52b-92567eddfa82" providerId="ADAL" clId="{4048BBDB-64E8-329A-A436-918D599BD79E}" dt="2026-08-31T12:13:32.813" v="278" actId="1076"/>
          <ac:inkMkLst>
            <pc:docMk/>
            <pc:sldMk cId="3028770924" sldId="1337"/>
            <ac:inkMk id="97" creationId="{0B3FDE0B-909D-9309-F465-8E1D8DC381AE}"/>
          </ac:inkMkLst>
        </pc:inkChg>
      </pc:sldChg>
      <pc:sldChg chg="addSp delSp mod">
        <pc:chgData name="Manuel Lafond" userId="34502308-0131-479c-a52b-92567eddfa82" providerId="ADAL" clId="{4048BBDB-64E8-329A-A436-918D599BD79E}" dt="2026-08-31T11:49:12.649" v="6"/>
        <pc:sldMkLst>
          <pc:docMk/>
          <pc:sldMk cId="2662199613" sldId="1338"/>
        </pc:sldMkLst>
        <pc:inkChg chg="add del">
          <ac:chgData name="Manuel Lafond" userId="34502308-0131-479c-a52b-92567eddfa82" providerId="ADAL" clId="{4048BBDB-64E8-329A-A436-918D599BD79E}" dt="2026-08-31T11:49:12.649" v="6"/>
          <ac:inkMkLst>
            <pc:docMk/>
            <pc:sldMk cId="2662199613" sldId="1338"/>
            <ac:inkMk id="2" creationId="{DBD8E2A2-C5AC-8B80-43F1-A4F3BEA7E722}"/>
          </ac:inkMkLst>
        </pc:inkChg>
      </pc:sldChg>
      <pc:sldChg chg="addSp delSp modSp mod">
        <pc:chgData name="Manuel Lafond" userId="34502308-0131-479c-a52b-92567eddfa82" providerId="ADAL" clId="{4048BBDB-64E8-329A-A436-918D599BD79E}" dt="2026-08-31T11:58:17.670" v="110" actId="27636"/>
        <pc:sldMkLst>
          <pc:docMk/>
          <pc:sldMk cId="4078034685" sldId="1340"/>
        </pc:sldMkLst>
        <pc:spChg chg="mod">
          <ac:chgData name="Manuel Lafond" userId="34502308-0131-479c-a52b-92567eddfa82" providerId="ADAL" clId="{4048BBDB-64E8-329A-A436-918D599BD79E}" dt="2026-08-31T11:58:17.670" v="110" actId="27636"/>
          <ac:spMkLst>
            <pc:docMk/>
            <pc:sldMk cId="4078034685" sldId="1340"/>
            <ac:spMk id="3" creationId="{6E4E5845-C804-9965-C847-D8BE26B4E1AB}"/>
          </ac:spMkLst>
        </pc:spChg>
        <pc:inkChg chg="add del">
          <ac:chgData name="Manuel Lafond" userId="34502308-0131-479c-a52b-92567eddfa82" providerId="ADAL" clId="{4048BBDB-64E8-329A-A436-918D599BD79E}" dt="2026-08-31T11:53:43.616" v="63" actId="22"/>
          <ac:inkMkLst>
            <pc:docMk/>
            <pc:sldMk cId="4078034685" sldId="1340"/>
            <ac:inkMk id="4" creationId="{45F836E1-431F-4892-A2B2-97DA32505C18}"/>
          </ac:inkMkLst>
        </pc:inkChg>
        <pc:inkChg chg="add del">
          <ac:chgData name="Manuel Lafond" userId="34502308-0131-479c-a52b-92567eddfa82" providerId="ADAL" clId="{4048BBDB-64E8-329A-A436-918D599BD79E}" dt="2026-08-31T11:53:43.616" v="63" actId="22"/>
          <ac:inkMkLst>
            <pc:docMk/>
            <pc:sldMk cId="4078034685" sldId="1340"/>
            <ac:inkMk id="6" creationId="{ECED3061-4EBC-543B-D579-225690302A2D}"/>
          </ac:inkMkLst>
        </pc:inkChg>
        <pc:inkChg chg="add del">
          <ac:chgData name="Manuel Lafond" userId="34502308-0131-479c-a52b-92567eddfa82" providerId="ADAL" clId="{4048BBDB-64E8-329A-A436-918D599BD79E}" dt="2026-08-31T11:53:43.616" v="63" actId="22"/>
          <ac:inkMkLst>
            <pc:docMk/>
            <pc:sldMk cId="4078034685" sldId="1340"/>
            <ac:inkMk id="8" creationId="{D9F4A1F8-3E86-7648-BB9F-4357E22330E6}"/>
          </ac:inkMkLst>
        </pc:inkChg>
        <pc:inkChg chg="add del">
          <ac:chgData name="Manuel Lafond" userId="34502308-0131-479c-a52b-92567eddfa82" providerId="ADAL" clId="{4048BBDB-64E8-329A-A436-918D599BD79E}" dt="2026-08-31T11:53:43.616" v="63" actId="22"/>
          <ac:inkMkLst>
            <pc:docMk/>
            <pc:sldMk cId="4078034685" sldId="1340"/>
            <ac:inkMk id="10" creationId="{84A3FA24-356F-4349-B76E-63F1E6917AC6}"/>
          </ac:inkMkLst>
        </pc:inkChg>
        <pc:inkChg chg="add del">
          <ac:chgData name="Manuel Lafond" userId="34502308-0131-479c-a52b-92567eddfa82" providerId="ADAL" clId="{4048BBDB-64E8-329A-A436-918D599BD79E}" dt="2026-08-31T11:53:43.616" v="63" actId="22"/>
          <ac:inkMkLst>
            <pc:docMk/>
            <pc:sldMk cId="4078034685" sldId="1340"/>
            <ac:inkMk id="12" creationId="{F77B0ED2-8941-712E-1AB2-FE63BE19B471}"/>
          </ac:inkMkLst>
        </pc:inkChg>
        <pc:inkChg chg="add del">
          <ac:chgData name="Manuel Lafond" userId="34502308-0131-479c-a52b-92567eddfa82" providerId="ADAL" clId="{4048BBDB-64E8-329A-A436-918D599BD79E}" dt="2026-08-31T11:56:47.252" v="100"/>
          <ac:inkMkLst>
            <pc:docMk/>
            <pc:sldMk cId="4078034685" sldId="1340"/>
            <ac:inkMk id="13" creationId="{6011C15E-9007-0FC3-A9D4-B1C10B7BFC9B}"/>
          </ac:inkMkLst>
        </pc:inkChg>
        <pc:inkChg chg="add del">
          <ac:chgData name="Manuel Lafond" userId="34502308-0131-479c-a52b-92567eddfa82" providerId="ADAL" clId="{4048BBDB-64E8-329A-A436-918D599BD79E}" dt="2026-08-31T11:56:51.152" v="102"/>
          <ac:inkMkLst>
            <pc:docMk/>
            <pc:sldMk cId="4078034685" sldId="1340"/>
            <ac:inkMk id="14" creationId="{99A44352-D98C-D338-A674-431CEF899159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16" creationId="{57EA5D69-483F-62E0-17EC-AB2C1FCB6E74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18" creationId="{1F1DD6B8-6058-F966-3923-EE81DE4A3209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20" creationId="{557A5002-D007-EDB3-74DA-5E07AD2B488C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22" creationId="{1341EE24-2D3D-A555-384A-C79D904A00AC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24" creationId="{C6971BC6-51DD-4EFF-C5A0-2BEFE53834E9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26" creationId="{F79DA45B-C6AC-E84C-A337-2CD0E1D8DDA8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28" creationId="{E2D1F974-15CC-4DF3-189B-DA945E9CF768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30" creationId="{150EC0CF-D4B1-4216-A692-712079DB75A6}"/>
          </ac:inkMkLst>
        </pc:inkChg>
        <pc:inkChg chg="add del">
          <ac:chgData name="Manuel Lafond" userId="34502308-0131-479c-a52b-92567eddfa82" providerId="ADAL" clId="{4048BBDB-64E8-329A-A436-918D599BD79E}" dt="2026-08-31T11:57:13.951" v="105"/>
          <ac:inkMkLst>
            <pc:docMk/>
            <pc:sldMk cId="4078034685" sldId="1340"/>
            <ac:inkMk id="32" creationId="{775BC288-EFA6-4B5B-6D32-04BC1216026C}"/>
          </ac:inkMkLst>
        </pc:inkChg>
        <pc:inkChg chg="add">
          <ac:chgData name="Manuel Lafond" userId="34502308-0131-479c-a52b-92567eddfa82" providerId="ADAL" clId="{4048BBDB-64E8-329A-A436-918D599BD79E}" dt="2026-08-31T11:57:13.404" v="104" actId="22"/>
          <ac:inkMkLst>
            <pc:docMk/>
            <pc:sldMk cId="4078034685" sldId="1340"/>
            <ac:inkMk id="34" creationId="{2EDC3B95-FC07-A70E-CD9F-E2D1AA4D4CE1}"/>
          </ac:inkMkLst>
        </pc:inkChg>
        <pc:inkChg chg="add mod reco">
          <ac:chgData name="Manuel Lafond" userId="34502308-0131-479c-a52b-92567eddfa82" providerId="ADAL" clId="{4048BBDB-64E8-329A-A436-918D599BD79E}" dt="2026-08-31T11:57:38.746" v="108" actId="1076"/>
          <ac:inkMkLst>
            <pc:docMk/>
            <pc:sldMk cId="4078034685" sldId="1340"/>
            <ac:inkMk id="35" creationId="{2B73EBA6-7A2A-317B-D58A-90B91DF8C12C}"/>
          </ac:inkMkLst>
        </pc:inkChg>
        <pc:inkChg chg="add del">
          <ac:chgData name="Manuel Lafond" userId="34502308-0131-479c-a52b-92567eddfa82" providerId="ADAL" clId="{4048BBDB-64E8-329A-A436-918D599BD79E}" dt="2026-08-31T11:57:26.092" v="107"/>
          <ac:inkMkLst>
            <pc:docMk/>
            <pc:sldMk cId="4078034685" sldId="1340"/>
            <ac:inkMk id="36" creationId="{2CA8A2A1-B96F-FC7F-C204-48B00207D559}"/>
          </ac:inkMkLst>
        </pc:inkChg>
      </pc:sldChg>
      <pc:sldChg chg="addSp delSp mod">
        <pc:chgData name="Manuel Lafond" userId="34502308-0131-479c-a52b-92567eddfa82" providerId="ADAL" clId="{4048BBDB-64E8-329A-A436-918D599BD79E}" dt="2026-08-31T12:14:39.733" v="301"/>
        <pc:sldMkLst>
          <pc:docMk/>
          <pc:sldMk cId="668844736" sldId="1346"/>
        </pc:sldMkLst>
        <pc:inkChg chg="add del">
          <ac:chgData name="Manuel Lafond" userId="34502308-0131-479c-a52b-92567eddfa82" providerId="ADAL" clId="{4048BBDB-64E8-329A-A436-918D599BD79E}" dt="2026-08-31T12:14:16.466" v="282"/>
          <ac:inkMkLst>
            <pc:docMk/>
            <pc:sldMk cId="668844736" sldId="1346"/>
            <ac:inkMk id="2" creationId="{6E8A1CFE-A36E-9DF3-9A06-672EF35CBD9B}"/>
          </ac:inkMkLst>
        </pc:inkChg>
        <pc:inkChg chg="add del">
          <ac:chgData name="Manuel Lafond" userId="34502308-0131-479c-a52b-92567eddfa82" providerId="ADAL" clId="{4048BBDB-64E8-329A-A436-918D599BD79E}" dt="2026-08-31T12:14:16.466" v="282"/>
          <ac:inkMkLst>
            <pc:docMk/>
            <pc:sldMk cId="668844736" sldId="1346"/>
            <ac:inkMk id="3" creationId="{496D282C-C008-6FBF-FE1C-98D0BF012358}"/>
          </ac:inkMkLst>
        </pc:inkChg>
        <pc:inkChg chg="add del">
          <ac:chgData name="Manuel Lafond" userId="34502308-0131-479c-a52b-92567eddfa82" providerId="ADAL" clId="{4048BBDB-64E8-329A-A436-918D599BD79E}" dt="2026-08-31T12:14:16.466" v="282"/>
          <ac:inkMkLst>
            <pc:docMk/>
            <pc:sldMk cId="668844736" sldId="1346"/>
            <ac:inkMk id="4" creationId="{DBC02655-8ABE-603C-5998-9E8151DBF3E6}"/>
          </ac:inkMkLst>
        </pc:inkChg>
        <pc:inkChg chg="add reco">
          <ac:chgData name="Manuel Lafond" userId="34502308-0131-479c-a52b-92567eddfa82" providerId="ADAL" clId="{4048BBDB-64E8-329A-A436-918D599BD79E}" dt="2026-08-31T12:14:16.466" v="282"/>
          <ac:inkMkLst>
            <pc:docMk/>
            <pc:sldMk cId="668844736" sldId="1346"/>
            <ac:inkMk id="6" creationId="{4DAD9F3B-174D-6D22-E7DA-169DD6BFBB91}"/>
          </ac:inkMkLst>
        </pc:inkChg>
        <pc:inkChg chg="add del">
          <ac:chgData name="Manuel Lafond" userId="34502308-0131-479c-a52b-92567eddfa82" providerId="ADAL" clId="{4048BBDB-64E8-329A-A436-918D599BD79E}" dt="2026-08-31T12:14:20.458" v="286"/>
          <ac:inkMkLst>
            <pc:docMk/>
            <pc:sldMk cId="668844736" sldId="1346"/>
            <ac:inkMk id="7" creationId="{0D52F03D-570D-CCEA-0530-8ACC552DFB17}"/>
          </ac:inkMkLst>
        </pc:inkChg>
        <pc:inkChg chg="add del">
          <ac:chgData name="Manuel Lafond" userId="34502308-0131-479c-a52b-92567eddfa82" providerId="ADAL" clId="{4048BBDB-64E8-329A-A436-918D599BD79E}" dt="2026-08-31T12:14:20.458" v="286"/>
          <ac:inkMkLst>
            <pc:docMk/>
            <pc:sldMk cId="668844736" sldId="1346"/>
            <ac:inkMk id="8" creationId="{091FA3F3-52C6-4A5A-A4DA-94E1B275F23B}"/>
          </ac:inkMkLst>
        </pc:inkChg>
        <pc:inkChg chg="add del">
          <ac:chgData name="Manuel Lafond" userId="34502308-0131-479c-a52b-92567eddfa82" providerId="ADAL" clId="{4048BBDB-64E8-329A-A436-918D599BD79E}" dt="2026-08-31T12:14:20.458" v="286"/>
          <ac:inkMkLst>
            <pc:docMk/>
            <pc:sldMk cId="668844736" sldId="1346"/>
            <ac:inkMk id="9" creationId="{7B893E12-ED3C-31B5-29D0-97D92BA12A64}"/>
          </ac:inkMkLst>
        </pc:inkChg>
        <pc:inkChg chg="add reco">
          <ac:chgData name="Manuel Lafond" userId="34502308-0131-479c-a52b-92567eddfa82" providerId="ADAL" clId="{4048BBDB-64E8-329A-A436-918D599BD79E}" dt="2026-08-31T12:14:20.458" v="286"/>
          <ac:inkMkLst>
            <pc:docMk/>
            <pc:sldMk cId="668844736" sldId="1346"/>
            <ac:inkMk id="10" creationId="{7AB4EF06-A8F3-DE18-58C0-D2C107AD0D91}"/>
          </ac:inkMkLst>
        </pc:inkChg>
        <pc:inkChg chg="add del">
          <ac:chgData name="Manuel Lafond" userId="34502308-0131-479c-a52b-92567eddfa82" providerId="ADAL" clId="{4048BBDB-64E8-329A-A436-918D599BD79E}" dt="2026-08-31T12:14:22.538" v="289"/>
          <ac:inkMkLst>
            <pc:docMk/>
            <pc:sldMk cId="668844736" sldId="1346"/>
            <ac:inkMk id="11" creationId="{2439BE35-B097-F907-DD5E-0AF17AB0BE0B}"/>
          </ac:inkMkLst>
        </pc:inkChg>
        <pc:inkChg chg="add del">
          <ac:chgData name="Manuel Lafond" userId="34502308-0131-479c-a52b-92567eddfa82" providerId="ADAL" clId="{4048BBDB-64E8-329A-A436-918D599BD79E}" dt="2026-08-31T12:14:22.538" v="289"/>
          <ac:inkMkLst>
            <pc:docMk/>
            <pc:sldMk cId="668844736" sldId="1346"/>
            <ac:inkMk id="12" creationId="{2FB07AB6-9B5B-B6AC-144A-4E76AEBC0B39}"/>
          </ac:inkMkLst>
        </pc:inkChg>
        <pc:inkChg chg="add reco">
          <ac:chgData name="Manuel Lafond" userId="34502308-0131-479c-a52b-92567eddfa82" providerId="ADAL" clId="{4048BBDB-64E8-329A-A436-918D599BD79E}" dt="2026-08-31T12:14:22.538" v="289"/>
          <ac:inkMkLst>
            <pc:docMk/>
            <pc:sldMk cId="668844736" sldId="1346"/>
            <ac:inkMk id="13" creationId="{3A19F315-8103-1D2F-5F65-81924FF5AB37}"/>
          </ac:inkMkLst>
        </pc:inkChg>
        <pc:inkChg chg="add del">
          <ac:chgData name="Manuel Lafond" userId="34502308-0131-479c-a52b-92567eddfa82" providerId="ADAL" clId="{4048BBDB-64E8-329A-A436-918D599BD79E}" dt="2026-08-31T12:14:24.387" v="292"/>
          <ac:inkMkLst>
            <pc:docMk/>
            <pc:sldMk cId="668844736" sldId="1346"/>
            <ac:inkMk id="14" creationId="{1236B8EB-4600-D7AD-346B-F76038A3D251}"/>
          </ac:inkMkLst>
        </pc:inkChg>
        <pc:inkChg chg="add del">
          <ac:chgData name="Manuel Lafond" userId="34502308-0131-479c-a52b-92567eddfa82" providerId="ADAL" clId="{4048BBDB-64E8-329A-A436-918D599BD79E}" dt="2026-08-31T12:14:24.387" v="292"/>
          <ac:inkMkLst>
            <pc:docMk/>
            <pc:sldMk cId="668844736" sldId="1346"/>
            <ac:inkMk id="15" creationId="{D86437D5-36DF-D5F3-D95D-8BBE911AE613}"/>
          </ac:inkMkLst>
        </pc:inkChg>
        <pc:inkChg chg="add reco">
          <ac:chgData name="Manuel Lafond" userId="34502308-0131-479c-a52b-92567eddfa82" providerId="ADAL" clId="{4048BBDB-64E8-329A-A436-918D599BD79E}" dt="2026-08-31T12:14:24.387" v="292"/>
          <ac:inkMkLst>
            <pc:docMk/>
            <pc:sldMk cId="668844736" sldId="1346"/>
            <ac:inkMk id="16" creationId="{CA52811F-B36C-E4EF-8FAD-1CC6917B8538}"/>
          </ac:inkMkLst>
        </pc:inkChg>
        <pc:inkChg chg="add">
          <ac:chgData name="Manuel Lafond" userId="34502308-0131-479c-a52b-92567eddfa82" providerId="ADAL" clId="{4048BBDB-64E8-329A-A436-918D599BD79E}" dt="2026-08-31T12:14:24.399" v="293"/>
          <ac:inkMkLst>
            <pc:docMk/>
            <pc:sldMk cId="668844736" sldId="1346"/>
            <ac:inkMk id="17" creationId="{5C4BB75F-6602-8F81-68A5-FA232BD0DC75}"/>
          </ac:inkMkLst>
        </pc:inkChg>
        <pc:inkChg chg="add">
          <ac:chgData name="Manuel Lafond" userId="34502308-0131-479c-a52b-92567eddfa82" providerId="ADAL" clId="{4048BBDB-64E8-329A-A436-918D599BD79E}" dt="2026-08-31T12:14:33.035" v="294"/>
          <ac:inkMkLst>
            <pc:docMk/>
            <pc:sldMk cId="668844736" sldId="1346"/>
            <ac:inkMk id="18" creationId="{6D1EF345-3E19-CB97-6D1B-7AE7E4D83C12}"/>
          </ac:inkMkLst>
        </pc:inkChg>
        <pc:inkChg chg="add">
          <ac:chgData name="Manuel Lafond" userId="34502308-0131-479c-a52b-92567eddfa82" providerId="ADAL" clId="{4048BBDB-64E8-329A-A436-918D599BD79E}" dt="2026-08-31T12:14:33.642" v="295"/>
          <ac:inkMkLst>
            <pc:docMk/>
            <pc:sldMk cId="668844736" sldId="1346"/>
            <ac:inkMk id="19" creationId="{97E2A7E2-D34C-C03F-F856-24019FC3A79F}"/>
          </ac:inkMkLst>
        </pc:inkChg>
        <pc:inkChg chg="add">
          <ac:chgData name="Manuel Lafond" userId="34502308-0131-479c-a52b-92567eddfa82" providerId="ADAL" clId="{4048BBDB-64E8-329A-A436-918D599BD79E}" dt="2026-08-31T12:14:34.293" v="296"/>
          <ac:inkMkLst>
            <pc:docMk/>
            <pc:sldMk cId="668844736" sldId="1346"/>
            <ac:inkMk id="20" creationId="{1FE6D348-A672-FD88-660C-8D1D28314A04}"/>
          </ac:inkMkLst>
        </pc:inkChg>
        <pc:inkChg chg="add">
          <ac:chgData name="Manuel Lafond" userId="34502308-0131-479c-a52b-92567eddfa82" providerId="ADAL" clId="{4048BBDB-64E8-329A-A436-918D599BD79E}" dt="2026-08-31T12:14:35.100" v="297"/>
          <ac:inkMkLst>
            <pc:docMk/>
            <pc:sldMk cId="668844736" sldId="1346"/>
            <ac:inkMk id="21" creationId="{B80D3AD1-B8F5-BDC9-E2D0-086D101C3101}"/>
          </ac:inkMkLst>
        </pc:inkChg>
        <pc:inkChg chg="add">
          <ac:chgData name="Manuel Lafond" userId="34502308-0131-479c-a52b-92567eddfa82" providerId="ADAL" clId="{4048BBDB-64E8-329A-A436-918D599BD79E}" dt="2026-08-31T12:14:35.918" v="298"/>
          <ac:inkMkLst>
            <pc:docMk/>
            <pc:sldMk cId="668844736" sldId="1346"/>
            <ac:inkMk id="22" creationId="{24A637DB-764E-9FB3-79D6-5310303D9250}"/>
          </ac:inkMkLst>
        </pc:inkChg>
        <pc:inkChg chg="add del">
          <ac:chgData name="Manuel Lafond" userId="34502308-0131-479c-a52b-92567eddfa82" providerId="ADAL" clId="{4048BBDB-64E8-329A-A436-918D599BD79E}" dt="2026-08-31T12:14:39.733" v="301"/>
          <ac:inkMkLst>
            <pc:docMk/>
            <pc:sldMk cId="668844736" sldId="1346"/>
            <ac:inkMk id="23" creationId="{C675BACC-A451-1762-6AE0-F2EDB0DC6D92}"/>
          </ac:inkMkLst>
        </pc:inkChg>
        <pc:inkChg chg="add del">
          <ac:chgData name="Manuel Lafond" userId="34502308-0131-479c-a52b-92567eddfa82" providerId="ADAL" clId="{4048BBDB-64E8-329A-A436-918D599BD79E}" dt="2026-08-31T12:14:39.733" v="301"/>
          <ac:inkMkLst>
            <pc:docMk/>
            <pc:sldMk cId="668844736" sldId="1346"/>
            <ac:inkMk id="24" creationId="{F57D2595-5C49-7097-E32A-F390813154FF}"/>
          </ac:inkMkLst>
        </pc:inkChg>
        <pc:inkChg chg="add reco">
          <ac:chgData name="Manuel Lafond" userId="34502308-0131-479c-a52b-92567eddfa82" providerId="ADAL" clId="{4048BBDB-64E8-329A-A436-918D599BD79E}" dt="2026-08-31T12:14:39.733" v="301"/>
          <ac:inkMkLst>
            <pc:docMk/>
            <pc:sldMk cId="668844736" sldId="1346"/>
            <ac:inkMk id="25" creationId="{6BD469C6-0996-1D81-15E9-26B1AEEEB902}"/>
          </ac:inkMkLst>
        </pc:inkChg>
      </pc:sldChg>
      <pc:sldChg chg="addSp delSp modSp mod">
        <pc:chgData name="Manuel Lafond" userId="34502308-0131-479c-a52b-92567eddfa82" providerId="ADAL" clId="{4048BBDB-64E8-329A-A436-918D599BD79E}" dt="2026-08-31T12:15:36.152" v="336"/>
        <pc:sldMkLst>
          <pc:docMk/>
          <pc:sldMk cId="3858842952" sldId="1347"/>
        </pc:sldMkLst>
        <pc:inkChg chg="add del">
          <ac:chgData name="Manuel Lafond" userId="34502308-0131-479c-a52b-92567eddfa82" providerId="ADAL" clId="{4048BBDB-64E8-329A-A436-918D599BD79E}" dt="2026-08-31T12:14:55.191" v="305"/>
          <ac:inkMkLst>
            <pc:docMk/>
            <pc:sldMk cId="3858842952" sldId="1347"/>
            <ac:inkMk id="2" creationId="{4E6DF0C4-B1E6-2820-8047-3297EFCED32A}"/>
          </ac:inkMkLst>
        </pc:inkChg>
        <pc:inkChg chg="add del">
          <ac:chgData name="Manuel Lafond" userId="34502308-0131-479c-a52b-92567eddfa82" providerId="ADAL" clId="{4048BBDB-64E8-329A-A436-918D599BD79E}" dt="2026-08-31T12:14:55.191" v="305"/>
          <ac:inkMkLst>
            <pc:docMk/>
            <pc:sldMk cId="3858842952" sldId="1347"/>
            <ac:inkMk id="3" creationId="{45444346-D25E-536C-25D5-F2CBD99F02AB}"/>
          </ac:inkMkLst>
        </pc:inkChg>
        <pc:inkChg chg="add del">
          <ac:chgData name="Manuel Lafond" userId="34502308-0131-479c-a52b-92567eddfa82" providerId="ADAL" clId="{4048BBDB-64E8-329A-A436-918D599BD79E}" dt="2026-08-31T12:14:55.191" v="305"/>
          <ac:inkMkLst>
            <pc:docMk/>
            <pc:sldMk cId="3858842952" sldId="1347"/>
            <ac:inkMk id="4" creationId="{8B15BE5B-ACE6-D24E-FE74-839819559B35}"/>
          </ac:inkMkLst>
        </pc:inkChg>
        <pc:inkChg chg="add reco">
          <ac:chgData name="Manuel Lafond" userId="34502308-0131-479c-a52b-92567eddfa82" providerId="ADAL" clId="{4048BBDB-64E8-329A-A436-918D599BD79E}" dt="2026-08-31T12:14:55.191" v="305"/>
          <ac:inkMkLst>
            <pc:docMk/>
            <pc:sldMk cId="3858842952" sldId="1347"/>
            <ac:inkMk id="6" creationId="{3CBE9BE6-219B-A22C-9F8B-2938CBAC9792}"/>
          </ac:inkMkLst>
        </pc:inkChg>
        <pc:inkChg chg="add del">
          <ac:chgData name="Manuel Lafond" userId="34502308-0131-479c-a52b-92567eddfa82" providerId="ADAL" clId="{4048BBDB-64E8-329A-A436-918D599BD79E}" dt="2026-08-31T12:15:00.375" v="308"/>
          <ac:inkMkLst>
            <pc:docMk/>
            <pc:sldMk cId="3858842952" sldId="1347"/>
            <ac:inkMk id="7" creationId="{00AEE43A-C141-AA5A-3A84-4089415DD7E3}"/>
          </ac:inkMkLst>
        </pc:inkChg>
        <pc:inkChg chg="add del">
          <ac:chgData name="Manuel Lafond" userId="34502308-0131-479c-a52b-92567eddfa82" providerId="ADAL" clId="{4048BBDB-64E8-329A-A436-918D599BD79E}" dt="2026-08-31T12:15:00.375" v="308"/>
          <ac:inkMkLst>
            <pc:docMk/>
            <pc:sldMk cId="3858842952" sldId="1347"/>
            <ac:inkMk id="8" creationId="{A176B2FF-CBF8-E6A4-2FCE-60E0E309AF70}"/>
          </ac:inkMkLst>
        </pc:inkChg>
        <pc:inkChg chg="add reco">
          <ac:chgData name="Manuel Lafond" userId="34502308-0131-479c-a52b-92567eddfa82" providerId="ADAL" clId="{4048BBDB-64E8-329A-A436-918D599BD79E}" dt="2026-08-31T12:15:00.375" v="308"/>
          <ac:inkMkLst>
            <pc:docMk/>
            <pc:sldMk cId="3858842952" sldId="1347"/>
            <ac:inkMk id="9" creationId="{942B08B2-7C16-3B76-7201-6A45BAB961CF}"/>
          </ac:inkMkLst>
        </pc:inkChg>
        <pc:inkChg chg="add del">
          <ac:chgData name="Manuel Lafond" userId="34502308-0131-479c-a52b-92567eddfa82" providerId="ADAL" clId="{4048BBDB-64E8-329A-A436-918D599BD79E}" dt="2026-08-31T12:15:05.444" v="312"/>
          <ac:inkMkLst>
            <pc:docMk/>
            <pc:sldMk cId="3858842952" sldId="1347"/>
            <ac:inkMk id="10" creationId="{7A077EAE-BE5A-B6C9-4133-B87E7C701D85}"/>
          </ac:inkMkLst>
        </pc:inkChg>
        <pc:inkChg chg="add del">
          <ac:chgData name="Manuel Lafond" userId="34502308-0131-479c-a52b-92567eddfa82" providerId="ADAL" clId="{4048BBDB-64E8-329A-A436-918D599BD79E}" dt="2026-08-31T12:15:05.444" v="312"/>
          <ac:inkMkLst>
            <pc:docMk/>
            <pc:sldMk cId="3858842952" sldId="1347"/>
            <ac:inkMk id="11" creationId="{0D136D9A-7C24-D9E7-4A20-CA7B60B0040A}"/>
          </ac:inkMkLst>
        </pc:inkChg>
        <pc:inkChg chg="add del">
          <ac:chgData name="Manuel Lafond" userId="34502308-0131-479c-a52b-92567eddfa82" providerId="ADAL" clId="{4048BBDB-64E8-329A-A436-918D599BD79E}" dt="2026-08-31T12:15:06.482" v="314"/>
          <ac:inkMkLst>
            <pc:docMk/>
            <pc:sldMk cId="3858842952" sldId="1347"/>
            <ac:inkMk id="12" creationId="{A8DB82EB-A074-AF75-D685-E122090D5A7A}"/>
          </ac:inkMkLst>
        </pc:inkChg>
        <pc:inkChg chg="add reco">
          <ac:chgData name="Manuel Lafond" userId="34502308-0131-479c-a52b-92567eddfa82" providerId="ADAL" clId="{4048BBDB-64E8-329A-A436-918D599BD79E}" dt="2026-08-31T12:15:05.444" v="312"/>
          <ac:inkMkLst>
            <pc:docMk/>
            <pc:sldMk cId="3858842952" sldId="1347"/>
            <ac:inkMk id="13" creationId="{DB523491-8E10-4F3D-1647-9E3D72270255}"/>
          </ac:inkMkLst>
        </pc:inkChg>
        <pc:inkChg chg="add del">
          <ac:chgData name="Manuel Lafond" userId="34502308-0131-479c-a52b-92567eddfa82" providerId="ADAL" clId="{4048BBDB-64E8-329A-A436-918D599BD79E}" dt="2026-08-31T12:15:06.482" v="314"/>
          <ac:inkMkLst>
            <pc:docMk/>
            <pc:sldMk cId="3858842952" sldId="1347"/>
            <ac:inkMk id="14" creationId="{D032DCB8-BCC4-959F-4BED-EDBF943B4380}"/>
          </ac:inkMkLst>
        </pc:inkChg>
        <pc:inkChg chg="add reco">
          <ac:chgData name="Manuel Lafond" userId="34502308-0131-479c-a52b-92567eddfa82" providerId="ADAL" clId="{4048BBDB-64E8-329A-A436-918D599BD79E}" dt="2026-08-31T12:15:06.482" v="314"/>
          <ac:inkMkLst>
            <pc:docMk/>
            <pc:sldMk cId="3858842952" sldId="1347"/>
            <ac:inkMk id="15" creationId="{60F779AE-02FF-72BE-C71C-7192367EA266}"/>
          </ac:inkMkLst>
        </pc:inkChg>
        <pc:inkChg chg="add del">
          <ac:chgData name="Manuel Lafond" userId="34502308-0131-479c-a52b-92567eddfa82" providerId="ADAL" clId="{4048BBDB-64E8-329A-A436-918D599BD79E}" dt="2026-08-31T12:15:11.519" v="319"/>
          <ac:inkMkLst>
            <pc:docMk/>
            <pc:sldMk cId="3858842952" sldId="1347"/>
            <ac:inkMk id="16" creationId="{371B670A-51FF-223E-A92B-791F41B533AB}"/>
          </ac:inkMkLst>
        </pc:inkChg>
        <pc:inkChg chg="add del">
          <ac:chgData name="Manuel Lafond" userId="34502308-0131-479c-a52b-92567eddfa82" providerId="ADAL" clId="{4048BBDB-64E8-329A-A436-918D599BD79E}" dt="2026-08-31T12:15:11.519" v="319"/>
          <ac:inkMkLst>
            <pc:docMk/>
            <pc:sldMk cId="3858842952" sldId="1347"/>
            <ac:inkMk id="17" creationId="{EDE7DA62-474C-38F4-0242-A0F2F9F023E6}"/>
          </ac:inkMkLst>
        </pc:inkChg>
        <pc:inkChg chg="add del">
          <ac:chgData name="Manuel Lafond" userId="34502308-0131-479c-a52b-92567eddfa82" providerId="ADAL" clId="{4048BBDB-64E8-329A-A436-918D599BD79E}" dt="2026-08-31T12:15:11.519" v="319"/>
          <ac:inkMkLst>
            <pc:docMk/>
            <pc:sldMk cId="3858842952" sldId="1347"/>
            <ac:inkMk id="18" creationId="{D798D2B7-A1DE-BED3-6E30-03F82AB48275}"/>
          </ac:inkMkLst>
        </pc:inkChg>
        <pc:inkChg chg="add del">
          <ac:chgData name="Manuel Lafond" userId="34502308-0131-479c-a52b-92567eddfa82" providerId="ADAL" clId="{4048BBDB-64E8-329A-A436-918D599BD79E}" dt="2026-08-31T12:15:11.519" v="319"/>
          <ac:inkMkLst>
            <pc:docMk/>
            <pc:sldMk cId="3858842952" sldId="1347"/>
            <ac:inkMk id="19" creationId="{E87C5033-0DC1-B37B-95E2-801135B4B2BF}"/>
          </ac:inkMkLst>
        </pc:inkChg>
        <pc:inkChg chg="add mod reco modStrokes">
          <ac:chgData name="Manuel Lafond" userId="34502308-0131-479c-a52b-92567eddfa82" providerId="ADAL" clId="{4048BBDB-64E8-329A-A436-918D599BD79E}" dt="2026-08-31T12:15:21.082" v="327"/>
          <ac:inkMkLst>
            <pc:docMk/>
            <pc:sldMk cId="3858842952" sldId="1347"/>
            <ac:inkMk id="20" creationId="{2F76798A-BEC1-DE71-80A0-5D660E1B93DD}"/>
          </ac:inkMkLst>
        </pc:inkChg>
        <pc:inkChg chg="add del">
          <ac:chgData name="Manuel Lafond" userId="34502308-0131-479c-a52b-92567eddfa82" providerId="ADAL" clId="{4048BBDB-64E8-329A-A436-918D599BD79E}" dt="2026-08-31T12:15:13.752" v="322"/>
          <ac:inkMkLst>
            <pc:docMk/>
            <pc:sldMk cId="3858842952" sldId="1347"/>
            <ac:inkMk id="21" creationId="{031598B8-9370-E0B6-699B-EF6C995A745B}"/>
          </ac:inkMkLst>
        </pc:inkChg>
        <pc:inkChg chg="add del">
          <ac:chgData name="Manuel Lafond" userId="34502308-0131-479c-a52b-92567eddfa82" providerId="ADAL" clId="{4048BBDB-64E8-329A-A436-918D599BD79E}" dt="2026-08-31T12:15:13.752" v="322"/>
          <ac:inkMkLst>
            <pc:docMk/>
            <pc:sldMk cId="3858842952" sldId="1347"/>
            <ac:inkMk id="22" creationId="{4D28E3D0-1BE5-F971-EAF1-C44C25F6573C}"/>
          </ac:inkMkLst>
        </pc:inkChg>
        <pc:inkChg chg="add reco">
          <ac:chgData name="Manuel Lafond" userId="34502308-0131-479c-a52b-92567eddfa82" providerId="ADAL" clId="{4048BBDB-64E8-329A-A436-918D599BD79E}" dt="2026-08-31T12:15:13.752" v="322"/>
          <ac:inkMkLst>
            <pc:docMk/>
            <pc:sldMk cId="3858842952" sldId="1347"/>
            <ac:inkMk id="23" creationId="{A1629566-C78D-80F8-439B-C2DAA50DC466}"/>
          </ac:inkMkLst>
        </pc:inkChg>
        <pc:inkChg chg="add del">
          <ac:chgData name="Manuel Lafond" userId="34502308-0131-479c-a52b-92567eddfa82" providerId="ADAL" clId="{4048BBDB-64E8-329A-A436-918D599BD79E}" dt="2026-08-31T12:15:16.453" v="325"/>
          <ac:inkMkLst>
            <pc:docMk/>
            <pc:sldMk cId="3858842952" sldId="1347"/>
            <ac:inkMk id="24" creationId="{E378E893-B531-EC62-52C3-76413AECBB00}"/>
          </ac:inkMkLst>
        </pc:inkChg>
        <pc:inkChg chg="add del">
          <ac:chgData name="Manuel Lafond" userId="34502308-0131-479c-a52b-92567eddfa82" providerId="ADAL" clId="{4048BBDB-64E8-329A-A436-918D599BD79E}" dt="2026-08-31T12:15:16.453" v="325"/>
          <ac:inkMkLst>
            <pc:docMk/>
            <pc:sldMk cId="3858842952" sldId="1347"/>
            <ac:inkMk id="25" creationId="{108C28BD-9FFA-6CD6-755B-90543942CDB9}"/>
          </ac:inkMkLst>
        </pc:inkChg>
        <pc:inkChg chg="add reco">
          <ac:chgData name="Manuel Lafond" userId="34502308-0131-479c-a52b-92567eddfa82" providerId="ADAL" clId="{4048BBDB-64E8-329A-A436-918D599BD79E}" dt="2026-08-31T12:15:16.453" v="325"/>
          <ac:inkMkLst>
            <pc:docMk/>
            <pc:sldMk cId="3858842952" sldId="1347"/>
            <ac:inkMk id="26" creationId="{67B8181A-D95A-DE38-61C1-4AA28DE5B2E5}"/>
          </ac:inkMkLst>
        </pc:inkChg>
        <pc:inkChg chg="add del">
          <ac:chgData name="Manuel Lafond" userId="34502308-0131-479c-a52b-92567eddfa82" providerId="ADAL" clId="{4048BBDB-64E8-329A-A436-918D599BD79E}" dt="2026-08-31T12:15:29.287" v="330"/>
          <ac:inkMkLst>
            <pc:docMk/>
            <pc:sldMk cId="3858842952" sldId="1347"/>
            <ac:inkMk id="27" creationId="{A50CF677-A57F-2C39-9A61-FA11D258FB1A}"/>
          </ac:inkMkLst>
        </pc:inkChg>
        <pc:inkChg chg="add del">
          <ac:chgData name="Manuel Lafond" userId="34502308-0131-479c-a52b-92567eddfa82" providerId="ADAL" clId="{4048BBDB-64E8-329A-A436-918D599BD79E}" dt="2026-08-31T12:15:29.287" v="330"/>
          <ac:inkMkLst>
            <pc:docMk/>
            <pc:sldMk cId="3858842952" sldId="1347"/>
            <ac:inkMk id="28" creationId="{8228421A-E972-006B-E04D-E58996F2FB6D}"/>
          </ac:inkMkLst>
        </pc:inkChg>
        <pc:inkChg chg="add reco">
          <ac:chgData name="Manuel Lafond" userId="34502308-0131-479c-a52b-92567eddfa82" providerId="ADAL" clId="{4048BBDB-64E8-329A-A436-918D599BD79E}" dt="2026-08-31T12:15:29.287" v="330"/>
          <ac:inkMkLst>
            <pc:docMk/>
            <pc:sldMk cId="3858842952" sldId="1347"/>
            <ac:inkMk id="29" creationId="{E2891F77-19B1-2B82-F295-CF9D5432999A}"/>
          </ac:inkMkLst>
        </pc:inkChg>
        <pc:inkChg chg="add">
          <ac:chgData name="Manuel Lafond" userId="34502308-0131-479c-a52b-92567eddfa82" providerId="ADAL" clId="{4048BBDB-64E8-329A-A436-918D599BD79E}" dt="2026-08-31T12:15:32.232" v="331"/>
          <ac:inkMkLst>
            <pc:docMk/>
            <pc:sldMk cId="3858842952" sldId="1347"/>
            <ac:inkMk id="30" creationId="{69FC80E6-10F8-F10E-0EAE-9CDC5588E895}"/>
          </ac:inkMkLst>
        </pc:inkChg>
        <pc:inkChg chg="add">
          <ac:chgData name="Manuel Lafond" userId="34502308-0131-479c-a52b-92567eddfa82" providerId="ADAL" clId="{4048BBDB-64E8-329A-A436-918D599BD79E}" dt="2026-08-31T12:15:32.969" v="332"/>
          <ac:inkMkLst>
            <pc:docMk/>
            <pc:sldMk cId="3858842952" sldId="1347"/>
            <ac:inkMk id="31" creationId="{73460A6F-4600-DC4A-9A16-E1EE9B4AE167}"/>
          </ac:inkMkLst>
        </pc:inkChg>
        <pc:inkChg chg="add">
          <ac:chgData name="Manuel Lafond" userId="34502308-0131-479c-a52b-92567eddfa82" providerId="ADAL" clId="{4048BBDB-64E8-329A-A436-918D599BD79E}" dt="2026-08-31T12:15:34.220" v="333"/>
          <ac:inkMkLst>
            <pc:docMk/>
            <pc:sldMk cId="3858842952" sldId="1347"/>
            <ac:inkMk id="32" creationId="{533913BD-F82D-3477-D215-D3D517489140}"/>
          </ac:inkMkLst>
        </pc:inkChg>
        <pc:inkChg chg="add">
          <ac:chgData name="Manuel Lafond" userId="34502308-0131-479c-a52b-92567eddfa82" providerId="ADAL" clId="{4048BBDB-64E8-329A-A436-918D599BD79E}" dt="2026-08-31T12:15:34.846" v="334"/>
          <ac:inkMkLst>
            <pc:docMk/>
            <pc:sldMk cId="3858842952" sldId="1347"/>
            <ac:inkMk id="33" creationId="{BDE732A0-DFBF-F2B9-0742-8B154D4FC9D2}"/>
          </ac:inkMkLst>
        </pc:inkChg>
        <pc:inkChg chg="add">
          <ac:chgData name="Manuel Lafond" userId="34502308-0131-479c-a52b-92567eddfa82" providerId="ADAL" clId="{4048BBDB-64E8-329A-A436-918D599BD79E}" dt="2026-08-31T12:15:35.378" v="335"/>
          <ac:inkMkLst>
            <pc:docMk/>
            <pc:sldMk cId="3858842952" sldId="1347"/>
            <ac:inkMk id="34" creationId="{B45806C2-41E2-B95C-D0FB-7AD8F9792936}"/>
          </ac:inkMkLst>
        </pc:inkChg>
        <pc:inkChg chg="add">
          <ac:chgData name="Manuel Lafond" userId="34502308-0131-479c-a52b-92567eddfa82" providerId="ADAL" clId="{4048BBDB-64E8-329A-A436-918D599BD79E}" dt="2026-08-31T12:15:36.152" v="336"/>
          <ac:inkMkLst>
            <pc:docMk/>
            <pc:sldMk cId="3858842952" sldId="1347"/>
            <ac:inkMk id="35" creationId="{4ABBA1AE-6F0F-5E40-2C81-AF8451756373}"/>
          </ac:inkMkLst>
        </pc:inkChg>
      </pc:sldChg>
      <pc:sldChg chg="addSp delSp modSp mod">
        <pc:chgData name="Manuel Lafond" userId="34502308-0131-479c-a52b-92567eddfa82" providerId="ADAL" clId="{4048BBDB-64E8-329A-A436-918D599BD79E}" dt="2026-08-31T11:52:47.020" v="61"/>
        <pc:sldMkLst>
          <pc:docMk/>
          <pc:sldMk cId="3768533247" sldId="1350"/>
        </pc:sldMkLst>
        <pc:spChg chg="del">
          <ac:chgData name="Manuel Lafond" userId="34502308-0131-479c-a52b-92567eddfa82" providerId="ADAL" clId="{4048BBDB-64E8-329A-A436-918D599BD79E}" dt="2026-08-31T11:48:57.871" v="2" actId="478"/>
          <ac:spMkLst>
            <pc:docMk/>
            <pc:sldMk cId="3768533247" sldId="1350"/>
            <ac:spMk id="2" creationId="{3BAA521C-EBF7-ED1B-5DF4-ACEC392C50B6}"/>
          </ac:spMkLst>
        </pc:spChg>
        <pc:spChg chg="del">
          <ac:chgData name="Manuel Lafond" userId="34502308-0131-479c-a52b-92567eddfa82" providerId="ADAL" clId="{4048BBDB-64E8-329A-A436-918D599BD79E}" dt="2026-08-31T11:49:01.413" v="3" actId="478"/>
          <ac:spMkLst>
            <pc:docMk/>
            <pc:sldMk cId="3768533247" sldId="1350"/>
            <ac:spMk id="3" creationId="{D3EC17D5-E31A-B5AD-546B-A7FE21E1FF12}"/>
          </ac:spMkLst>
        </pc:spChg>
        <pc:picChg chg="del">
          <ac:chgData name="Manuel Lafond" userId="34502308-0131-479c-a52b-92567eddfa82" providerId="ADAL" clId="{4048BBDB-64E8-329A-A436-918D599BD79E}" dt="2026-08-31T11:48:53.164" v="1" actId="478"/>
          <ac:picMkLst>
            <pc:docMk/>
            <pc:sldMk cId="3768533247" sldId="1350"/>
            <ac:picMk id="5" creationId="{9CD31AD1-DBEA-B329-012F-5EC428F4395A}"/>
          </ac:picMkLst>
        </pc:picChg>
        <pc:inkChg chg="add del">
          <ac:chgData name="Manuel Lafond" userId="34502308-0131-479c-a52b-92567eddfa82" providerId="ADAL" clId="{4048BBDB-64E8-329A-A436-918D599BD79E}" dt="2026-08-31T11:51:28.425" v="43"/>
          <ac:inkMkLst>
            <pc:docMk/>
            <pc:sldMk cId="3768533247" sldId="1350"/>
            <ac:inkMk id="3" creationId="{BE06A37E-E50B-FB56-C984-1FB5C39D3DE5}"/>
          </ac:inkMkLst>
        </pc:inkChg>
        <pc:inkChg chg="add">
          <ac:chgData name="Manuel Lafond" userId="34502308-0131-479c-a52b-92567eddfa82" providerId="ADAL" clId="{4048BBDB-64E8-329A-A436-918D599BD79E}" dt="2026-08-31T11:49:09.771" v="4"/>
          <ac:inkMkLst>
            <pc:docMk/>
            <pc:sldMk cId="3768533247" sldId="1350"/>
            <ac:inkMk id="4" creationId="{F2A80389-EAD6-A408-82AC-315E8AC24E23}"/>
          </ac:inkMkLst>
        </pc:inkChg>
        <pc:inkChg chg="add del">
          <ac:chgData name="Manuel Lafond" userId="34502308-0131-479c-a52b-92567eddfa82" providerId="ADAL" clId="{4048BBDB-64E8-329A-A436-918D599BD79E}" dt="2026-08-31T11:49:17.988" v="10"/>
          <ac:inkMkLst>
            <pc:docMk/>
            <pc:sldMk cId="3768533247" sldId="1350"/>
            <ac:inkMk id="6" creationId="{82999CEE-F21C-6251-980C-F2F8B76452AE}"/>
          </ac:inkMkLst>
        </pc:inkChg>
        <pc:inkChg chg="add del">
          <ac:chgData name="Manuel Lafond" userId="34502308-0131-479c-a52b-92567eddfa82" providerId="ADAL" clId="{4048BBDB-64E8-329A-A436-918D599BD79E}" dt="2026-08-31T11:51:28.425" v="43"/>
          <ac:inkMkLst>
            <pc:docMk/>
            <pc:sldMk cId="3768533247" sldId="1350"/>
            <ac:inkMk id="6" creationId="{AA9ACC6C-D4D4-4C2A-C9CC-289629C0427A}"/>
          </ac:inkMkLst>
        </pc:inkChg>
        <pc:inkChg chg="add del">
          <ac:chgData name="Manuel Lafond" userId="34502308-0131-479c-a52b-92567eddfa82" providerId="ADAL" clId="{4048BBDB-64E8-329A-A436-918D599BD79E}" dt="2026-08-31T11:49:17.988" v="10"/>
          <ac:inkMkLst>
            <pc:docMk/>
            <pc:sldMk cId="3768533247" sldId="1350"/>
            <ac:inkMk id="7" creationId="{CE0AD2C9-06C4-005A-A577-B0F8F712DCDF}"/>
          </ac:inkMkLst>
        </pc:inkChg>
        <pc:inkChg chg="add mod">
          <ac:chgData name="Manuel Lafond" userId="34502308-0131-479c-a52b-92567eddfa82" providerId="ADAL" clId="{4048BBDB-64E8-329A-A436-918D599BD79E}" dt="2026-08-31T11:51:39.453" v="44" actId="1076"/>
          <ac:inkMkLst>
            <pc:docMk/>
            <pc:sldMk cId="3768533247" sldId="1350"/>
            <ac:inkMk id="8" creationId="{68A9B124-AE61-B840-51E8-EB226BB44E34}"/>
          </ac:inkMkLst>
        </pc:inkChg>
        <pc:inkChg chg="add del">
          <ac:chgData name="Manuel Lafond" userId="34502308-0131-479c-a52b-92567eddfa82" providerId="ADAL" clId="{4048BBDB-64E8-329A-A436-918D599BD79E}" dt="2026-08-31T11:49:17.988" v="10"/>
          <ac:inkMkLst>
            <pc:docMk/>
            <pc:sldMk cId="3768533247" sldId="1350"/>
            <ac:inkMk id="8" creationId="{9524BB10-4282-E505-40FC-D118113A7833}"/>
          </ac:inkMkLst>
        </pc:inkChg>
        <pc:inkChg chg="add reco">
          <ac:chgData name="Manuel Lafond" userId="34502308-0131-479c-a52b-92567eddfa82" providerId="ADAL" clId="{4048BBDB-64E8-329A-A436-918D599BD79E}" dt="2026-08-31T11:49:17.988" v="10"/>
          <ac:inkMkLst>
            <pc:docMk/>
            <pc:sldMk cId="3768533247" sldId="1350"/>
            <ac:inkMk id="9" creationId="{7F3C5075-D323-400B-EEA8-7EE4C035FB76}"/>
          </ac:inkMkLst>
        </pc:inkChg>
        <pc:inkChg chg="add">
          <ac:chgData name="Manuel Lafond" userId="34502308-0131-479c-a52b-92567eddfa82" providerId="ADAL" clId="{4048BBDB-64E8-329A-A436-918D599BD79E}" dt="2026-08-31T11:49:18.330" v="11"/>
          <ac:inkMkLst>
            <pc:docMk/>
            <pc:sldMk cId="3768533247" sldId="1350"/>
            <ac:inkMk id="10" creationId="{F69C92CB-BC30-2ED8-4AEB-78CC7CF144D8}"/>
          </ac:inkMkLst>
        </pc:inkChg>
        <pc:inkChg chg="add del">
          <ac:chgData name="Manuel Lafond" userId="34502308-0131-479c-a52b-92567eddfa82" providerId="ADAL" clId="{4048BBDB-64E8-329A-A436-918D599BD79E}" dt="2026-08-31T11:49:25.274" v="15"/>
          <ac:inkMkLst>
            <pc:docMk/>
            <pc:sldMk cId="3768533247" sldId="1350"/>
            <ac:inkMk id="11" creationId="{0EE7019C-D3ED-A064-9923-C0AFEC427DC4}"/>
          </ac:inkMkLst>
        </pc:inkChg>
        <pc:inkChg chg="add del">
          <ac:chgData name="Manuel Lafond" userId="34502308-0131-479c-a52b-92567eddfa82" providerId="ADAL" clId="{4048BBDB-64E8-329A-A436-918D599BD79E}" dt="2026-08-31T11:49:25.274" v="15"/>
          <ac:inkMkLst>
            <pc:docMk/>
            <pc:sldMk cId="3768533247" sldId="1350"/>
            <ac:inkMk id="12" creationId="{661C8D31-DA6F-7A89-EA1F-EEEA654AFC32}"/>
          </ac:inkMkLst>
        </pc:inkChg>
        <pc:inkChg chg="add mod">
          <ac:chgData name="Manuel Lafond" userId="34502308-0131-479c-a52b-92567eddfa82" providerId="ADAL" clId="{4048BBDB-64E8-329A-A436-918D599BD79E}" dt="2026-08-31T11:51:39.453" v="44" actId="1076"/>
          <ac:inkMkLst>
            <pc:docMk/>
            <pc:sldMk cId="3768533247" sldId="1350"/>
            <ac:inkMk id="12" creationId="{926B78AE-1A87-3604-4A97-982BE59D3201}"/>
          </ac:inkMkLst>
        </pc:inkChg>
        <pc:inkChg chg="add del">
          <ac:chgData name="Manuel Lafond" userId="34502308-0131-479c-a52b-92567eddfa82" providerId="ADAL" clId="{4048BBDB-64E8-329A-A436-918D599BD79E}" dt="2026-08-31T11:49:25.274" v="15"/>
          <ac:inkMkLst>
            <pc:docMk/>
            <pc:sldMk cId="3768533247" sldId="1350"/>
            <ac:inkMk id="13" creationId="{72CC290D-8EA7-0F15-2B64-C397CF3CA2CA}"/>
          </ac:inkMkLst>
        </pc:inkChg>
        <pc:inkChg chg="add mod reco modStrokes">
          <ac:chgData name="Manuel Lafond" userId="34502308-0131-479c-a52b-92567eddfa82" providerId="ADAL" clId="{4048BBDB-64E8-329A-A436-918D599BD79E}" dt="2026-08-31T11:52:21.603" v="51"/>
          <ac:inkMkLst>
            <pc:docMk/>
            <pc:sldMk cId="3768533247" sldId="1350"/>
            <ac:inkMk id="14" creationId="{6F18DBC3-B105-2C94-FB6F-5DB0DB0BF912}"/>
          </ac:inkMkLst>
        </pc:inkChg>
        <pc:inkChg chg="add mod">
          <ac:chgData name="Manuel Lafond" userId="34502308-0131-479c-a52b-92567eddfa82" providerId="ADAL" clId="{4048BBDB-64E8-329A-A436-918D599BD79E}" dt="2026-08-31T11:51:39.453" v="44" actId="1076"/>
          <ac:inkMkLst>
            <pc:docMk/>
            <pc:sldMk cId="3768533247" sldId="1350"/>
            <ac:inkMk id="15" creationId="{D85A104C-07EA-B02B-E611-F200659D1DE9}"/>
          </ac:inkMkLst>
        </pc:inkChg>
        <pc:inkChg chg="add del">
          <ac:chgData name="Manuel Lafond" userId="34502308-0131-479c-a52b-92567eddfa82" providerId="ADAL" clId="{4048BBDB-64E8-329A-A436-918D599BD79E}" dt="2026-08-31T11:49:29.545" v="20"/>
          <ac:inkMkLst>
            <pc:docMk/>
            <pc:sldMk cId="3768533247" sldId="1350"/>
            <ac:inkMk id="15" creationId="{E1D06A06-9211-F870-9811-419EEFEB26C0}"/>
          </ac:inkMkLst>
        </pc:inkChg>
        <pc:inkChg chg="add del">
          <ac:chgData name="Manuel Lafond" userId="34502308-0131-479c-a52b-92567eddfa82" providerId="ADAL" clId="{4048BBDB-64E8-329A-A436-918D599BD79E}" dt="2026-08-31T11:49:29.545" v="20"/>
          <ac:inkMkLst>
            <pc:docMk/>
            <pc:sldMk cId="3768533247" sldId="1350"/>
            <ac:inkMk id="16" creationId="{CF7E5138-A713-F60C-CE73-CC262B85AB0A}"/>
          </ac:inkMkLst>
        </pc:inkChg>
        <pc:inkChg chg="add del">
          <ac:chgData name="Manuel Lafond" userId="34502308-0131-479c-a52b-92567eddfa82" providerId="ADAL" clId="{4048BBDB-64E8-329A-A436-918D599BD79E}" dt="2026-08-31T11:49:29.545" v="20"/>
          <ac:inkMkLst>
            <pc:docMk/>
            <pc:sldMk cId="3768533247" sldId="1350"/>
            <ac:inkMk id="17" creationId="{9452726D-E5B3-227B-B72D-AE8F51F025D7}"/>
          </ac:inkMkLst>
        </pc:inkChg>
        <pc:inkChg chg="add mod">
          <ac:chgData name="Manuel Lafond" userId="34502308-0131-479c-a52b-92567eddfa82" providerId="ADAL" clId="{4048BBDB-64E8-329A-A436-918D599BD79E}" dt="2026-08-31T11:51:39.453" v="44" actId="1076"/>
          <ac:inkMkLst>
            <pc:docMk/>
            <pc:sldMk cId="3768533247" sldId="1350"/>
            <ac:inkMk id="17" creationId="{DFC5F70B-3393-FA2C-EAC3-5D169216368B}"/>
          </ac:inkMkLst>
        </pc:inkChg>
        <pc:inkChg chg="add del">
          <ac:chgData name="Manuel Lafond" userId="34502308-0131-479c-a52b-92567eddfa82" providerId="ADAL" clId="{4048BBDB-64E8-329A-A436-918D599BD79E}" dt="2026-08-31T11:49:29.545" v="20"/>
          <ac:inkMkLst>
            <pc:docMk/>
            <pc:sldMk cId="3768533247" sldId="1350"/>
            <ac:inkMk id="18" creationId="{30FE311E-4E1D-5F5B-5570-1D04FF189F36}"/>
          </ac:inkMkLst>
        </pc:inkChg>
        <pc:inkChg chg="add mod reco modStrokes">
          <ac:chgData name="Manuel Lafond" userId="34502308-0131-479c-a52b-92567eddfa82" providerId="ADAL" clId="{4048BBDB-64E8-329A-A436-918D599BD79E}" dt="2026-08-31T11:52:22.732" v="52"/>
          <ac:inkMkLst>
            <pc:docMk/>
            <pc:sldMk cId="3768533247" sldId="1350"/>
            <ac:inkMk id="18" creationId="{D4D2952E-4B0B-27D0-B175-B4881F50742B}"/>
          </ac:inkMkLst>
        </pc:inkChg>
        <pc:inkChg chg="add mod reco">
          <ac:chgData name="Manuel Lafond" userId="34502308-0131-479c-a52b-92567eddfa82" providerId="ADAL" clId="{4048BBDB-64E8-329A-A436-918D599BD79E}" dt="2026-08-31T11:51:18.717" v="41" actId="1076"/>
          <ac:inkMkLst>
            <pc:docMk/>
            <pc:sldMk cId="3768533247" sldId="1350"/>
            <ac:inkMk id="19" creationId="{771CEA43-40FF-0C9F-5EF5-F010DD58C47E}"/>
          </ac:inkMkLst>
        </pc:inkChg>
        <pc:inkChg chg="add del">
          <ac:chgData name="Manuel Lafond" userId="34502308-0131-479c-a52b-92567eddfa82" providerId="ADAL" clId="{4048BBDB-64E8-329A-A436-918D599BD79E}" dt="2026-08-31T11:49:32.383" v="23"/>
          <ac:inkMkLst>
            <pc:docMk/>
            <pc:sldMk cId="3768533247" sldId="1350"/>
            <ac:inkMk id="20" creationId="{0820EDD7-5658-633C-127C-0306D4441BD9}"/>
          </ac:inkMkLst>
        </pc:inkChg>
        <pc:inkChg chg="add del mod">
          <ac:chgData name="Manuel Lafond" userId="34502308-0131-479c-a52b-92567eddfa82" providerId="ADAL" clId="{4048BBDB-64E8-329A-A436-918D599BD79E}" dt="2026-08-31T11:52:12.807" v="49" actId="1076"/>
          <ac:inkMkLst>
            <pc:docMk/>
            <pc:sldMk cId="3768533247" sldId="1350"/>
            <ac:inkMk id="21" creationId="{1734B81D-77BA-842C-7895-0D74AC8F0E34}"/>
          </ac:inkMkLst>
        </pc:inkChg>
        <pc:inkChg chg="add del">
          <ac:chgData name="Manuel Lafond" userId="34502308-0131-479c-a52b-92567eddfa82" providerId="ADAL" clId="{4048BBDB-64E8-329A-A436-918D599BD79E}" dt="2026-08-31T11:49:32.383" v="23"/>
          <ac:inkMkLst>
            <pc:docMk/>
            <pc:sldMk cId="3768533247" sldId="1350"/>
            <ac:inkMk id="21" creationId="{878887F4-9CD8-738C-79A2-43AE09F16A73}"/>
          </ac:inkMkLst>
        </pc:inkChg>
        <pc:inkChg chg="add reco">
          <ac:chgData name="Manuel Lafond" userId="34502308-0131-479c-a52b-92567eddfa82" providerId="ADAL" clId="{4048BBDB-64E8-329A-A436-918D599BD79E}" dt="2026-08-31T11:49:32.383" v="23"/>
          <ac:inkMkLst>
            <pc:docMk/>
            <pc:sldMk cId="3768533247" sldId="1350"/>
            <ac:inkMk id="22" creationId="{AA969D5C-8197-95E5-4970-C5C816B66761}"/>
          </ac:inkMkLst>
        </pc:inkChg>
        <pc:inkChg chg="add del">
          <ac:chgData name="Manuel Lafond" userId="34502308-0131-479c-a52b-92567eddfa82" providerId="ADAL" clId="{4048BBDB-64E8-329A-A436-918D599BD79E}" dt="2026-08-31T11:49:33.898" v="26"/>
          <ac:inkMkLst>
            <pc:docMk/>
            <pc:sldMk cId="3768533247" sldId="1350"/>
            <ac:inkMk id="23" creationId="{6D15F340-4F3F-B427-9AAE-715D778F7B44}"/>
          </ac:inkMkLst>
        </pc:inkChg>
        <pc:inkChg chg="add del">
          <ac:chgData name="Manuel Lafond" userId="34502308-0131-479c-a52b-92567eddfa82" providerId="ADAL" clId="{4048BBDB-64E8-329A-A436-918D599BD79E}" dt="2026-08-31T11:49:33.898" v="26"/>
          <ac:inkMkLst>
            <pc:docMk/>
            <pc:sldMk cId="3768533247" sldId="1350"/>
            <ac:inkMk id="24" creationId="{079D8568-1E3F-2F1F-2F2B-8E635E330659}"/>
          </ac:inkMkLst>
        </pc:inkChg>
        <pc:inkChg chg="add del mod">
          <ac:chgData name="Manuel Lafond" userId="34502308-0131-479c-a52b-92567eddfa82" providerId="ADAL" clId="{4048BBDB-64E8-329A-A436-918D599BD79E}" dt="2026-08-31T11:52:12.807" v="49" actId="1076"/>
          <ac:inkMkLst>
            <pc:docMk/>
            <pc:sldMk cId="3768533247" sldId="1350"/>
            <ac:inkMk id="24" creationId="{F4918374-76BF-EA1D-98B3-1197DD33A6FC}"/>
          </ac:inkMkLst>
        </pc:inkChg>
        <pc:inkChg chg="add reco">
          <ac:chgData name="Manuel Lafond" userId="34502308-0131-479c-a52b-92567eddfa82" providerId="ADAL" clId="{4048BBDB-64E8-329A-A436-918D599BD79E}" dt="2026-08-31T11:49:33.898" v="26"/>
          <ac:inkMkLst>
            <pc:docMk/>
            <pc:sldMk cId="3768533247" sldId="1350"/>
            <ac:inkMk id="25" creationId="{F18348DD-2F3D-0E7E-5D40-D32DAF447240}"/>
          </ac:inkMkLst>
        </pc:inkChg>
        <pc:inkChg chg="add del">
          <ac:chgData name="Manuel Lafond" userId="34502308-0131-479c-a52b-92567eddfa82" providerId="ADAL" clId="{4048BBDB-64E8-329A-A436-918D599BD79E}" dt="2026-08-31T11:49:35.847" v="29"/>
          <ac:inkMkLst>
            <pc:docMk/>
            <pc:sldMk cId="3768533247" sldId="1350"/>
            <ac:inkMk id="26" creationId="{7A56EDF0-E43C-3070-D2A5-81FA5C4BFA57}"/>
          </ac:inkMkLst>
        </pc:inkChg>
        <pc:inkChg chg="add del">
          <ac:chgData name="Manuel Lafond" userId="34502308-0131-479c-a52b-92567eddfa82" providerId="ADAL" clId="{4048BBDB-64E8-329A-A436-918D599BD79E}" dt="2026-08-31T11:49:35.847" v="29"/>
          <ac:inkMkLst>
            <pc:docMk/>
            <pc:sldMk cId="3768533247" sldId="1350"/>
            <ac:inkMk id="27" creationId="{5008DEC2-B4ED-CE94-8520-1155045CA9D6}"/>
          </ac:inkMkLst>
        </pc:inkChg>
        <pc:inkChg chg="add del mod">
          <ac:chgData name="Manuel Lafond" userId="34502308-0131-479c-a52b-92567eddfa82" providerId="ADAL" clId="{4048BBDB-64E8-329A-A436-918D599BD79E}" dt="2026-08-31T11:52:12.807" v="49" actId="1076"/>
          <ac:inkMkLst>
            <pc:docMk/>
            <pc:sldMk cId="3768533247" sldId="1350"/>
            <ac:inkMk id="27" creationId="{D4EAA1EE-D26F-759E-7192-005504B7C311}"/>
          </ac:inkMkLst>
        </pc:inkChg>
        <pc:inkChg chg="add reco">
          <ac:chgData name="Manuel Lafond" userId="34502308-0131-479c-a52b-92567eddfa82" providerId="ADAL" clId="{4048BBDB-64E8-329A-A436-918D599BD79E}" dt="2026-08-31T11:49:35.847" v="29"/>
          <ac:inkMkLst>
            <pc:docMk/>
            <pc:sldMk cId="3768533247" sldId="1350"/>
            <ac:inkMk id="28" creationId="{E756E9A7-E5BB-0BD7-A7FC-7209AD8278E0}"/>
          </ac:inkMkLst>
        </pc:inkChg>
        <pc:inkChg chg="add del">
          <ac:chgData name="Manuel Lafond" userId="34502308-0131-479c-a52b-92567eddfa82" providerId="ADAL" clId="{4048BBDB-64E8-329A-A436-918D599BD79E}" dt="2026-08-31T11:49:51.654" v="33"/>
          <ac:inkMkLst>
            <pc:docMk/>
            <pc:sldMk cId="3768533247" sldId="1350"/>
            <ac:inkMk id="29" creationId="{EA5B53E3-9046-6381-0F14-8BF1A9E61D28}"/>
          </ac:inkMkLst>
        </pc:inkChg>
        <pc:inkChg chg="add del">
          <ac:chgData name="Manuel Lafond" userId="34502308-0131-479c-a52b-92567eddfa82" providerId="ADAL" clId="{4048BBDB-64E8-329A-A436-918D599BD79E}" dt="2026-08-31T11:49:51.654" v="33"/>
          <ac:inkMkLst>
            <pc:docMk/>
            <pc:sldMk cId="3768533247" sldId="1350"/>
            <ac:inkMk id="30" creationId="{23FB3C79-0AB3-73F7-C3BF-D30D5198EB0D}"/>
          </ac:inkMkLst>
        </pc:inkChg>
        <pc:inkChg chg="add mod">
          <ac:chgData name="Manuel Lafond" userId="34502308-0131-479c-a52b-92567eddfa82" providerId="ADAL" clId="{4048BBDB-64E8-329A-A436-918D599BD79E}" dt="2026-08-31T11:52:12.807" v="49" actId="1076"/>
          <ac:inkMkLst>
            <pc:docMk/>
            <pc:sldMk cId="3768533247" sldId="1350"/>
            <ac:inkMk id="30" creationId="{E5E7CE8C-952B-1789-265F-2D4F4456F72C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1" creationId="{35C21D3D-730E-1EB9-71BE-0EEEF626D207}"/>
          </ac:inkMkLst>
        </pc:inkChg>
        <pc:inkChg chg="add mod reco">
          <ac:chgData name="Manuel Lafond" userId="34502308-0131-479c-a52b-92567eddfa82" providerId="ADAL" clId="{4048BBDB-64E8-329A-A436-918D599BD79E}" dt="2026-08-31T11:51:18.717" v="41" actId="1076"/>
          <ac:inkMkLst>
            <pc:docMk/>
            <pc:sldMk cId="3768533247" sldId="1350"/>
            <ac:inkMk id="32" creationId="{D2B1E23A-04E7-75D2-D28B-73DEFE65E0F2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3" creationId="{189D6E66-0D9E-74C2-7726-FD382ED16DE5}"/>
          </ac:inkMkLst>
        </pc:inkChg>
        <pc:inkChg chg="add mod modStrokes">
          <ac:chgData name="Manuel Lafond" userId="34502308-0131-479c-a52b-92567eddfa82" providerId="ADAL" clId="{4048BBDB-64E8-329A-A436-918D599BD79E}" dt="2026-08-31T11:52:23.679" v="53"/>
          <ac:inkMkLst>
            <pc:docMk/>
            <pc:sldMk cId="3768533247" sldId="1350"/>
            <ac:inkMk id="33" creationId="{9305E500-66F2-B241-9A3A-74D0312F277E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4" creationId="{DE7DEDAD-72E9-A212-47FD-394CB26ED2C5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5" creationId="{8E2E3D0F-6DD9-1EF6-FC95-CCA1C7E83D71}"/>
          </ac:inkMkLst>
        </pc:inkChg>
        <pc:inkChg chg="add del">
          <ac:chgData name="Manuel Lafond" userId="34502308-0131-479c-a52b-92567eddfa82" providerId="ADAL" clId="{4048BBDB-64E8-329A-A436-918D599BD79E}" dt="2026-08-31T11:52:02.136" v="48" actId="22"/>
          <ac:inkMkLst>
            <pc:docMk/>
            <pc:sldMk cId="3768533247" sldId="1350"/>
            <ac:inkMk id="35" creationId="{DD51609A-D987-0C4A-A6C1-070158FF70AF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6" creationId="{71F59A0D-164F-30FC-0BE6-F62920D0C19F}"/>
          </ac:inkMkLst>
        </pc:inkChg>
        <pc:inkChg chg="add">
          <ac:chgData name="Manuel Lafond" userId="34502308-0131-479c-a52b-92567eddfa82" providerId="ADAL" clId="{4048BBDB-64E8-329A-A436-918D599BD79E}" dt="2026-08-31T11:52:00.523" v="46" actId="22"/>
          <ac:inkMkLst>
            <pc:docMk/>
            <pc:sldMk cId="3768533247" sldId="1350"/>
            <ac:inkMk id="37" creationId="{A2F531D6-5C4D-6765-9868-4531F320E02F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7" creationId="{D972D551-27E5-FD2A-0C37-D02007BEA353}"/>
          </ac:inkMkLst>
        </pc:inkChg>
        <pc:inkChg chg="add del">
          <ac:chgData name="Manuel Lafond" userId="34502308-0131-479c-a52b-92567eddfa82" providerId="ADAL" clId="{4048BBDB-64E8-329A-A436-918D599BD79E}" dt="2026-08-31T11:49:55.070" v="40"/>
          <ac:inkMkLst>
            <pc:docMk/>
            <pc:sldMk cId="3768533247" sldId="1350"/>
            <ac:inkMk id="38" creationId="{B6EFFF9F-2ACC-51A7-65D6-8B8662D74FAC}"/>
          </ac:inkMkLst>
        </pc:inkChg>
        <pc:inkChg chg="add mod reco">
          <ac:chgData name="Manuel Lafond" userId="34502308-0131-479c-a52b-92567eddfa82" providerId="ADAL" clId="{4048BBDB-64E8-329A-A436-918D599BD79E}" dt="2026-08-31T11:51:18.717" v="41" actId="1076"/>
          <ac:inkMkLst>
            <pc:docMk/>
            <pc:sldMk cId="3768533247" sldId="1350"/>
            <ac:inkMk id="39" creationId="{88B1851A-AEC0-72B2-B573-176550E11ABF}"/>
          </ac:inkMkLst>
        </pc:inkChg>
        <pc:inkChg chg="add mod reco">
          <ac:chgData name="Manuel Lafond" userId="34502308-0131-479c-a52b-92567eddfa82" providerId="ADAL" clId="{4048BBDB-64E8-329A-A436-918D599BD79E}" dt="2026-08-31T11:51:18.717" v="41" actId="1076"/>
          <ac:inkMkLst>
            <pc:docMk/>
            <pc:sldMk cId="3768533247" sldId="1350"/>
            <ac:inkMk id="40" creationId="{1F64AA87-3AC3-5F0A-DFE3-0D63EDD72F49}"/>
          </ac:inkMkLst>
        </pc:inkChg>
        <pc:inkChg chg="add mod reco">
          <ac:chgData name="Manuel Lafond" userId="34502308-0131-479c-a52b-92567eddfa82" providerId="ADAL" clId="{4048BBDB-64E8-329A-A436-918D599BD79E}" dt="2026-08-31T11:51:18.717" v="41" actId="1076"/>
          <ac:inkMkLst>
            <pc:docMk/>
            <pc:sldMk cId="3768533247" sldId="1350"/>
            <ac:inkMk id="41" creationId="{35D18339-2F41-06AE-0269-0026E232C7E2}"/>
          </ac:inkMkLst>
        </pc:inkChg>
        <pc:inkChg chg="add del">
          <ac:chgData name="Manuel Lafond" userId="34502308-0131-479c-a52b-92567eddfa82" providerId="ADAL" clId="{4048BBDB-64E8-329A-A436-918D599BD79E}" dt="2026-08-31T11:52:02.136" v="48" actId="22"/>
          <ac:inkMkLst>
            <pc:docMk/>
            <pc:sldMk cId="3768533247" sldId="1350"/>
            <ac:inkMk id="42" creationId="{1F59F7AD-E73C-D7B1-4523-99968CF98468}"/>
          </ac:inkMkLst>
        </pc:inkChg>
        <pc:inkChg chg="add del">
          <ac:chgData name="Manuel Lafond" userId="34502308-0131-479c-a52b-92567eddfa82" providerId="ADAL" clId="{4048BBDB-64E8-329A-A436-918D599BD79E}" dt="2026-08-31T11:52:02.136" v="48" actId="22"/>
          <ac:inkMkLst>
            <pc:docMk/>
            <pc:sldMk cId="3768533247" sldId="1350"/>
            <ac:inkMk id="44" creationId="{47BAD2D8-F7D5-D35C-7F40-241FD1A2C668}"/>
          </ac:inkMkLst>
        </pc:inkChg>
        <pc:inkChg chg="add">
          <ac:chgData name="Manuel Lafond" userId="34502308-0131-479c-a52b-92567eddfa82" providerId="ADAL" clId="{4048BBDB-64E8-329A-A436-918D599BD79E}" dt="2026-08-31T11:52:00.523" v="46" actId="22"/>
          <ac:inkMkLst>
            <pc:docMk/>
            <pc:sldMk cId="3768533247" sldId="1350"/>
            <ac:inkMk id="46" creationId="{C2365E98-69D3-F111-DD87-3FC457D7861E}"/>
          </ac:inkMkLst>
        </pc:inkChg>
        <pc:inkChg chg="add reco">
          <ac:chgData name="Manuel Lafond" userId="34502308-0131-479c-a52b-92567eddfa82" providerId="ADAL" clId="{4048BBDB-64E8-329A-A436-918D599BD79E}" dt="2026-08-31T11:52:01.062" v="47"/>
          <ac:inkMkLst>
            <pc:docMk/>
            <pc:sldMk cId="3768533247" sldId="1350"/>
            <ac:inkMk id="47" creationId="{20B5F957-0F25-5711-A5EF-20B4A4BCFA00}"/>
          </ac:inkMkLst>
        </pc:inkChg>
        <pc:inkChg chg="del reco">
          <ac:chgData name="Manuel Lafond" userId="34502308-0131-479c-a52b-92567eddfa82" providerId="ADAL" clId="{4048BBDB-64E8-329A-A436-918D599BD79E}" dt="2026-08-31T11:52:02.136" v="48" actId="22"/>
          <ac:inkMkLst>
            <pc:docMk/>
            <pc:sldMk cId="3768533247" sldId="1350"/>
            <ac:inkMk id="48" creationId="{5F4D2E44-217D-0AC7-B5C8-4D7675FAA02B}"/>
          </ac:inkMkLst>
        </pc:inkChg>
        <pc:inkChg chg="add del reco">
          <ac:chgData name="Manuel Lafond" userId="34502308-0131-479c-a52b-92567eddfa82" providerId="ADAL" clId="{4048BBDB-64E8-329A-A436-918D599BD79E}" dt="2026-08-31T11:52:02.136" v="48" actId="22"/>
          <ac:inkMkLst>
            <pc:docMk/>
            <pc:sldMk cId="3768533247" sldId="1350"/>
            <ac:inkMk id="49" creationId="{2F4365F8-7733-9C80-307C-72A2C6DFCC0D}"/>
          </ac:inkMkLst>
        </pc:inkChg>
        <pc:inkChg chg="add del reco">
          <ac:chgData name="Manuel Lafond" userId="34502308-0131-479c-a52b-92567eddfa82" providerId="ADAL" clId="{4048BBDB-64E8-329A-A436-918D599BD79E}" dt="2026-08-31T11:52:02.136" v="48" actId="22"/>
          <ac:inkMkLst>
            <pc:docMk/>
            <pc:sldMk cId="3768533247" sldId="1350"/>
            <ac:inkMk id="50" creationId="{A6021B20-87C3-2277-7CAE-A7B70421E0F3}"/>
          </ac:inkMkLst>
        </pc:inkChg>
        <pc:inkChg chg="add reco">
          <ac:chgData name="Manuel Lafond" userId="34502308-0131-479c-a52b-92567eddfa82" providerId="ADAL" clId="{4048BBDB-64E8-329A-A436-918D599BD79E}" dt="2026-08-31T11:52:01.062" v="47"/>
          <ac:inkMkLst>
            <pc:docMk/>
            <pc:sldMk cId="3768533247" sldId="1350"/>
            <ac:inkMk id="51" creationId="{CF419578-F23F-F3DA-5286-D6FE30E3D63B}"/>
          </ac:inkMkLst>
        </pc:inkChg>
        <pc:inkChg chg="add">
          <ac:chgData name="Manuel Lafond" userId="34502308-0131-479c-a52b-92567eddfa82" providerId="ADAL" clId="{4048BBDB-64E8-329A-A436-918D599BD79E}" dt="2026-08-31T11:52:16.970" v="50" actId="22"/>
          <ac:inkMkLst>
            <pc:docMk/>
            <pc:sldMk cId="3768533247" sldId="1350"/>
            <ac:inkMk id="53" creationId="{931BDD94-CD6F-3A16-0664-0AD65E1680D7}"/>
          </ac:inkMkLst>
        </pc:inkChg>
        <pc:inkChg chg="add">
          <ac:chgData name="Manuel Lafond" userId="34502308-0131-479c-a52b-92567eddfa82" providerId="ADAL" clId="{4048BBDB-64E8-329A-A436-918D599BD79E}" dt="2026-08-31T11:52:16.970" v="50" actId="22"/>
          <ac:inkMkLst>
            <pc:docMk/>
            <pc:sldMk cId="3768533247" sldId="1350"/>
            <ac:inkMk id="55" creationId="{8611396B-99C3-8D9B-97C9-08BDC657239C}"/>
          </ac:inkMkLst>
        </pc:inkChg>
        <pc:inkChg chg="add">
          <ac:chgData name="Manuel Lafond" userId="34502308-0131-479c-a52b-92567eddfa82" providerId="ADAL" clId="{4048BBDB-64E8-329A-A436-918D599BD79E}" dt="2026-08-31T11:52:16.970" v="50" actId="22"/>
          <ac:inkMkLst>
            <pc:docMk/>
            <pc:sldMk cId="3768533247" sldId="1350"/>
            <ac:inkMk id="57" creationId="{82C0A232-ECEF-E011-A6DF-02FB7982CAB4}"/>
          </ac:inkMkLst>
        </pc:inkChg>
        <pc:inkChg chg="add">
          <ac:chgData name="Manuel Lafond" userId="34502308-0131-479c-a52b-92567eddfa82" providerId="ADAL" clId="{4048BBDB-64E8-329A-A436-918D599BD79E}" dt="2026-08-31T11:52:16.970" v="50" actId="22"/>
          <ac:inkMkLst>
            <pc:docMk/>
            <pc:sldMk cId="3768533247" sldId="1350"/>
            <ac:inkMk id="59" creationId="{27C089CF-D14F-CB69-E003-3B4C4D972908}"/>
          </ac:inkMkLst>
        </pc:inkChg>
        <pc:inkChg chg="add">
          <ac:chgData name="Manuel Lafond" userId="34502308-0131-479c-a52b-92567eddfa82" providerId="ADAL" clId="{4048BBDB-64E8-329A-A436-918D599BD79E}" dt="2026-08-31T11:52:16.970" v="50" actId="22"/>
          <ac:inkMkLst>
            <pc:docMk/>
            <pc:sldMk cId="3768533247" sldId="1350"/>
            <ac:inkMk id="61" creationId="{0FE7CA3A-B26D-EDBD-5BB1-DB43D5ED5306}"/>
          </ac:inkMkLst>
        </pc:inkChg>
        <pc:inkChg chg="add del">
          <ac:chgData name="Manuel Lafond" userId="34502308-0131-479c-a52b-92567eddfa82" providerId="ADAL" clId="{4048BBDB-64E8-329A-A436-918D599BD79E}" dt="2026-08-31T11:52:31.919" v="56"/>
          <ac:inkMkLst>
            <pc:docMk/>
            <pc:sldMk cId="3768533247" sldId="1350"/>
            <ac:inkMk id="62" creationId="{CD5D7826-1246-E988-9C72-0048CEDD32F1}"/>
          </ac:inkMkLst>
        </pc:inkChg>
        <pc:inkChg chg="add del">
          <ac:chgData name="Manuel Lafond" userId="34502308-0131-479c-a52b-92567eddfa82" providerId="ADAL" clId="{4048BBDB-64E8-329A-A436-918D599BD79E}" dt="2026-08-31T11:52:31.919" v="56"/>
          <ac:inkMkLst>
            <pc:docMk/>
            <pc:sldMk cId="3768533247" sldId="1350"/>
            <ac:inkMk id="63" creationId="{1EFF93DC-DC8B-7DB9-7E49-53BC1EDA3744}"/>
          </ac:inkMkLst>
        </pc:inkChg>
        <pc:inkChg chg="add reco">
          <ac:chgData name="Manuel Lafond" userId="34502308-0131-479c-a52b-92567eddfa82" providerId="ADAL" clId="{4048BBDB-64E8-329A-A436-918D599BD79E}" dt="2026-08-31T11:52:31.919" v="56"/>
          <ac:inkMkLst>
            <pc:docMk/>
            <pc:sldMk cId="3768533247" sldId="1350"/>
            <ac:inkMk id="64" creationId="{CDD0C8DC-B990-FC39-6CE6-F5B6E57EADAD}"/>
          </ac:inkMkLst>
        </pc:inkChg>
        <pc:inkChg chg="add del">
          <ac:chgData name="Manuel Lafond" userId="34502308-0131-479c-a52b-92567eddfa82" providerId="ADAL" clId="{4048BBDB-64E8-329A-A436-918D599BD79E}" dt="2026-08-31T11:52:38.778" v="59"/>
          <ac:inkMkLst>
            <pc:docMk/>
            <pc:sldMk cId="3768533247" sldId="1350"/>
            <ac:inkMk id="65" creationId="{BAD2BEE3-C2EC-E5C6-8C3E-66EFBD97571B}"/>
          </ac:inkMkLst>
        </pc:inkChg>
        <pc:inkChg chg="add del">
          <ac:chgData name="Manuel Lafond" userId="34502308-0131-479c-a52b-92567eddfa82" providerId="ADAL" clId="{4048BBDB-64E8-329A-A436-918D599BD79E}" dt="2026-08-31T11:52:38.778" v="59"/>
          <ac:inkMkLst>
            <pc:docMk/>
            <pc:sldMk cId="3768533247" sldId="1350"/>
            <ac:inkMk id="66" creationId="{7B9E8801-6E95-9F42-E9F1-756CEFE7789A}"/>
          </ac:inkMkLst>
        </pc:inkChg>
        <pc:inkChg chg="add reco">
          <ac:chgData name="Manuel Lafond" userId="34502308-0131-479c-a52b-92567eddfa82" providerId="ADAL" clId="{4048BBDB-64E8-329A-A436-918D599BD79E}" dt="2026-08-31T11:52:38.778" v="59"/>
          <ac:inkMkLst>
            <pc:docMk/>
            <pc:sldMk cId="3768533247" sldId="1350"/>
            <ac:inkMk id="67" creationId="{9AF28ADD-0C3A-2947-EDC5-6B7D4ED8B54B}"/>
          </ac:inkMkLst>
        </pc:inkChg>
        <pc:inkChg chg="add del">
          <ac:chgData name="Manuel Lafond" userId="34502308-0131-479c-a52b-92567eddfa82" providerId="ADAL" clId="{4048BBDB-64E8-329A-A436-918D599BD79E}" dt="2026-08-31T11:52:47.020" v="61"/>
          <ac:inkMkLst>
            <pc:docMk/>
            <pc:sldMk cId="3768533247" sldId="1350"/>
            <ac:inkMk id="68" creationId="{90051C49-0A0B-6FC2-97A4-77FAFEDED15C}"/>
          </ac:inkMkLst>
        </pc:inkChg>
      </pc:sldChg>
      <pc:sldChg chg="add">
        <pc:chgData name="Manuel Lafond" userId="34502308-0131-479c-a52b-92567eddfa82" providerId="ADAL" clId="{4048BBDB-64E8-329A-A436-918D599BD79E}" dt="2026-08-31T11:48:49.019" v="0" actId="22"/>
        <pc:sldMkLst>
          <pc:docMk/>
          <pc:sldMk cId="1709058735" sldId="1354"/>
        </pc:sldMkLst>
      </pc:sldChg>
      <pc:sldChg chg="addSp delSp modSp add del mod">
        <pc:chgData name="Manuel Lafond" userId="34502308-0131-479c-a52b-92567eddfa82" providerId="ADAL" clId="{4048BBDB-64E8-329A-A436-918D599BD79E}" dt="2026-08-31T12:00:37.867" v="151" actId="2696"/>
        <pc:sldMkLst>
          <pc:docMk/>
          <pc:sldMk cId="3353285703" sldId="1355"/>
        </pc:sldMkLst>
        <pc:spChg chg="del">
          <ac:chgData name="Manuel Lafond" userId="34502308-0131-479c-a52b-92567eddfa82" providerId="ADAL" clId="{4048BBDB-64E8-329A-A436-918D599BD79E}" dt="2026-08-31T11:53:52.503" v="65" actId="478"/>
          <ac:spMkLst>
            <pc:docMk/>
            <pc:sldMk cId="3353285703" sldId="1355"/>
            <ac:spMk id="3" creationId="{6E4E5845-C804-9965-C847-D8BE26B4E1AB}"/>
          </ac:spMkLst>
        </pc:spChg>
        <pc:spChg chg="add del mod">
          <ac:chgData name="Manuel Lafond" userId="34502308-0131-479c-a52b-92567eddfa82" providerId="ADAL" clId="{4048BBDB-64E8-329A-A436-918D599BD79E}" dt="2026-08-31T11:53:57.138" v="66" actId="478"/>
          <ac:spMkLst>
            <pc:docMk/>
            <pc:sldMk cId="3353285703" sldId="1355"/>
            <ac:spMk id="4" creationId="{319E4ED9-EFA7-442D-C133-0EDB623F364B}"/>
          </ac:spMkLst>
        </pc:spChg>
        <pc:inkChg chg="add del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5" creationId="{F052D4C0-6FFC-393E-944A-A409BF1B3E3B}"/>
          </ac:inkMkLst>
        </pc:inkChg>
        <pc:inkChg chg="add del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6" creationId="{130ACF0D-0A06-9B4B-B360-20B63FC88D31}"/>
          </ac:inkMkLst>
        </pc:inkChg>
        <pc:inkChg chg="add del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7" creationId="{B8911BC4-0D5B-3F9A-9AAC-A20658737C2C}"/>
          </ac:inkMkLst>
        </pc:inkChg>
        <pc:inkChg chg="add del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8" creationId="{2C511669-DBB4-4266-5471-1289A0DA1272}"/>
          </ac:inkMkLst>
        </pc:inkChg>
        <pc:inkChg chg="add del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9" creationId="{18C068F6-EF9D-9203-17C5-0E3314A46944}"/>
          </ac:inkMkLst>
        </pc:inkChg>
        <pc:inkChg chg="add del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10" creationId="{5B354DFA-C638-663A-7656-04A16F52CF8F}"/>
          </ac:inkMkLst>
        </pc:inkChg>
        <pc:inkChg chg="add reco">
          <ac:chgData name="Manuel Lafond" userId="34502308-0131-479c-a52b-92567eddfa82" providerId="ADAL" clId="{4048BBDB-64E8-329A-A436-918D599BD79E}" dt="2026-08-31T11:55:14.048" v="73"/>
          <ac:inkMkLst>
            <pc:docMk/>
            <pc:sldMk cId="3353285703" sldId="1355"/>
            <ac:inkMk id="11" creationId="{AA319FD6-7FB4-EB6E-0B62-AE811DAB994E}"/>
          </ac:inkMkLst>
        </pc:inkChg>
        <pc:inkChg chg="add">
          <ac:chgData name="Manuel Lafond" userId="34502308-0131-479c-a52b-92567eddfa82" providerId="ADAL" clId="{4048BBDB-64E8-329A-A436-918D599BD79E}" dt="2026-08-31T11:55:29.386" v="74"/>
          <ac:inkMkLst>
            <pc:docMk/>
            <pc:sldMk cId="3353285703" sldId="1355"/>
            <ac:inkMk id="12" creationId="{4FF5E810-7D81-75BF-253F-BA711A1961BA}"/>
          </ac:inkMkLst>
        </pc:inkChg>
        <pc:inkChg chg="add">
          <ac:chgData name="Manuel Lafond" userId="34502308-0131-479c-a52b-92567eddfa82" providerId="ADAL" clId="{4048BBDB-64E8-329A-A436-918D599BD79E}" dt="2026-08-31T11:55:32.698" v="75"/>
          <ac:inkMkLst>
            <pc:docMk/>
            <pc:sldMk cId="3353285703" sldId="1355"/>
            <ac:inkMk id="13" creationId="{9EF8E116-1CFB-C81D-7D04-3C76B19E28A6}"/>
          </ac:inkMkLst>
        </pc:inkChg>
        <pc:inkChg chg="add del">
          <ac:chgData name="Manuel Lafond" userId="34502308-0131-479c-a52b-92567eddfa82" providerId="ADAL" clId="{4048BBDB-64E8-329A-A436-918D599BD79E}" dt="2026-08-31T11:55:43.310" v="79"/>
          <ac:inkMkLst>
            <pc:docMk/>
            <pc:sldMk cId="3353285703" sldId="1355"/>
            <ac:inkMk id="14" creationId="{8A325D36-F60E-0B77-C6E5-1E5548A39C83}"/>
          </ac:inkMkLst>
        </pc:inkChg>
        <pc:inkChg chg="add del">
          <ac:chgData name="Manuel Lafond" userId="34502308-0131-479c-a52b-92567eddfa82" providerId="ADAL" clId="{4048BBDB-64E8-329A-A436-918D599BD79E}" dt="2026-08-31T11:55:43.310" v="79"/>
          <ac:inkMkLst>
            <pc:docMk/>
            <pc:sldMk cId="3353285703" sldId="1355"/>
            <ac:inkMk id="15" creationId="{D85837EF-AE13-0B87-7D7C-FD40A6BC213C}"/>
          </ac:inkMkLst>
        </pc:inkChg>
        <pc:inkChg chg="add del">
          <ac:chgData name="Manuel Lafond" userId="34502308-0131-479c-a52b-92567eddfa82" providerId="ADAL" clId="{4048BBDB-64E8-329A-A436-918D599BD79E}" dt="2026-08-31T11:55:43.310" v="79"/>
          <ac:inkMkLst>
            <pc:docMk/>
            <pc:sldMk cId="3353285703" sldId="1355"/>
            <ac:inkMk id="16" creationId="{C2428CF2-FEA6-0CF7-EE79-5367A8C265CC}"/>
          </ac:inkMkLst>
        </pc:inkChg>
        <pc:inkChg chg="add reco">
          <ac:chgData name="Manuel Lafond" userId="34502308-0131-479c-a52b-92567eddfa82" providerId="ADAL" clId="{4048BBDB-64E8-329A-A436-918D599BD79E}" dt="2026-08-31T11:55:43.310" v="79"/>
          <ac:inkMkLst>
            <pc:docMk/>
            <pc:sldMk cId="3353285703" sldId="1355"/>
            <ac:inkMk id="17" creationId="{A310D5DA-CFE0-19DB-DC0D-B25B79D2481A}"/>
          </ac:inkMkLst>
        </pc:inkChg>
        <pc:inkChg chg="add">
          <ac:chgData name="Manuel Lafond" userId="34502308-0131-479c-a52b-92567eddfa82" providerId="ADAL" clId="{4048BBDB-64E8-329A-A436-918D599BD79E}" dt="2026-08-31T11:55:44.896" v="80"/>
          <ac:inkMkLst>
            <pc:docMk/>
            <pc:sldMk cId="3353285703" sldId="1355"/>
            <ac:inkMk id="18" creationId="{64E3076B-6EAD-D19B-6E01-54AD1247E6ED}"/>
          </ac:inkMkLst>
        </pc:inkChg>
        <pc:inkChg chg="add del">
          <ac:chgData name="Manuel Lafond" userId="34502308-0131-479c-a52b-92567eddfa82" providerId="ADAL" clId="{4048BBDB-64E8-329A-A436-918D599BD79E}" dt="2026-08-31T11:55:50.763" v="83"/>
          <ac:inkMkLst>
            <pc:docMk/>
            <pc:sldMk cId="3353285703" sldId="1355"/>
            <ac:inkMk id="19" creationId="{B53AFDB5-FAD2-168D-1017-B71B5BEE9C51}"/>
          </ac:inkMkLst>
        </pc:inkChg>
        <pc:inkChg chg="add del">
          <ac:chgData name="Manuel Lafond" userId="34502308-0131-479c-a52b-92567eddfa82" providerId="ADAL" clId="{4048BBDB-64E8-329A-A436-918D599BD79E}" dt="2026-08-31T11:55:50.763" v="83"/>
          <ac:inkMkLst>
            <pc:docMk/>
            <pc:sldMk cId="3353285703" sldId="1355"/>
            <ac:inkMk id="20" creationId="{099494BD-8275-FB15-087C-79804E4DF5D8}"/>
          </ac:inkMkLst>
        </pc:inkChg>
        <pc:inkChg chg="add reco">
          <ac:chgData name="Manuel Lafond" userId="34502308-0131-479c-a52b-92567eddfa82" providerId="ADAL" clId="{4048BBDB-64E8-329A-A436-918D599BD79E}" dt="2026-08-31T11:55:50.763" v="83"/>
          <ac:inkMkLst>
            <pc:docMk/>
            <pc:sldMk cId="3353285703" sldId="1355"/>
            <ac:inkMk id="21" creationId="{25699E43-F1D7-3520-7822-7C93F8E1ADAA}"/>
          </ac:inkMkLst>
        </pc:inkChg>
        <pc:inkChg chg="add del">
          <ac:chgData name="Manuel Lafond" userId="34502308-0131-479c-a52b-92567eddfa82" providerId="ADAL" clId="{4048BBDB-64E8-329A-A436-918D599BD79E}" dt="2026-08-31T11:55:55.242" v="86"/>
          <ac:inkMkLst>
            <pc:docMk/>
            <pc:sldMk cId="3353285703" sldId="1355"/>
            <ac:inkMk id="22" creationId="{026D3719-FEF6-F035-FA8D-EFD12C88FFBA}"/>
          </ac:inkMkLst>
        </pc:inkChg>
        <pc:inkChg chg="add del">
          <ac:chgData name="Manuel Lafond" userId="34502308-0131-479c-a52b-92567eddfa82" providerId="ADAL" clId="{4048BBDB-64E8-329A-A436-918D599BD79E}" dt="2026-08-31T11:55:55.242" v="86"/>
          <ac:inkMkLst>
            <pc:docMk/>
            <pc:sldMk cId="3353285703" sldId="1355"/>
            <ac:inkMk id="23" creationId="{21BB46EF-8024-0E6F-D388-2DFEF92F5CDE}"/>
          </ac:inkMkLst>
        </pc:inkChg>
        <pc:inkChg chg="add reco">
          <ac:chgData name="Manuel Lafond" userId="34502308-0131-479c-a52b-92567eddfa82" providerId="ADAL" clId="{4048BBDB-64E8-329A-A436-918D599BD79E}" dt="2026-08-31T11:55:55.242" v="86"/>
          <ac:inkMkLst>
            <pc:docMk/>
            <pc:sldMk cId="3353285703" sldId="1355"/>
            <ac:inkMk id="24" creationId="{0A571688-065D-360C-5589-58F86EC3D8C4}"/>
          </ac:inkMkLst>
        </pc:inkChg>
        <pc:inkChg chg="add del">
          <ac:chgData name="Manuel Lafond" userId="34502308-0131-479c-a52b-92567eddfa82" providerId="ADAL" clId="{4048BBDB-64E8-329A-A436-918D599BD79E}" dt="2026-08-31T11:56:13.812" v="89"/>
          <ac:inkMkLst>
            <pc:docMk/>
            <pc:sldMk cId="3353285703" sldId="1355"/>
            <ac:inkMk id="25" creationId="{05B66C0B-9E39-D8C2-25A6-83979A664407}"/>
          </ac:inkMkLst>
        </pc:inkChg>
        <pc:inkChg chg="add del">
          <ac:chgData name="Manuel Lafond" userId="34502308-0131-479c-a52b-92567eddfa82" providerId="ADAL" clId="{4048BBDB-64E8-329A-A436-918D599BD79E}" dt="2026-08-31T11:56:13.812" v="89"/>
          <ac:inkMkLst>
            <pc:docMk/>
            <pc:sldMk cId="3353285703" sldId="1355"/>
            <ac:inkMk id="26" creationId="{FBEC3401-9136-2245-A869-F78326CDAA0A}"/>
          </ac:inkMkLst>
        </pc:inkChg>
        <pc:inkChg chg="add reco">
          <ac:chgData name="Manuel Lafond" userId="34502308-0131-479c-a52b-92567eddfa82" providerId="ADAL" clId="{4048BBDB-64E8-329A-A436-918D599BD79E}" dt="2026-08-31T11:56:13.812" v="89"/>
          <ac:inkMkLst>
            <pc:docMk/>
            <pc:sldMk cId="3353285703" sldId="1355"/>
            <ac:inkMk id="27" creationId="{2C3DF63F-FF55-C701-BA24-81E41972E7DB}"/>
          </ac:inkMkLst>
        </pc:inkChg>
        <pc:inkChg chg="add del">
          <ac:chgData name="Manuel Lafond" userId="34502308-0131-479c-a52b-92567eddfa82" providerId="ADAL" clId="{4048BBDB-64E8-329A-A436-918D599BD79E}" dt="2026-08-31T11:56:19.379" v="93"/>
          <ac:inkMkLst>
            <pc:docMk/>
            <pc:sldMk cId="3353285703" sldId="1355"/>
            <ac:inkMk id="28" creationId="{5C40C673-392A-305A-47A3-834044716623}"/>
          </ac:inkMkLst>
        </pc:inkChg>
        <pc:inkChg chg="add del">
          <ac:chgData name="Manuel Lafond" userId="34502308-0131-479c-a52b-92567eddfa82" providerId="ADAL" clId="{4048BBDB-64E8-329A-A436-918D599BD79E}" dt="2026-08-31T11:56:19.379" v="93"/>
          <ac:inkMkLst>
            <pc:docMk/>
            <pc:sldMk cId="3353285703" sldId="1355"/>
            <ac:inkMk id="29" creationId="{40A149C1-F77D-4A40-DC3C-9D7192538E83}"/>
          </ac:inkMkLst>
        </pc:inkChg>
        <pc:inkChg chg="add del">
          <ac:chgData name="Manuel Lafond" userId="34502308-0131-479c-a52b-92567eddfa82" providerId="ADAL" clId="{4048BBDB-64E8-329A-A436-918D599BD79E}" dt="2026-08-31T11:56:19.379" v="93"/>
          <ac:inkMkLst>
            <pc:docMk/>
            <pc:sldMk cId="3353285703" sldId="1355"/>
            <ac:inkMk id="30" creationId="{00B8B555-580D-45C6-7563-CF85ACC15323}"/>
          </ac:inkMkLst>
        </pc:inkChg>
        <pc:inkChg chg="add reco">
          <ac:chgData name="Manuel Lafond" userId="34502308-0131-479c-a52b-92567eddfa82" providerId="ADAL" clId="{4048BBDB-64E8-329A-A436-918D599BD79E}" dt="2026-08-31T11:56:19.379" v="93"/>
          <ac:inkMkLst>
            <pc:docMk/>
            <pc:sldMk cId="3353285703" sldId="1355"/>
            <ac:inkMk id="31" creationId="{89AC5A13-54B1-01DA-56AA-EEAC28C0528B}"/>
          </ac:inkMkLst>
        </pc:inkChg>
        <pc:inkChg chg="add del">
          <ac:chgData name="Manuel Lafond" userId="34502308-0131-479c-a52b-92567eddfa82" providerId="ADAL" clId="{4048BBDB-64E8-329A-A436-918D599BD79E}" dt="2026-08-31T11:56:22.593" v="97"/>
          <ac:inkMkLst>
            <pc:docMk/>
            <pc:sldMk cId="3353285703" sldId="1355"/>
            <ac:inkMk id="32" creationId="{176788EF-CDD1-988E-64B4-EC7822A67F7A}"/>
          </ac:inkMkLst>
        </pc:inkChg>
        <pc:inkChg chg="add del">
          <ac:chgData name="Manuel Lafond" userId="34502308-0131-479c-a52b-92567eddfa82" providerId="ADAL" clId="{4048BBDB-64E8-329A-A436-918D599BD79E}" dt="2026-08-31T11:56:22.593" v="97"/>
          <ac:inkMkLst>
            <pc:docMk/>
            <pc:sldMk cId="3353285703" sldId="1355"/>
            <ac:inkMk id="33" creationId="{AC49CF2B-E65D-8F8B-57DD-2FBAD14FAA81}"/>
          </ac:inkMkLst>
        </pc:inkChg>
        <pc:inkChg chg="add del">
          <ac:chgData name="Manuel Lafond" userId="34502308-0131-479c-a52b-92567eddfa82" providerId="ADAL" clId="{4048BBDB-64E8-329A-A436-918D599BD79E}" dt="2026-08-31T11:56:22.593" v="97"/>
          <ac:inkMkLst>
            <pc:docMk/>
            <pc:sldMk cId="3353285703" sldId="1355"/>
            <ac:inkMk id="34" creationId="{45B22D7E-7A45-FBC3-7AEE-738C9A971087}"/>
          </ac:inkMkLst>
        </pc:inkChg>
        <pc:inkChg chg="add reco">
          <ac:chgData name="Manuel Lafond" userId="34502308-0131-479c-a52b-92567eddfa82" providerId="ADAL" clId="{4048BBDB-64E8-329A-A436-918D599BD79E}" dt="2026-08-31T11:56:22.593" v="97"/>
          <ac:inkMkLst>
            <pc:docMk/>
            <pc:sldMk cId="3353285703" sldId="1355"/>
            <ac:inkMk id="35" creationId="{58A71789-39E8-8353-3FB6-42FB5E3349B5}"/>
          </ac:inkMkLst>
        </pc:inkChg>
      </pc:sldChg>
      <pc:sldChg chg="add del">
        <pc:chgData name="Manuel Lafond" userId="34502308-0131-479c-a52b-92567eddfa82" providerId="ADAL" clId="{4048BBDB-64E8-329A-A436-918D599BD79E}" dt="2026-08-31T12:00:39.698" v="152" actId="2696"/>
        <pc:sldMkLst>
          <pc:docMk/>
          <pc:sldMk cId="3871379956" sldId="1356"/>
        </pc:sldMkLst>
      </pc:sldChg>
      <pc:sldChg chg="addSp add mod">
        <pc:chgData name="Manuel Lafond" userId="34502308-0131-479c-a52b-92567eddfa82" providerId="ADAL" clId="{4048BBDB-64E8-329A-A436-918D599BD79E}" dt="2026-08-31T11:58:56.144" v="112"/>
        <pc:sldMkLst>
          <pc:docMk/>
          <pc:sldMk cId="964425509" sldId="1357"/>
        </pc:sldMkLst>
        <pc:inkChg chg="add">
          <ac:chgData name="Manuel Lafond" userId="34502308-0131-479c-a52b-92567eddfa82" providerId="ADAL" clId="{4048BBDB-64E8-329A-A436-918D599BD79E}" dt="2026-08-31T11:58:56.144" v="112"/>
          <ac:inkMkLst>
            <pc:docMk/>
            <pc:sldMk cId="964425509" sldId="1357"/>
            <ac:inkMk id="2" creationId="{1BE77EA1-C303-FB74-4BFC-507EEC4D739F}"/>
          </ac:inkMkLst>
        </pc:inkChg>
      </pc:sldChg>
      <pc:sldChg chg="addSp delSp add mod">
        <pc:chgData name="Manuel Lafond" userId="34502308-0131-479c-a52b-92567eddfa82" providerId="ADAL" clId="{4048BBDB-64E8-329A-A436-918D599BD79E}" dt="2026-08-31T11:59:29.781" v="135"/>
        <pc:sldMkLst>
          <pc:docMk/>
          <pc:sldMk cId="3788746809" sldId="1358"/>
        </pc:sldMkLst>
        <pc:inkChg chg="add del">
          <ac:chgData name="Manuel Lafond" userId="34502308-0131-479c-a52b-92567eddfa82" providerId="ADAL" clId="{4048BBDB-64E8-329A-A436-918D599BD79E}" dt="2026-08-31T11:59:17.554" v="118"/>
          <ac:inkMkLst>
            <pc:docMk/>
            <pc:sldMk cId="3788746809" sldId="1358"/>
            <ac:inkMk id="2" creationId="{6BAA5881-47B1-D322-A974-B403D0A606AD}"/>
          </ac:inkMkLst>
        </pc:inkChg>
        <pc:inkChg chg="add del">
          <ac:chgData name="Manuel Lafond" userId="34502308-0131-479c-a52b-92567eddfa82" providerId="ADAL" clId="{4048BBDB-64E8-329A-A436-918D599BD79E}" dt="2026-08-31T11:59:17.554" v="118"/>
          <ac:inkMkLst>
            <pc:docMk/>
            <pc:sldMk cId="3788746809" sldId="1358"/>
            <ac:inkMk id="4" creationId="{62A0B723-4990-405E-4CC4-F4D613E8CC01}"/>
          </ac:inkMkLst>
        </pc:inkChg>
        <pc:inkChg chg="add del">
          <ac:chgData name="Manuel Lafond" userId="34502308-0131-479c-a52b-92567eddfa82" providerId="ADAL" clId="{4048BBDB-64E8-329A-A436-918D599BD79E}" dt="2026-08-31T11:59:17.554" v="118"/>
          <ac:inkMkLst>
            <pc:docMk/>
            <pc:sldMk cId="3788746809" sldId="1358"/>
            <ac:inkMk id="5" creationId="{ABB66A3F-DD84-FA0C-7A7C-41A35952A5B7}"/>
          </ac:inkMkLst>
        </pc:inkChg>
        <pc:inkChg chg="add del">
          <ac:chgData name="Manuel Lafond" userId="34502308-0131-479c-a52b-92567eddfa82" providerId="ADAL" clId="{4048BBDB-64E8-329A-A436-918D599BD79E}" dt="2026-08-31T11:59:17.554" v="118"/>
          <ac:inkMkLst>
            <pc:docMk/>
            <pc:sldMk cId="3788746809" sldId="1358"/>
            <ac:inkMk id="6" creationId="{668EFD2B-6294-5A77-7F04-6AF6D634E179}"/>
          </ac:inkMkLst>
        </pc:inkChg>
        <pc:inkChg chg="add reco">
          <ac:chgData name="Manuel Lafond" userId="34502308-0131-479c-a52b-92567eddfa82" providerId="ADAL" clId="{4048BBDB-64E8-329A-A436-918D599BD79E}" dt="2026-08-31T11:59:17.554" v="118"/>
          <ac:inkMkLst>
            <pc:docMk/>
            <pc:sldMk cId="3788746809" sldId="1358"/>
            <ac:inkMk id="7" creationId="{C9C0B56B-F8DF-FCE9-E8EA-1318F207CA40}"/>
          </ac:inkMkLst>
        </pc:inkChg>
        <pc:inkChg chg="add reco">
          <ac:chgData name="Manuel Lafond" userId="34502308-0131-479c-a52b-92567eddfa82" providerId="ADAL" clId="{4048BBDB-64E8-329A-A436-918D599BD79E}" dt="2026-08-31T11:59:17.554" v="118"/>
          <ac:inkMkLst>
            <pc:docMk/>
            <pc:sldMk cId="3788746809" sldId="1358"/>
            <ac:inkMk id="8" creationId="{40CBB725-DF9A-849A-2422-08DAF977817A}"/>
          </ac:inkMkLst>
        </pc:inkChg>
        <pc:inkChg chg="add del">
          <ac:chgData name="Manuel Lafond" userId="34502308-0131-479c-a52b-92567eddfa82" providerId="ADAL" clId="{4048BBDB-64E8-329A-A436-918D599BD79E}" dt="2026-08-31T11:59:19.525" v="121"/>
          <ac:inkMkLst>
            <pc:docMk/>
            <pc:sldMk cId="3788746809" sldId="1358"/>
            <ac:inkMk id="9" creationId="{98AC4357-5BD8-461B-7043-93B8BA129269}"/>
          </ac:inkMkLst>
        </pc:inkChg>
        <pc:inkChg chg="add del">
          <ac:chgData name="Manuel Lafond" userId="34502308-0131-479c-a52b-92567eddfa82" providerId="ADAL" clId="{4048BBDB-64E8-329A-A436-918D599BD79E}" dt="2026-08-31T11:59:19.525" v="121"/>
          <ac:inkMkLst>
            <pc:docMk/>
            <pc:sldMk cId="3788746809" sldId="1358"/>
            <ac:inkMk id="10" creationId="{81CA6C49-146B-5D1D-97E7-3AD7419253DE}"/>
          </ac:inkMkLst>
        </pc:inkChg>
        <pc:inkChg chg="add reco">
          <ac:chgData name="Manuel Lafond" userId="34502308-0131-479c-a52b-92567eddfa82" providerId="ADAL" clId="{4048BBDB-64E8-329A-A436-918D599BD79E}" dt="2026-08-31T11:59:19.525" v="121"/>
          <ac:inkMkLst>
            <pc:docMk/>
            <pc:sldMk cId="3788746809" sldId="1358"/>
            <ac:inkMk id="11" creationId="{33CBA0BC-50C1-402E-CD48-F6DAB3C9096C}"/>
          </ac:inkMkLst>
        </pc:inkChg>
        <pc:inkChg chg="add del">
          <ac:chgData name="Manuel Lafond" userId="34502308-0131-479c-a52b-92567eddfa82" providerId="ADAL" clId="{4048BBDB-64E8-329A-A436-918D599BD79E}" dt="2026-08-31T11:59:22.291" v="124"/>
          <ac:inkMkLst>
            <pc:docMk/>
            <pc:sldMk cId="3788746809" sldId="1358"/>
            <ac:inkMk id="12" creationId="{5AB4E4D3-4AD7-4773-E67E-0EF1676F76FD}"/>
          </ac:inkMkLst>
        </pc:inkChg>
        <pc:inkChg chg="add del">
          <ac:chgData name="Manuel Lafond" userId="34502308-0131-479c-a52b-92567eddfa82" providerId="ADAL" clId="{4048BBDB-64E8-329A-A436-918D599BD79E}" dt="2026-08-31T11:59:22.291" v="124"/>
          <ac:inkMkLst>
            <pc:docMk/>
            <pc:sldMk cId="3788746809" sldId="1358"/>
            <ac:inkMk id="13" creationId="{873A26B6-3905-DCB6-455D-DA0DDC7E9D80}"/>
          </ac:inkMkLst>
        </pc:inkChg>
        <pc:inkChg chg="add reco">
          <ac:chgData name="Manuel Lafond" userId="34502308-0131-479c-a52b-92567eddfa82" providerId="ADAL" clId="{4048BBDB-64E8-329A-A436-918D599BD79E}" dt="2026-08-31T11:59:22.291" v="124"/>
          <ac:inkMkLst>
            <pc:docMk/>
            <pc:sldMk cId="3788746809" sldId="1358"/>
            <ac:inkMk id="14" creationId="{E817F26D-44F3-6155-EC9C-C5211892C711}"/>
          </ac:inkMkLst>
        </pc:inkChg>
        <pc:inkChg chg="add del">
          <ac:chgData name="Manuel Lafond" userId="34502308-0131-479c-a52b-92567eddfa82" providerId="ADAL" clId="{4048BBDB-64E8-329A-A436-918D599BD79E}" dt="2026-08-31T11:59:25.495" v="129"/>
          <ac:inkMkLst>
            <pc:docMk/>
            <pc:sldMk cId="3788746809" sldId="1358"/>
            <ac:inkMk id="15" creationId="{966FAF03-C0F5-85B4-D090-AA205930929B}"/>
          </ac:inkMkLst>
        </pc:inkChg>
        <pc:inkChg chg="add del">
          <ac:chgData name="Manuel Lafond" userId="34502308-0131-479c-a52b-92567eddfa82" providerId="ADAL" clId="{4048BBDB-64E8-329A-A436-918D599BD79E}" dt="2026-08-31T11:59:24.998" v="128"/>
          <ac:inkMkLst>
            <pc:docMk/>
            <pc:sldMk cId="3788746809" sldId="1358"/>
            <ac:inkMk id="16" creationId="{19874346-AD1F-E54D-BBC8-E27EDBF28715}"/>
          </ac:inkMkLst>
        </pc:inkChg>
        <pc:inkChg chg="add del reco">
          <ac:chgData name="Manuel Lafond" userId="34502308-0131-479c-a52b-92567eddfa82" providerId="ADAL" clId="{4048BBDB-64E8-329A-A436-918D599BD79E}" dt="2026-08-31T11:59:24.998" v="128"/>
          <ac:inkMkLst>
            <pc:docMk/>
            <pc:sldMk cId="3788746809" sldId="1358"/>
            <ac:inkMk id="17" creationId="{BAB15BA3-5EE3-E95D-8330-9118A35622B0}"/>
          </ac:inkMkLst>
        </pc:inkChg>
        <pc:inkChg chg="add del">
          <ac:chgData name="Manuel Lafond" userId="34502308-0131-479c-a52b-92567eddfa82" providerId="ADAL" clId="{4048BBDB-64E8-329A-A436-918D599BD79E}" dt="2026-08-31T11:59:28.087" v="132"/>
          <ac:inkMkLst>
            <pc:docMk/>
            <pc:sldMk cId="3788746809" sldId="1358"/>
            <ac:inkMk id="18" creationId="{78AF40A4-BFEE-EBC6-082A-40E18751FD90}"/>
          </ac:inkMkLst>
        </pc:inkChg>
        <pc:inkChg chg="add del">
          <ac:chgData name="Manuel Lafond" userId="34502308-0131-479c-a52b-92567eddfa82" providerId="ADAL" clId="{4048BBDB-64E8-329A-A436-918D599BD79E}" dt="2026-08-31T11:59:28.087" v="132"/>
          <ac:inkMkLst>
            <pc:docMk/>
            <pc:sldMk cId="3788746809" sldId="1358"/>
            <ac:inkMk id="19" creationId="{EA14F764-0EE9-392E-18C7-337CC5DD1475}"/>
          </ac:inkMkLst>
        </pc:inkChg>
        <pc:inkChg chg="add reco">
          <ac:chgData name="Manuel Lafond" userId="34502308-0131-479c-a52b-92567eddfa82" providerId="ADAL" clId="{4048BBDB-64E8-329A-A436-918D599BD79E}" dt="2026-08-31T11:59:28.087" v="132"/>
          <ac:inkMkLst>
            <pc:docMk/>
            <pc:sldMk cId="3788746809" sldId="1358"/>
            <ac:inkMk id="20" creationId="{4BEE1A48-16E6-F469-A929-22A92FDA709A}"/>
          </ac:inkMkLst>
        </pc:inkChg>
        <pc:inkChg chg="add del">
          <ac:chgData name="Manuel Lafond" userId="34502308-0131-479c-a52b-92567eddfa82" providerId="ADAL" clId="{4048BBDB-64E8-329A-A436-918D599BD79E}" dt="2026-08-31T11:59:29.781" v="135"/>
          <ac:inkMkLst>
            <pc:docMk/>
            <pc:sldMk cId="3788746809" sldId="1358"/>
            <ac:inkMk id="21" creationId="{9C044DFB-6F69-E226-7E9F-D16E757CE0BD}"/>
          </ac:inkMkLst>
        </pc:inkChg>
        <pc:inkChg chg="add del">
          <ac:chgData name="Manuel Lafond" userId="34502308-0131-479c-a52b-92567eddfa82" providerId="ADAL" clId="{4048BBDB-64E8-329A-A436-918D599BD79E}" dt="2026-08-31T11:59:29.781" v="135"/>
          <ac:inkMkLst>
            <pc:docMk/>
            <pc:sldMk cId="3788746809" sldId="1358"/>
            <ac:inkMk id="22" creationId="{2F1128B4-39EE-8139-C97F-201C7EC348A2}"/>
          </ac:inkMkLst>
        </pc:inkChg>
        <pc:inkChg chg="add reco">
          <ac:chgData name="Manuel Lafond" userId="34502308-0131-479c-a52b-92567eddfa82" providerId="ADAL" clId="{4048BBDB-64E8-329A-A436-918D599BD79E}" dt="2026-08-31T11:59:29.781" v="135"/>
          <ac:inkMkLst>
            <pc:docMk/>
            <pc:sldMk cId="3788746809" sldId="1358"/>
            <ac:inkMk id="23" creationId="{B1BE321B-5B81-50D4-3DA7-8D46D6EE3F0F}"/>
          </ac:inkMkLst>
        </pc:inkChg>
      </pc:sldChg>
      <pc:sldChg chg="addSp delSp add mod">
        <pc:chgData name="Manuel Lafond" userId="34502308-0131-479c-a52b-92567eddfa82" providerId="ADAL" clId="{4048BBDB-64E8-329A-A436-918D599BD79E}" dt="2026-08-31T12:00:10.299" v="150"/>
        <pc:sldMkLst>
          <pc:docMk/>
          <pc:sldMk cId="3483282020" sldId="1359"/>
        </pc:sldMkLst>
        <pc:inkChg chg="add del">
          <ac:chgData name="Manuel Lafond" userId="34502308-0131-479c-a52b-92567eddfa82" providerId="ADAL" clId="{4048BBDB-64E8-329A-A436-918D599BD79E}" dt="2026-08-31T11:59:49.484" v="142"/>
          <ac:inkMkLst>
            <pc:docMk/>
            <pc:sldMk cId="3483282020" sldId="1359"/>
            <ac:inkMk id="2" creationId="{8EBA77C5-EE8E-64B0-D1E5-E9C2E8848E84}"/>
          </ac:inkMkLst>
        </pc:inkChg>
        <pc:inkChg chg="add del">
          <ac:chgData name="Manuel Lafond" userId="34502308-0131-479c-a52b-92567eddfa82" providerId="ADAL" clId="{4048BBDB-64E8-329A-A436-918D599BD79E}" dt="2026-08-31T11:59:49.484" v="142"/>
          <ac:inkMkLst>
            <pc:docMk/>
            <pc:sldMk cId="3483282020" sldId="1359"/>
            <ac:inkMk id="4" creationId="{64373FFE-0CC0-7436-C897-0787AE677A9F}"/>
          </ac:inkMkLst>
        </pc:inkChg>
        <pc:inkChg chg="add del">
          <ac:chgData name="Manuel Lafond" userId="34502308-0131-479c-a52b-92567eddfa82" providerId="ADAL" clId="{4048BBDB-64E8-329A-A436-918D599BD79E}" dt="2026-08-31T11:59:49.484" v="142"/>
          <ac:inkMkLst>
            <pc:docMk/>
            <pc:sldMk cId="3483282020" sldId="1359"/>
            <ac:inkMk id="5" creationId="{D86D2FA7-CD56-9D31-7782-F6DEC244889A}"/>
          </ac:inkMkLst>
        </pc:inkChg>
        <pc:inkChg chg="add del">
          <ac:chgData name="Manuel Lafond" userId="34502308-0131-479c-a52b-92567eddfa82" providerId="ADAL" clId="{4048BBDB-64E8-329A-A436-918D599BD79E}" dt="2026-08-31T11:59:49.484" v="142"/>
          <ac:inkMkLst>
            <pc:docMk/>
            <pc:sldMk cId="3483282020" sldId="1359"/>
            <ac:inkMk id="6" creationId="{2A441979-E7C0-84FF-B0C7-0C86016DDDE2}"/>
          </ac:inkMkLst>
        </pc:inkChg>
        <pc:inkChg chg="add del">
          <ac:chgData name="Manuel Lafond" userId="34502308-0131-479c-a52b-92567eddfa82" providerId="ADAL" clId="{4048BBDB-64E8-329A-A436-918D599BD79E}" dt="2026-08-31T11:59:49.484" v="142"/>
          <ac:inkMkLst>
            <pc:docMk/>
            <pc:sldMk cId="3483282020" sldId="1359"/>
            <ac:inkMk id="9" creationId="{52493AB2-5E2F-A047-5B0C-5571D501F0D4}"/>
          </ac:inkMkLst>
        </pc:inkChg>
        <pc:inkChg chg="add reco">
          <ac:chgData name="Manuel Lafond" userId="34502308-0131-479c-a52b-92567eddfa82" providerId="ADAL" clId="{4048BBDB-64E8-329A-A436-918D599BD79E}" dt="2026-08-31T11:59:49.484" v="142"/>
          <ac:inkMkLst>
            <pc:docMk/>
            <pc:sldMk cId="3483282020" sldId="1359"/>
            <ac:inkMk id="10" creationId="{4070CF7B-F503-5272-771B-058D2FF68BC5}"/>
          </ac:inkMkLst>
        </pc:inkChg>
        <pc:inkChg chg="add del">
          <ac:chgData name="Manuel Lafond" userId="34502308-0131-479c-a52b-92567eddfa82" providerId="ADAL" clId="{4048BBDB-64E8-329A-A436-918D599BD79E}" dt="2026-08-31T11:59:51.507" v="145"/>
          <ac:inkMkLst>
            <pc:docMk/>
            <pc:sldMk cId="3483282020" sldId="1359"/>
            <ac:inkMk id="12" creationId="{183CE0BF-8848-4742-8B45-4EFF9444FB66}"/>
          </ac:inkMkLst>
        </pc:inkChg>
        <pc:inkChg chg="add del">
          <ac:chgData name="Manuel Lafond" userId="34502308-0131-479c-a52b-92567eddfa82" providerId="ADAL" clId="{4048BBDB-64E8-329A-A436-918D599BD79E}" dt="2026-08-31T11:59:51.507" v="145"/>
          <ac:inkMkLst>
            <pc:docMk/>
            <pc:sldMk cId="3483282020" sldId="1359"/>
            <ac:inkMk id="13" creationId="{654EE4BD-F24C-E705-A669-204D6B8E663A}"/>
          </ac:inkMkLst>
        </pc:inkChg>
        <pc:inkChg chg="add reco">
          <ac:chgData name="Manuel Lafond" userId="34502308-0131-479c-a52b-92567eddfa82" providerId="ADAL" clId="{4048BBDB-64E8-329A-A436-918D599BD79E}" dt="2026-08-31T11:59:51.507" v="145"/>
          <ac:inkMkLst>
            <pc:docMk/>
            <pc:sldMk cId="3483282020" sldId="1359"/>
            <ac:inkMk id="15" creationId="{F54B31FF-440F-4FBB-7222-CE45D5C2683E}"/>
          </ac:inkMkLst>
        </pc:inkChg>
        <pc:inkChg chg="add del">
          <ac:chgData name="Manuel Lafond" userId="34502308-0131-479c-a52b-92567eddfa82" providerId="ADAL" clId="{4048BBDB-64E8-329A-A436-918D599BD79E}" dt="2026-08-31T12:00:10.280" v="149"/>
          <ac:inkMkLst>
            <pc:docMk/>
            <pc:sldMk cId="3483282020" sldId="1359"/>
            <ac:inkMk id="16" creationId="{CFD74FB7-B409-13C7-F7F0-CDE819107095}"/>
          </ac:inkMkLst>
        </pc:inkChg>
        <pc:inkChg chg="add del">
          <ac:chgData name="Manuel Lafond" userId="34502308-0131-479c-a52b-92567eddfa82" providerId="ADAL" clId="{4048BBDB-64E8-329A-A436-918D599BD79E}" dt="2026-08-31T12:00:10.280" v="149"/>
          <ac:inkMkLst>
            <pc:docMk/>
            <pc:sldMk cId="3483282020" sldId="1359"/>
            <ac:inkMk id="17" creationId="{4A517039-4C17-59C9-529F-33AD9D07E9D1}"/>
          </ac:inkMkLst>
        </pc:inkChg>
        <pc:inkChg chg="add del">
          <ac:chgData name="Manuel Lafond" userId="34502308-0131-479c-a52b-92567eddfa82" providerId="ADAL" clId="{4048BBDB-64E8-329A-A436-918D599BD79E}" dt="2026-08-31T12:00:10.280" v="149"/>
          <ac:inkMkLst>
            <pc:docMk/>
            <pc:sldMk cId="3483282020" sldId="1359"/>
            <ac:inkMk id="18" creationId="{B82A6D87-5FD5-C727-8798-9D725EA19B39}"/>
          </ac:inkMkLst>
        </pc:inkChg>
        <pc:inkChg chg="add reco">
          <ac:chgData name="Manuel Lafond" userId="34502308-0131-479c-a52b-92567eddfa82" providerId="ADAL" clId="{4048BBDB-64E8-329A-A436-918D599BD79E}" dt="2026-08-31T12:00:10.280" v="149"/>
          <ac:inkMkLst>
            <pc:docMk/>
            <pc:sldMk cId="3483282020" sldId="1359"/>
            <ac:inkMk id="19" creationId="{A197E518-01D9-1904-5C16-2EE2B1FE68E7}"/>
          </ac:inkMkLst>
        </pc:inkChg>
        <pc:inkChg chg="add">
          <ac:chgData name="Manuel Lafond" userId="34502308-0131-479c-a52b-92567eddfa82" providerId="ADAL" clId="{4048BBDB-64E8-329A-A436-918D599BD79E}" dt="2026-08-31T12:00:10.299" v="150"/>
          <ac:inkMkLst>
            <pc:docMk/>
            <pc:sldMk cId="3483282020" sldId="1359"/>
            <ac:inkMk id="21" creationId="{661FC386-87B4-383C-D7FD-2E3A983F632A}"/>
          </ac:inkMkLst>
        </pc:inkChg>
      </pc:sldChg>
      <pc:sldChg chg="add">
        <pc:chgData name="Manuel Lafond" userId="34502308-0131-479c-a52b-92567eddfa82" providerId="ADAL" clId="{4048BBDB-64E8-329A-A436-918D599BD79E}" dt="2026-08-31T12:00:48.975" v="153" actId="22"/>
        <pc:sldMkLst>
          <pc:docMk/>
          <pc:sldMk cId="730766298" sldId="1360"/>
        </pc:sldMkLst>
      </pc:sldChg>
      <pc:sldChg chg="addSp delSp modSp add mod">
        <pc:chgData name="Manuel Lafond" userId="34502308-0131-479c-a52b-92567eddfa82" providerId="ADAL" clId="{4048BBDB-64E8-329A-A436-918D599BD79E}" dt="2026-08-31T12:20:26.430" v="424"/>
        <pc:sldMkLst>
          <pc:docMk/>
          <pc:sldMk cId="785742209" sldId="1361"/>
        </pc:sldMkLst>
        <pc:spChg chg="del">
          <ac:chgData name="Manuel Lafond" userId="34502308-0131-479c-a52b-92567eddfa82" providerId="ADAL" clId="{4048BBDB-64E8-329A-A436-918D599BD79E}" dt="2026-08-31T12:16:00.408" v="338" actId="478"/>
          <ac:spMkLst>
            <pc:docMk/>
            <pc:sldMk cId="785742209" sldId="1361"/>
            <ac:spMk id="3" creationId="{3FCFD117-65AF-2A0E-689A-164E3ECE259A}"/>
          </ac:spMkLst>
        </pc:spChg>
        <pc:spChg chg="add del mod">
          <ac:chgData name="Manuel Lafond" userId="34502308-0131-479c-a52b-92567eddfa82" providerId="ADAL" clId="{4048BBDB-64E8-329A-A436-918D599BD79E}" dt="2026-08-31T12:16:04.493" v="339" actId="478"/>
          <ac:spMkLst>
            <pc:docMk/>
            <pc:sldMk cId="785742209" sldId="1361"/>
            <ac:spMk id="4" creationId="{DE391EFC-797E-24DE-DA18-349494492106}"/>
          </ac:spMkLst>
        </pc:spChg>
        <pc:inkChg chg="add del">
          <ac:chgData name="Manuel Lafond" userId="34502308-0131-479c-a52b-92567eddfa82" providerId="ADAL" clId="{4048BBDB-64E8-329A-A436-918D599BD79E}" dt="2026-08-31T12:16:58.171" v="343"/>
          <ac:inkMkLst>
            <pc:docMk/>
            <pc:sldMk cId="785742209" sldId="1361"/>
            <ac:inkMk id="5" creationId="{A3DFAE3F-E0BC-F02D-E02D-BDA50DB1056A}"/>
          </ac:inkMkLst>
        </pc:inkChg>
        <pc:inkChg chg="add del">
          <ac:chgData name="Manuel Lafond" userId="34502308-0131-479c-a52b-92567eddfa82" providerId="ADAL" clId="{4048BBDB-64E8-329A-A436-918D599BD79E}" dt="2026-08-31T12:16:58.171" v="343"/>
          <ac:inkMkLst>
            <pc:docMk/>
            <pc:sldMk cId="785742209" sldId="1361"/>
            <ac:inkMk id="6" creationId="{E8C609C0-6B10-9EAD-0268-F61ED7083856}"/>
          </ac:inkMkLst>
        </pc:inkChg>
        <pc:inkChg chg="add del">
          <ac:chgData name="Manuel Lafond" userId="34502308-0131-479c-a52b-92567eddfa82" providerId="ADAL" clId="{4048BBDB-64E8-329A-A436-918D599BD79E}" dt="2026-08-31T12:16:58.171" v="343"/>
          <ac:inkMkLst>
            <pc:docMk/>
            <pc:sldMk cId="785742209" sldId="1361"/>
            <ac:inkMk id="7" creationId="{BC1D3A11-C2EF-A5C2-681A-1D1216149708}"/>
          </ac:inkMkLst>
        </pc:inkChg>
        <pc:inkChg chg="add mod reco modStrokes">
          <ac:chgData name="Manuel Lafond" userId="34502308-0131-479c-a52b-92567eddfa82" providerId="ADAL" clId="{4048BBDB-64E8-329A-A436-918D599BD79E}" dt="2026-08-31T12:19:48.152" v="411"/>
          <ac:inkMkLst>
            <pc:docMk/>
            <pc:sldMk cId="785742209" sldId="1361"/>
            <ac:inkMk id="8" creationId="{7FDCAF78-82C5-751D-1FD4-61BACB5F03F5}"/>
          </ac:inkMkLst>
        </pc:inkChg>
        <pc:inkChg chg="add del">
          <ac:chgData name="Manuel Lafond" userId="34502308-0131-479c-a52b-92567eddfa82" providerId="ADAL" clId="{4048BBDB-64E8-329A-A436-918D599BD79E}" dt="2026-08-31T12:17:00.281" v="347"/>
          <ac:inkMkLst>
            <pc:docMk/>
            <pc:sldMk cId="785742209" sldId="1361"/>
            <ac:inkMk id="9" creationId="{89B328D6-8F40-510A-4F5B-9EC370A0B2A3}"/>
          </ac:inkMkLst>
        </pc:inkChg>
        <pc:inkChg chg="add del">
          <ac:chgData name="Manuel Lafond" userId="34502308-0131-479c-a52b-92567eddfa82" providerId="ADAL" clId="{4048BBDB-64E8-329A-A436-918D599BD79E}" dt="2026-08-31T12:17:00.281" v="347"/>
          <ac:inkMkLst>
            <pc:docMk/>
            <pc:sldMk cId="785742209" sldId="1361"/>
            <ac:inkMk id="10" creationId="{944AD627-88E4-3448-475E-41B206350178}"/>
          </ac:inkMkLst>
        </pc:inkChg>
        <pc:inkChg chg="add del">
          <ac:chgData name="Manuel Lafond" userId="34502308-0131-479c-a52b-92567eddfa82" providerId="ADAL" clId="{4048BBDB-64E8-329A-A436-918D599BD79E}" dt="2026-08-31T12:17:00.281" v="347"/>
          <ac:inkMkLst>
            <pc:docMk/>
            <pc:sldMk cId="785742209" sldId="1361"/>
            <ac:inkMk id="11" creationId="{9940D2D2-B46A-35FB-60C1-E418AE456CAB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12" creationId="{37DC1768-C6E0-05D0-E986-C560E1C1589C}"/>
          </ac:inkMkLst>
        </pc:inkChg>
        <pc:inkChg chg="add del">
          <ac:chgData name="Manuel Lafond" userId="34502308-0131-479c-a52b-92567eddfa82" providerId="ADAL" clId="{4048BBDB-64E8-329A-A436-918D599BD79E}" dt="2026-08-31T12:17:01.553" v="350"/>
          <ac:inkMkLst>
            <pc:docMk/>
            <pc:sldMk cId="785742209" sldId="1361"/>
            <ac:inkMk id="13" creationId="{247B0A0D-EAB7-78F1-8943-687066B7F843}"/>
          </ac:inkMkLst>
        </pc:inkChg>
        <pc:inkChg chg="add del">
          <ac:chgData name="Manuel Lafond" userId="34502308-0131-479c-a52b-92567eddfa82" providerId="ADAL" clId="{4048BBDB-64E8-329A-A436-918D599BD79E}" dt="2026-08-31T12:17:01.553" v="350"/>
          <ac:inkMkLst>
            <pc:docMk/>
            <pc:sldMk cId="785742209" sldId="1361"/>
            <ac:inkMk id="14" creationId="{053413B8-7F87-14C5-0DCB-9764F096A0E9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15" creationId="{F7283256-2DE2-4823-52A1-4C76108F004E}"/>
          </ac:inkMkLst>
        </pc:inkChg>
        <pc:inkChg chg="add del">
          <ac:chgData name="Manuel Lafond" userId="34502308-0131-479c-a52b-92567eddfa82" providerId="ADAL" clId="{4048BBDB-64E8-329A-A436-918D599BD79E}" dt="2026-08-31T12:17:03.016" v="353"/>
          <ac:inkMkLst>
            <pc:docMk/>
            <pc:sldMk cId="785742209" sldId="1361"/>
            <ac:inkMk id="16" creationId="{0F897EFB-95A5-25A4-C7BE-3E1900F45A85}"/>
          </ac:inkMkLst>
        </pc:inkChg>
        <pc:inkChg chg="add del">
          <ac:chgData name="Manuel Lafond" userId="34502308-0131-479c-a52b-92567eddfa82" providerId="ADAL" clId="{4048BBDB-64E8-329A-A436-918D599BD79E}" dt="2026-08-31T12:17:03.016" v="353"/>
          <ac:inkMkLst>
            <pc:docMk/>
            <pc:sldMk cId="785742209" sldId="1361"/>
            <ac:inkMk id="17" creationId="{B038D735-2572-2F43-957A-979EBADC79F3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18" creationId="{F5146177-21B0-7BE2-8447-5EA8E442C4EA}"/>
          </ac:inkMkLst>
        </pc:inkChg>
        <pc:inkChg chg="add del">
          <ac:chgData name="Manuel Lafond" userId="34502308-0131-479c-a52b-92567eddfa82" providerId="ADAL" clId="{4048BBDB-64E8-329A-A436-918D599BD79E}" dt="2026-08-31T12:17:04.961" v="356"/>
          <ac:inkMkLst>
            <pc:docMk/>
            <pc:sldMk cId="785742209" sldId="1361"/>
            <ac:inkMk id="19" creationId="{9F64EB15-C8B6-955B-2BBC-7BAB859B6CE3}"/>
          </ac:inkMkLst>
        </pc:inkChg>
        <pc:inkChg chg="add del">
          <ac:chgData name="Manuel Lafond" userId="34502308-0131-479c-a52b-92567eddfa82" providerId="ADAL" clId="{4048BBDB-64E8-329A-A436-918D599BD79E}" dt="2026-08-31T12:17:04.961" v="356"/>
          <ac:inkMkLst>
            <pc:docMk/>
            <pc:sldMk cId="785742209" sldId="1361"/>
            <ac:inkMk id="20" creationId="{B4230668-EC32-9159-841A-BDF7BA5FB882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21" creationId="{B8C6BDF7-7F9E-ABBD-97C8-3277AD15617C}"/>
          </ac:inkMkLst>
        </pc:inkChg>
        <pc:inkChg chg="add mod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22" creationId="{32DF4F50-D9CC-9338-B3A3-A72F96E1C7C2}"/>
          </ac:inkMkLst>
        </pc:inkChg>
        <pc:inkChg chg="add del mod">
          <ac:chgData name="Manuel Lafond" userId="34502308-0131-479c-a52b-92567eddfa82" providerId="ADAL" clId="{4048BBDB-64E8-329A-A436-918D599BD79E}" dt="2026-08-31T12:17:31.911" v="381" actId="1076"/>
          <ac:inkMkLst>
            <pc:docMk/>
            <pc:sldMk cId="785742209" sldId="1361"/>
            <ac:inkMk id="23" creationId="{54EB9127-1069-5DB8-8F50-CF8F90D007DB}"/>
          </ac:inkMkLst>
        </pc:inkChg>
        <pc:inkChg chg="add del">
          <ac:chgData name="Manuel Lafond" userId="34502308-0131-479c-a52b-92567eddfa82" providerId="ADAL" clId="{4048BBDB-64E8-329A-A436-918D599BD79E}" dt="2026-08-31T12:17:08.879" v="365"/>
          <ac:inkMkLst>
            <pc:docMk/>
            <pc:sldMk cId="785742209" sldId="1361"/>
            <ac:inkMk id="24" creationId="{1645545E-CA10-CEC3-3AEC-BBC576D7C5B5}"/>
          </ac:inkMkLst>
        </pc:inkChg>
        <pc:inkChg chg="add del">
          <ac:chgData name="Manuel Lafond" userId="34502308-0131-479c-a52b-92567eddfa82" providerId="ADAL" clId="{4048BBDB-64E8-329A-A436-918D599BD79E}" dt="2026-08-31T12:17:08.879" v="365"/>
          <ac:inkMkLst>
            <pc:docMk/>
            <pc:sldMk cId="785742209" sldId="1361"/>
            <ac:inkMk id="25" creationId="{CDBBCACD-0EDC-E135-5BEE-65AEF322E9E6}"/>
          </ac:inkMkLst>
        </pc:inkChg>
        <pc:inkChg chg="add del reco">
          <ac:chgData name="Manuel Lafond" userId="34502308-0131-479c-a52b-92567eddfa82" providerId="ADAL" clId="{4048BBDB-64E8-329A-A436-918D599BD79E}" dt="2026-08-31T12:17:08.879" v="365"/>
          <ac:inkMkLst>
            <pc:docMk/>
            <pc:sldMk cId="785742209" sldId="1361"/>
            <ac:inkMk id="26" creationId="{782F3D5B-95A1-8863-1048-659CEB54C9EF}"/>
          </ac:inkMkLst>
        </pc:inkChg>
        <pc:inkChg chg="add del">
          <ac:chgData name="Manuel Lafond" userId="34502308-0131-479c-a52b-92567eddfa82" providerId="ADAL" clId="{4048BBDB-64E8-329A-A436-918D599BD79E}" dt="2026-08-31T12:17:08.722" v="364"/>
          <ac:inkMkLst>
            <pc:docMk/>
            <pc:sldMk cId="785742209" sldId="1361"/>
            <ac:inkMk id="27" creationId="{A3F89AD7-7BA3-49BB-2E55-64AC396EB7D3}"/>
          </ac:inkMkLst>
        </pc:inkChg>
        <pc:inkChg chg="add del reco">
          <ac:chgData name="Manuel Lafond" userId="34502308-0131-479c-a52b-92567eddfa82" providerId="ADAL" clId="{4048BBDB-64E8-329A-A436-918D599BD79E}" dt="2026-08-31T12:17:08.722" v="364"/>
          <ac:inkMkLst>
            <pc:docMk/>
            <pc:sldMk cId="785742209" sldId="1361"/>
            <ac:inkMk id="28" creationId="{2CF32A1C-A08C-DB5B-6F88-3B9094EE3F96}"/>
          </ac:inkMkLst>
        </pc:inkChg>
        <pc:inkChg chg="add del">
          <ac:chgData name="Manuel Lafond" userId="34502308-0131-479c-a52b-92567eddfa82" providerId="ADAL" clId="{4048BBDB-64E8-329A-A436-918D599BD79E}" dt="2026-08-31T12:17:12.507" v="369"/>
          <ac:inkMkLst>
            <pc:docMk/>
            <pc:sldMk cId="785742209" sldId="1361"/>
            <ac:inkMk id="29" creationId="{AAF29971-3D25-9B4A-22B5-F33C5A92868A}"/>
          </ac:inkMkLst>
        </pc:inkChg>
        <pc:inkChg chg="add del">
          <ac:chgData name="Manuel Lafond" userId="34502308-0131-479c-a52b-92567eddfa82" providerId="ADAL" clId="{4048BBDB-64E8-329A-A436-918D599BD79E}" dt="2026-08-31T12:17:12.507" v="369"/>
          <ac:inkMkLst>
            <pc:docMk/>
            <pc:sldMk cId="785742209" sldId="1361"/>
            <ac:inkMk id="30" creationId="{B3C6ED46-B8DA-975F-8A02-E2005BA1DAD8}"/>
          </ac:inkMkLst>
        </pc:inkChg>
        <pc:inkChg chg="add del">
          <ac:chgData name="Manuel Lafond" userId="34502308-0131-479c-a52b-92567eddfa82" providerId="ADAL" clId="{4048BBDB-64E8-329A-A436-918D599BD79E}" dt="2026-08-31T12:17:13.591" v="372"/>
          <ac:inkMkLst>
            <pc:docMk/>
            <pc:sldMk cId="785742209" sldId="1361"/>
            <ac:inkMk id="31" creationId="{EF9E0937-3A8A-7751-D2AD-1B694EA20BCE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32" creationId="{6ABBBF74-F28F-3105-3871-A996CA6C2E68}"/>
          </ac:inkMkLst>
        </pc:inkChg>
        <pc:inkChg chg="add del">
          <ac:chgData name="Manuel Lafond" userId="34502308-0131-479c-a52b-92567eddfa82" providerId="ADAL" clId="{4048BBDB-64E8-329A-A436-918D599BD79E}" dt="2026-08-31T12:17:13.591" v="372"/>
          <ac:inkMkLst>
            <pc:docMk/>
            <pc:sldMk cId="785742209" sldId="1361"/>
            <ac:inkMk id="33" creationId="{5A09C828-69CA-B3BB-054D-4F0290015503}"/>
          </ac:inkMkLst>
        </pc:inkChg>
        <pc:inkChg chg="add del">
          <ac:chgData name="Manuel Lafond" userId="34502308-0131-479c-a52b-92567eddfa82" providerId="ADAL" clId="{4048BBDB-64E8-329A-A436-918D599BD79E}" dt="2026-08-31T12:17:14.128" v="374"/>
          <ac:inkMkLst>
            <pc:docMk/>
            <pc:sldMk cId="785742209" sldId="1361"/>
            <ac:inkMk id="34" creationId="{000E4619-6103-DED1-684A-A5DF3A582642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35" creationId="{24ADDB8D-2E1C-7179-FC8D-018C0F875436}"/>
          </ac:inkMkLst>
        </pc:inkChg>
        <pc:inkChg chg="add del">
          <ac:chgData name="Manuel Lafond" userId="34502308-0131-479c-a52b-92567eddfa82" providerId="ADAL" clId="{4048BBDB-64E8-329A-A436-918D599BD79E}" dt="2026-08-31T12:17:14.128" v="374"/>
          <ac:inkMkLst>
            <pc:docMk/>
            <pc:sldMk cId="785742209" sldId="1361"/>
            <ac:inkMk id="36" creationId="{96BFBE39-E5DD-D0CE-25C2-3838E8EA0834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37" creationId="{FAE71787-DD23-9B6F-0C99-BB2F91A79097}"/>
          </ac:inkMkLst>
        </pc:inkChg>
        <pc:inkChg chg="add del">
          <ac:chgData name="Manuel Lafond" userId="34502308-0131-479c-a52b-92567eddfa82" providerId="ADAL" clId="{4048BBDB-64E8-329A-A436-918D599BD79E}" dt="2026-08-31T12:17:16.241" v="378"/>
          <ac:inkMkLst>
            <pc:docMk/>
            <pc:sldMk cId="785742209" sldId="1361"/>
            <ac:inkMk id="38" creationId="{F03EA5EE-3B2F-91A1-BD90-5A4BC12421E4}"/>
          </ac:inkMkLst>
        </pc:inkChg>
        <pc:inkChg chg="add del">
          <ac:chgData name="Manuel Lafond" userId="34502308-0131-479c-a52b-92567eddfa82" providerId="ADAL" clId="{4048BBDB-64E8-329A-A436-918D599BD79E}" dt="2026-08-31T12:17:16.241" v="378"/>
          <ac:inkMkLst>
            <pc:docMk/>
            <pc:sldMk cId="785742209" sldId="1361"/>
            <ac:inkMk id="39" creationId="{B4961DAF-C159-A083-E075-BD3F8C716762}"/>
          </ac:inkMkLst>
        </pc:inkChg>
        <pc:inkChg chg="add del">
          <ac:chgData name="Manuel Lafond" userId="34502308-0131-479c-a52b-92567eddfa82" providerId="ADAL" clId="{4048BBDB-64E8-329A-A436-918D599BD79E}" dt="2026-08-31T12:17:16.773" v="380"/>
          <ac:inkMkLst>
            <pc:docMk/>
            <pc:sldMk cId="785742209" sldId="1361"/>
            <ac:inkMk id="40" creationId="{7A63058E-9994-0E6A-9035-B0AFE54AA9C9}"/>
          </ac:inkMkLst>
        </pc:inkChg>
        <pc:inkChg chg="add reco">
          <ac:chgData name="Manuel Lafond" userId="34502308-0131-479c-a52b-92567eddfa82" providerId="ADAL" clId="{4048BBDB-64E8-329A-A436-918D599BD79E}" dt="2026-08-31T12:17:16.241" v="378"/>
          <ac:inkMkLst>
            <pc:docMk/>
            <pc:sldMk cId="785742209" sldId="1361"/>
            <ac:inkMk id="41" creationId="{316CF6A4-1FBC-9B57-3461-1CA81213B8F9}"/>
          </ac:inkMkLst>
        </pc:inkChg>
        <pc:inkChg chg="add del">
          <ac:chgData name="Manuel Lafond" userId="34502308-0131-479c-a52b-92567eddfa82" providerId="ADAL" clId="{4048BBDB-64E8-329A-A436-918D599BD79E}" dt="2026-08-31T12:17:16.773" v="380"/>
          <ac:inkMkLst>
            <pc:docMk/>
            <pc:sldMk cId="785742209" sldId="1361"/>
            <ac:inkMk id="42" creationId="{5345A84E-6186-37F2-C24A-91D7916B79D1}"/>
          </ac:inkMkLst>
        </pc:inkChg>
        <pc:inkChg chg="add reco">
          <ac:chgData name="Manuel Lafond" userId="34502308-0131-479c-a52b-92567eddfa82" providerId="ADAL" clId="{4048BBDB-64E8-329A-A436-918D599BD79E}" dt="2026-08-31T12:17:16.773" v="380"/>
          <ac:inkMkLst>
            <pc:docMk/>
            <pc:sldMk cId="785742209" sldId="1361"/>
            <ac:inkMk id="43" creationId="{ACD159EC-D45E-C517-6482-3FA02BEE0069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45" creationId="{27D9CCF8-E645-EE00-98AF-05D19639FDDA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47" creationId="{81239455-41E8-DCE4-F9A6-979FA8564016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49" creationId="{7E32CAA7-E294-9EA9-18F3-84BF47FBA0A8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51" creationId="{D7807957-9A7D-0B3E-1109-0E0802F228E0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53" creationId="{573684CC-C18F-4C5E-3AD3-075F9F342E6C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55" creationId="{5275BCD5-AC86-C304-922F-41CD55D2D5F2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59" creationId="{16A2F252-AD62-6FAE-4B5F-8BD0244EC831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61" creationId="{ED927A28-DBAB-F762-663A-22E5C17E2EC3}"/>
          </ac:inkMkLst>
        </pc:inkChg>
        <pc:inkChg chg="add del">
          <ac:chgData name="Manuel Lafond" userId="34502308-0131-479c-a52b-92567eddfa82" providerId="ADAL" clId="{4048BBDB-64E8-329A-A436-918D599BD79E}" dt="2026-08-31T12:17:40.150" v="383"/>
          <ac:inkMkLst>
            <pc:docMk/>
            <pc:sldMk cId="785742209" sldId="1361"/>
            <ac:inkMk id="65" creationId="{1CD3CF12-085A-419A-E99F-49CB8FF8CF7B}"/>
          </ac:inkMkLst>
        </pc:inkChg>
        <pc:inkChg chg="add">
          <ac:chgData name="Manuel Lafond" userId="34502308-0131-479c-a52b-92567eddfa82" providerId="ADAL" clId="{4048BBDB-64E8-329A-A436-918D599BD79E}" dt="2026-08-31T12:17:39.617" v="382" actId="22"/>
          <ac:inkMkLst>
            <pc:docMk/>
            <pc:sldMk cId="785742209" sldId="1361"/>
            <ac:inkMk id="67" creationId="{C1F30DEA-2095-56BF-2731-FAF84F1EAAC4}"/>
          </ac:inkMkLst>
        </pc:inkChg>
        <pc:inkChg chg="add mod reco">
          <ac:chgData name="Manuel Lafond" userId="34502308-0131-479c-a52b-92567eddfa82" providerId="ADAL" clId="{4048BBDB-64E8-329A-A436-918D599BD79E}" dt="2026-08-31T12:18:40.603" v="388" actId="1076"/>
          <ac:inkMkLst>
            <pc:docMk/>
            <pc:sldMk cId="785742209" sldId="1361"/>
            <ac:inkMk id="70" creationId="{CF828B2A-1E96-47C7-44C0-6783F18F8928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72" creationId="{1621926E-F354-5BA1-8F96-5729B6608ED7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74" creationId="{4E7B6A37-361F-5148-E562-C61045B5EAB2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80" creationId="{5B918F59-21D0-B208-67CD-E3608B04C7D3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82" creationId="{A545D5A0-2855-69E4-FDD3-FCCF7B1E4B7B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84" creationId="{AB3EDFDA-3EB6-C5F0-072B-AA6EB15F529D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86" creationId="{CE7D4A0D-D354-6763-8007-D116126A59F4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88" creationId="{63E4A652-511E-6574-5D3E-634A1F479844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90" creationId="{27F95AA0-0AE4-34E0-132A-34476D4D73DF}"/>
          </ac:inkMkLst>
        </pc:inkChg>
        <pc:inkChg chg="add del">
          <ac:chgData name="Manuel Lafond" userId="34502308-0131-479c-a52b-92567eddfa82" providerId="ADAL" clId="{4048BBDB-64E8-329A-A436-918D599BD79E}" dt="2026-08-31T12:18:08.447" v="386"/>
          <ac:inkMkLst>
            <pc:docMk/>
            <pc:sldMk cId="785742209" sldId="1361"/>
            <ac:inkMk id="92" creationId="{21155736-F6DC-0CC0-3C30-3184377D50D8}"/>
          </ac:inkMkLst>
        </pc:inkChg>
        <pc:inkChg chg="add">
          <ac:chgData name="Manuel Lafond" userId="34502308-0131-479c-a52b-92567eddfa82" providerId="ADAL" clId="{4048BBDB-64E8-329A-A436-918D599BD79E}" dt="2026-08-31T12:18:07.924" v="385" actId="22"/>
          <ac:inkMkLst>
            <pc:docMk/>
            <pc:sldMk cId="785742209" sldId="1361"/>
            <ac:inkMk id="94" creationId="{4ED48656-472F-599A-666D-3C37E3AD9AFD}"/>
          </ac:inkMkLst>
        </pc:inkChg>
        <pc:inkChg chg="add mod reco modStrokes">
          <ac:chgData name="Manuel Lafond" userId="34502308-0131-479c-a52b-92567eddfa82" providerId="ADAL" clId="{4048BBDB-64E8-329A-A436-918D599BD79E}" dt="2026-08-31T12:19:29.515" v="406"/>
          <ac:inkMkLst>
            <pc:docMk/>
            <pc:sldMk cId="785742209" sldId="1361"/>
            <ac:inkMk id="97" creationId="{EA5F2B5F-3387-DF30-D506-57EBB06E723B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99" creationId="{65487918-6EE4-E5E2-F370-869CCF2D0521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01" creationId="{159AE799-DC4F-71C0-0B1F-76F35DAC4B40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05" creationId="{51C98327-06A5-1A98-2F3C-CC636584F2F5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07" creationId="{5E6932CE-6867-9774-F012-E970E4D521D5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09" creationId="{E591A6BE-2E2A-87D3-97ED-2EC020A84B94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11" creationId="{AE8A87E1-6702-CD70-639B-B3EE0CD779A8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13" creationId="{2381CEFE-BE8B-632D-04F4-0682B4B773C4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19" creationId="{EE303332-F216-7A4B-C6A2-431DC5CF1D85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21" creationId="{1AFCA0FF-F804-9B63-ACD4-35E1D504CA6F}"/>
          </ac:inkMkLst>
        </pc:inkChg>
        <pc:inkChg chg="add del">
          <ac:chgData name="Manuel Lafond" userId="34502308-0131-479c-a52b-92567eddfa82" providerId="ADAL" clId="{4048BBDB-64E8-329A-A436-918D599BD79E}" dt="2026-08-31T12:18:45.094" v="390"/>
          <ac:inkMkLst>
            <pc:docMk/>
            <pc:sldMk cId="785742209" sldId="1361"/>
            <ac:inkMk id="123" creationId="{F359F24C-9B0E-73B2-D037-005A88EB5701}"/>
          </ac:inkMkLst>
        </pc:inkChg>
        <pc:inkChg chg="mod">
          <ac:chgData name="Manuel Lafond" userId="34502308-0131-479c-a52b-92567eddfa82" providerId="ADAL" clId="{4048BBDB-64E8-329A-A436-918D599BD79E}" dt="2026-08-31T12:18:54.097" v="391" actId="1076"/>
          <ac:inkMkLst>
            <pc:docMk/>
            <pc:sldMk cId="785742209" sldId="1361"/>
            <ac:inkMk id="124" creationId="{1B09E946-E48A-8001-6E3E-06CB71B0441D}"/>
          </ac:inkMkLst>
        </pc:inkChg>
        <pc:inkChg chg="add del">
          <ac:chgData name="Manuel Lafond" userId="34502308-0131-479c-a52b-92567eddfa82" providerId="ADAL" clId="{4048BBDB-64E8-329A-A436-918D599BD79E}" dt="2026-08-31T12:19:16.043" v="394"/>
          <ac:inkMkLst>
            <pc:docMk/>
            <pc:sldMk cId="785742209" sldId="1361"/>
            <ac:inkMk id="125" creationId="{1EBBDB62-D8A8-E305-5610-DA164EDF9CC9}"/>
          </ac:inkMkLst>
        </pc:inkChg>
        <pc:inkChg chg="add del">
          <ac:chgData name="Manuel Lafond" userId="34502308-0131-479c-a52b-92567eddfa82" providerId="ADAL" clId="{4048BBDB-64E8-329A-A436-918D599BD79E}" dt="2026-08-31T12:19:16.043" v="394"/>
          <ac:inkMkLst>
            <pc:docMk/>
            <pc:sldMk cId="785742209" sldId="1361"/>
            <ac:inkMk id="126" creationId="{43C76B00-DB21-41DF-E830-432EA24BC0E3}"/>
          </ac:inkMkLst>
        </pc:inkChg>
        <pc:inkChg chg="add reco">
          <ac:chgData name="Manuel Lafond" userId="34502308-0131-479c-a52b-92567eddfa82" providerId="ADAL" clId="{4048BBDB-64E8-329A-A436-918D599BD79E}" dt="2026-08-31T12:19:16.043" v="394"/>
          <ac:inkMkLst>
            <pc:docMk/>
            <pc:sldMk cId="785742209" sldId="1361"/>
            <ac:inkMk id="127" creationId="{3F9180D3-E1E2-03BF-85E2-C5891FD4129D}"/>
          </ac:inkMkLst>
        </pc:inkChg>
        <pc:inkChg chg="add del">
          <ac:chgData name="Manuel Lafond" userId="34502308-0131-479c-a52b-92567eddfa82" providerId="ADAL" clId="{4048BBDB-64E8-329A-A436-918D599BD79E}" dt="2026-08-31T12:19:17.322" v="397"/>
          <ac:inkMkLst>
            <pc:docMk/>
            <pc:sldMk cId="785742209" sldId="1361"/>
            <ac:inkMk id="128" creationId="{5677D1D1-9E84-1372-81EB-6C437D3FBB12}"/>
          </ac:inkMkLst>
        </pc:inkChg>
        <pc:inkChg chg="add del">
          <ac:chgData name="Manuel Lafond" userId="34502308-0131-479c-a52b-92567eddfa82" providerId="ADAL" clId="{4048BBDB-64E8-329A-A436-918D599BD79E}" dt="2026-08-31T12:19:17.322" v="397"/>
          <ac:inkMkLst>
            <pc:docMk/>
            <pc:sldMk cId="785742209" sldId="1361"/>
            <ac:inkMk id="129" creationId="{ED782BAF-3879-114F-698D-811A104DC5E1}"/>
          </ac:inkMkLst>
        </pc:inkChg>
        <pc:inkChg chg="add reco">
          <ac:chgData name="Manuel Lafond" userId="34502308-0131-479c-a52b-92567eddfa82" providerId="ADAL" clId="{4048BBDB-64E8-329A-A436-918D599BD79E}" dt="2026-08-31T12:19:17.322" v="397"/>
          <ac:inkMkLst>
            <pc:docMk/>
            <pc:sldMk cId="785742209" sldId="1361"/>
            <ac:inkMk id="130" creationId="{B5B0E863-C198-5508-D159-A3C66BCFB8C1}"/>
          </ac:inkMkLst>
        </pc:inkChg>
        <pc:inkChg chg="add del">
          <ac:chgData name="Manuel Lafond" userId="34502308-0131-479c-a52b-92567eddfa82" providerId="ADAL" clId="{4048BBDB-64E8-329A-A436-918D599BD79E}" dt="2026-08-31T12:19:22.092" v="402"/>
          <ac:inkMkLst>
            <pc:docMk/>
            <pc:sldMk cId="785742209" sldId="1361"/>
            <ac:inkMk id="131" creationId="{BC0C7FC1-BAD7-7544-B8FC-04A5AADB8940}"/>
          </ac:inkMkLst>
        </pc:inkChg>
        <pc:inkChg chg="add del">
          <ac:chgData name="Manuel Lafond" userId="34502308-0131-479c-a52b-92567eddfa82" providerId="ADAL" clId="{4048BBDB-64E8-329A-A436-918D599BD79E}" dt="2026-08-31T12:19:21.319" v="401"/>
          <ac:inkMkLst>
            <pc:docMk/>
            <pc:sldMk cId="785742209" sldId="1361"/>
            <ac:inkMk id="132" creationId="{C7549BBF-FDFA-F8A0-42B8-B11A68133A8B}"/>
          </ac:inkMkLst>
        </pc:inkChg>
        <pc:inkChg chg="add del reco">
          <ac:chgData name="Manuel Lafond" userId="34502308-0131-479c-a52b-92567eddfa82" providerId="ADAL" clId="{4048BBDB-64E8-329A-A436-918D599BD79E}" dt="2026-08-31T12:19:21.319" v="401"/>
          <ac:inkMkLst>
            <pc:docMk/>
            <pc:sldMk cId="785742209" sldId="1361"/>
            <ac:inkMk id="133" creationId="{3A981A38-1E52-6FC7-0838-9156D7DF14B1}"/>
          </ac:inkMkLst>
        </pc:inkChg>
        <pc:inkChg chg="add del">
          <ac:chgData name="Manuel Lafond" userId="34502308-0131-479c-a52b-92567eddfa82" providerId="ADAL" clId="{4048BBDB-64E8-329A-A436-918D599BD79E}" dt="2026-08-31T12:19:25.334" v="405"/>
          <ac:inkMkLst>
            <pc:docMk/>
            <pc:sldMk cId="785742209" sldId="1361"/>
            <ac:inkMk id="134" creationId="{C6B4D680-8C94-0303-65F1-47090B7100FC}"/>
          </ac:inkMkLst>
        </pc:inkChg>
        <pc:inkChg chg="add del">
          <ac:chgData name="Manuel Lafond" userId="34502308-0131-479c-a52b-92567eddfa82" providerId="ADAL" clId="{4048BBDB-64E8-329A-A436-918D599BD79E}" dt="2026-08-31T12:19:25.334" v="405"/>
          <ac:inkMkLst>
            <pc:docMk/>
            <pc:sldMk cId="785742209" sldId="1361"/>
            <ac:inkMk id="135" creationId="{A2F09490-6A36-6F19-288C-FAE56D78252F}"/>
          </ac:inkMkLst>
        </pc:inkChg>
        <pc:inkChg chg="add reco">
          <ac:chgData name="Manuel Lafond" userId="34502308-0131-479c-a52b-92567eddfa82" providerId="ADAL" clId="{4048BBDB-64E8-329A-A436-918D599BD79E}" dt="2026-08-31T12:19:25.334" v="405"/>
          <ac:inkMkLst>
            <pc:docMk/>
            <pc:sldMk cId="785742209" sldId="1361"/>
            <ac:inkMk id="136" creationId="{EC6E64DF-1A07-F28B-BC23-CBA8557BFCCC}"/>
          </ac:inkMkLst>
        </pc:inkChg>
        <pc:inkChg chg="add">
          <ac:chgData name="Manuel Lafond" userId="34502308-0131-479c-a52b-92567eddfa82" providerId="ADAL" clId="{4048BBDB-64E8-329A-A436-918D599BD79E}" dt="2026-08-31T12:19:36.059" v="407"/>
          <ac:inkMkLst>
            <pc:docMk/>
            <pc:sldMk cId="785742209" sldId="1361"/>
            <ac:inkMk id="137" creationId="{5FC59F7F-2AA8-4C60-95B2-DCA229A6BACD}"/>
          </ac:inkMkLst>
        </pc:inkChg>
        <pc:inkChg chg="add del">
          <ac:chgData name="Manuel Lafond" userId="34502308-0131-479c-a52b-92567eddfa82" providerId="ADAL" clId="{4048BBDB-64E8-329A-A436-918D599BD79E}" dt="2026-08-31T12:19:40.882" v="410"/>
          <ac:inkMkLst>
            <pc:docMk/>
            <pc:sldMk cId="785742209" sldId="1361"/>
            <ac:inkMk id="138" creationId="{8F49772C-3F28-CF52-BF41-5E0D82CCC978}"/>
          </ac:inkMkLst>
        </pc:inkChg>
        <pc:inkChg chg="add del">
          <ac:chgData name="Manuel Lafond" userId="34502308-0131-479c-a52b-92567eddfa82" providerId="ADAL" clId="{4048BBDB-64E8-329A-A436-918D599BD79E}" dt="2026-08-31T12:19:40.882" v="410"/>
          <ac:inkMkLst>
            <pc:docMk/>
            <pc:sldMk cId="785742209" sldId="1361"/>
            <ac:inkMk id="139" creationId="{E128D914-FB0B-4F29-C58E-C5BAD48060EE}"/>
          </ac:inkMkLst>
        </pc:inkChg>
        <pc:inkChg chg="add reco">
          <ac:chgData name="Manuel Lafond" userId="34502308-0131-479c-a52b-92567eddfa82" providerId="ADAL" clId="{4048BBDB-64E8-329A-A436-918D599BD79E}" dt="2026-08-31T12:19:40.882" v="410"/>
          <ac:inkMkLst>
            <pc:docMk/>
            <pc:sldMk cId="785742209" sldId="1361"/>
            <ac:inkMk id="140" creationId="{1CDD124B-28FF-BECC-CAB6-5EC412B48FEA}"/>
          </ac:inkMkLst>
        </pc:inkChg>
        <pc:inkChg chg="add">
          <ac:chgData name="Manuel Lafond" userId="34502308-0131-479c-a52b-92567eddfa82" providerId="ADAL" clId="{4048BBDB-64E8-329A-A436-918D599BD79E}" dt="2026-08-31T12:19:53.687" v="412"/>
          <ac:inkMkLst>
            <pc:docMk/>
            <pc:sldMk cId="785742209" sldId="1361"/>
            <ac:inkMk id="141" creationId="{65B424C1-203E-99CF-04C3-8488AF54CD45}"/>
          </ac:inkMkLst>
        </pc:inkChg>
        <pc:inkChg chg="add">
          <ac:chgData name="Manuel Lafond" userId="34502308-0131-479c-a52b-92567eddfa82" providerId="ADAL" clId="{4048BBDB-64E8-329A-A436-918D599BD79E}" dt="2026-08-31T12:19:54.611" v="413"/>
          <ac:inkMkLst>
            <pc:docMk/>
            <pc:sldMk cId="785742209" sldId="1361"/>
            <ac:inkMk id="142" creationId="{22B29C9B-E342-6371-4E15-038E81BB57F6}"/>
          </ac:inkMkLst>
        </pc:inkChg>
        <pc:inkChg chg="add del">
          <ac:chgData name="Manuel Lafond" userId="34502308-0131-479c-a52b-92567eddfa82" providerId="ADAL" clId="{4048BBDB-64E8-329A-A436-918D599BD79E}" dt="2026-08-31T12:20:12.593" v="415"/>
          <ac:inkMkLst>
            <pc:docMk/>
            <pc:sldMk cId="785742209" sldId="1361"/>
            <ac:inkMk id="143" creationId="{C67F17C7-1B0D-C5F6-B523-1BA045CE2942}"/>
          </ac:inkMkLst>
        </pc:inkChg>
        <pc:inkChg chg="add">
          <ac:chgData name="Manuel Lafond" userId="34502308-0131-479c-a52b-92567eddfa82" providerId="ADAL" clId="{4048BBDB-64E8-329A-A436-918D599BD79E}" dt="2026-08-31T12:20:15.071" v="416"/>
          <ac:inkMkLst>
            <pc:docMk/>
            <pc:sldMk cId="785742209" sldId="1361"/>
            <ac:inkMk id="144" creationId="{C730639B-A84E-C0BE-2F42-4C2728E5348E}"/>
          </ac:inkMkLst>
        </pc:inkChg>
        <pc:inkChg chg="add">
          <ac:chgData name="Manuel Lafond" userId="34502308-0131-479c-a52b-92567eddfa82" providerId="ADAL" clId="{4048BBDB-64E8-329A-A436-918D599BD79E}" dt="2026-08-31T12:20:17.993" v="417"/>
          <ac:inkMkLst>
            <pc:docMk/>
            <pc:sldMk cId="785742209" sldId="1361"/>
            <ac:inkMk id="145" creationId="{84838D16-51D8-0722-4522-DE715BB543AF}"/>
          </ac:inkMkLst>
        </pc:inkChg>
        <pc:inkChg chg="add">
          <ac:chgData name="Manuel Lafond" userId="34502308-0131-479c-a52b-92567eddfa82" providerId="ADAL" clId="{4048BBDB-64E8-329A-A436-918D599BD79E}" dt="2026-08-31T12:20:21.023" v="418"/>
          <ac:inkMkLst>
            <pc:docMk/>
            <pc:sldMk cId="785742209" sldId="1361"/>
            <ac:inkMk id="146" creationId="{DA9370DB-B9E6-4B92-B83D-0A86F3EE6C4B}"/>
          </ac:inkMkLst>
        </pc:inkChg>
        <pc:inkChg chg="add">
          <ac:chgData name="Manuel Lafond" userId="34502308-0131-479c-a52b-92567eddfa82" providerId="ADAL" clId="{4048BBDB-64E8-329A-A436-918D599BD79E}" dt="2026-08-31T12:20:23.690" v="419"/>
          <ac:inkMkLst>
            <pc:docMk/>
            <pc:sldMk cId="785742209" sldId="1361"/>
            <ac:inkMk id="147" creationId="{8B45C3EA-5839-67CA-AD83-6B80BD4EC68C}"/>
          </ac:inkMkLst>
        </pc:inkChg>
        <pc:inkChg chg="add">
          <ac:chgData name="Manuel Lafond" userId="34502308-0131-479c-a52b-92567eddfa82" providerId="ADAL" clId="{4048BBDB-64E8-329A-A436-918D599BD79E}" dt="2026-08-31T12:20:24.162" v="420"/>
          <ac:inkMkLst>
            <pc:docMk/>
            <pc:sldMk cId="785742209" sldId="1361"/>
            <ac:inkMk id="148" creationId="{0A6D4FD3-5804-CA80-D8E5-368F74A6E840}"/>
          </ac:inkMkLst>
        </pc:inkChg>
        <pc:inkChg chg="add">
          <ac:chgData name="Manuel Lafond" userId="34502308-0131-479c-a52b-92567eddfa82" providerId="ADAL" clId="{4048BBDB-64E8-329A-A436-918D599BD79E}" dt="2026-08-31T12:20:24.726" v="421"/>
          <ac:inkMkLst>
            <pc:docMk/>
            <pc:sldMk cId="785742209" sldId="1361"/>
            <ac:inkMk id="149" creationId="{12447E65-4A4B-8F33-D578-3DE9F4DEECCA}"/>
          </ac:inkMkLst>
        </pc:inkChg>
        <pc:inkChg chg="add del">
          <ac:chgData name="Manuel Lafond" userId="34502308-0131-479c-a52b-92567eddfa82" providerId="ADAL" clId="{4048BBDB-64E8-329A-A436-918D599BD79E}" dt="2026-08-31T12:20:26.430" v="424"/>
          <ac:inkMkLst>
            <pc:docMk/>
            <pc:sldMk cId="785742209" sldId="1361"/>
            <ac:inkMk id="150" creationId="{F3AE9524-BA78-8290-1C0F-59BB9139731B}"/>
          </ac:inkMkLst>
        </pc:inkChg>
        <pc:inkChg chg="add del">
          <ac:chgData name="Manuel Lafond" userId="34502308-0131-479c-a52b-92567eddfa82" providerId="ADAL" clId="{4048BBDB-64E8-329A-A436-918D599BD79E}" dt="2026-08-31T12:20:26.430" v="424"/>
          <ac:inkMkLst>
            <pc:docMk/>
            <pc:sldMk cId="785742209" sldId="1361"/>
            <ac:inkMk id="151" creationId="{0AC6D023-8D3D-24E1-2DA8-4B03714B6B87}"/>
          </ac:inkMkLst>
        </pc:inkChg>
        <pc:inkChg chg="add reco">
          <ac:chgData name="Manuel Lafond" userId="34502308-0131-479c-a52b-92567eddfa82" providerId="ADAL" clId="{4048BBDB-64E8-329A-A436-918D599BD79E}" dt="2026-08-31T12:20:26.430" v="424"/>
          <ac:inkMkLst>
            <pc:docMk/>
            <pc:sldMk cId="785742209" sldId="1361"/>
            <ac:inkMk id="152" creationId="{70E3BD02-9EBC-5E39-50DD-FE56EF9E229D}"/>
          </ac:inkMkLst>
        </pc:inkChg>
      </pc:sldChg>
      <pc:sldChg chg="addSp delSp add mod">
        <pc:chgData name="Manuel Lafond" userId="34502308-0131-479c-a52b-92567eddfa82" providerId="ADAL" clId="{4048BBDB-64E8-329A-A436-918D599BD79E}" dt="2026-08-31T12:53:13.222" v="458"/>
        <pc:sldMkLst>
          <pc:docMk/>
          <pc:sldMk cId="873256474" sldId="1362"/>
        </pc:sldMkLst>
        <pc:inkChg chg="add del">
          <ac:chgData name="Manuel Lafond" userId="34502308-0131-479c-a52b-92567eddfa82" providerId="ADAL" clId="{4048BBDB-64E8-329A-A436-918D599BD79E}" dt="2026-08-31T12:20:44.612" v="428"/>
          <ac:inkMkLst>
            <pc:docMk/>
            <pc:sldMk cId="873256474" sldId="1362"/>
            <ac:inkMk id="2" creationId="{7DB27A90-5380-79C8-9864-8A2578B71A8B}"/>
          </ac:inkMkLst>
        </pc:inkChg>
        <pc:inkChg chg="add del">
          <ac:chgData name="Manuel Lafond" userId="34502308-0131-479c-a52b-92567eddfa82" providerId="ADAL" clId="{4048BBDB-64E8-329A-A436-918D599BD79E}" dt="2026-08-31T12:20:44.612" v="428"/>
          <ac:inkMkLst>
            <pc:docMk/>
            <pc:sldMk cId="873256474" sldId="1362"/>
            <ac:inkMk id="3" creationId="{F40CC00A-34A0-134A-F1A7-3E69C519BF3F}"/>
          </ac:inkMkLst>
        </pc:inkChg>
        <pc:inkChg chg="add reco">
          <ac:chgData name="Manuel Lafond" userId="34502308-0131-479c-a52b-92567eddfa82" providerId="ADAL" clId="{4048BBDB-64E8-329A-A436-918D599BD79E}" dt="2026-08-31T12:20:44.612" v="428"/>
          <ac:inkMkLst>
            <pc:docMk/>
            <pc:sldMk cId="873256474" sldId="1362"/>
            <ac:inkMk id="4" creationId="{B3075624-8199-AFA8-5320-D7B72E4FFCC2}"/>
          </ac:inkMkLst>
        </pc:inkChg>
        <pc:inkChg chg="add del">
          <ac:chgData name="Manuel Lafond" userId="34502308-0131-479c-a52b-92567eddfa82" providerId="ADAL" clId="{4048BBDB-64E8-329A-A436-918D599BD79E}" dt="2026-08-31T12:20:45.840" v="431"/>
          <ac:inkMkLst>
            <pc:docMk/>
            <pc:sldMk cId="873256474" sldId="1362"/>
            <ac:inkMk id="5" creationId="{58500140-F057-C958-9A29-073E124C63F6}"/>
          </ac:inkMkLst>
        </pc:inkChg>
        <pc:inkChg chg="add del">
          <ac:chgData name="Manuel Lafond" userId="34502308-0131-479c-a52b-92567eddfa82" providerId="ADAL" clId="{4048BBDB-64E8-329A-A436-918D599BD79E}" dt="2026-08-31T12:20:45.840" v="431"/>
          <ac:inkMkLst>
            <pc:docMk/>
            <pc:sldMk cId="873256474" sldId="1362"/>
            <ac:inkMk id="6" creationId="{E124B49C-D884-C146-3EE0-6DBA14D280E4}"/>
          </ac:inkMkLst>
        </pc:inkChg>
        <pc:inkChg chg="add reco">
          <ac:chgData name="Manuel Lafond" userId="34502308-0131-479c-a52b-92567eddfa82" providerId="ADAL" clId="{4048BBDB-64E8-329A-A436-918D599BD79E}" dt="2026-08-31T12:20:45.840" v="431"/>
          <ac:inkMkLst>
            <pc:docMk/>
            <pc:sldMk cId="873256474" sldId="1362"/>
            <ac:inkMk id="7" creationId="{D694A62D-A2F9-0B89-46B5-655C7078D316}"/>
          </ac:inkMkLst>
        </pc:inkChg>
        <pc:inkChg chg="add del">
          <ac:chgData name="Manuel Lafond" userId="34502308-0131-479c-a52b-92567eddfa82" providerId="ADAL" clId="{4048BBDB-64E8-329A-A436-918D599BD79E}" dt="2026-08-31T12:20:48.887" v="435"/>
          <ac:inkMkLst>
            <pc:docMk/>
            <pc:sldMk cId="873256474" sldId="1362"/>
            <ac:inkMk id="9" creationId="{FB1F9552-2E90-746B-F615-A1AF4A49FA14}"/>
          </ac:inkMkLst>
        </pc:inkChg>
        <pc:inkChg chg="add del">
          <ac:chgData name="Manuel Lafond" userId="34502308-0131-479c-a52b-92567eddfa82" providerId="ADAL" clId="{4048BBDB-64E8-329A-A436-918D599BD79E}" dt="2026-08-31T12:20:48.887" v="435"/>
          <ac:inkMkLst>
            <pc:docMk/>
            <pc:sldMk cId="873256474" sldId="1362"/>
            <ac:inkMk id="10" creationId="{0C02776F-9F63-1AC0-31B2-2419D62F5850}"/>
          </ac:inkMkLst>
        </pc:inkChg>
        <pc:inkChg chg="add del">
          <ac:chgData name="Manuel Lafond" userId="34502308-0131-479c-a52b-92567eddfa82" providerId="ADAL" clId="{4048BBDB-64E8-329A-A436-918D599BD79E}" dt="2026-08-31T12:20:48.887" v="435"/>
          <ac:inkMkLst>
            <pc:docMk/>
            <pc:sldMk cId="873256474" sldId="1362"/>
            <ac:inkMk id="11" creationId="{7E45A71E-D5EB-072B-97B4-7B61B9036B6F}"/>
          </ac:inkMkLst>
        </pc:inkChg>
        <pc:inkChg chg="add reco">
          <ac:chgData name="Manuel Lafond" userId="34502308-0131-479c-a52b-92567eddfa82" providerId="ADAL" clId="{4048BBDB-64E8-329A-A436-918D599BD79E}" dt="2026-08-31T12:20:48.887" v="435"/>
          <ac:inkMkLst>
            <pc:docMk/>
            <pc:sldMk cId="873256474" sldId="1362"/>
            <ac:inkMk id="13" creationId="{24EDAE42-F4C4-C823-A79A-5CF8CCAB8A21}"/>
          </ac:inkMkLst>
        </pc:inkChg>
        <pc:inkChg chg="add">
          <ac:chgData name="Manuel Lafond" userId="34502308-0131-479c-a52b-92567eddfa82" providerId="ADAL" clId="{4048BBDB-64E8-329A-A436-918D599BD79E}" dt="2026-08-31T12:20:48.902" v="436"/>
          <ac:inkMkLst>
            <pc:docMk/>
            <pc:sldMk cId="873256474" sldId="1362"/>
            <ac:inkMk id="14" creationId="{F4D99C92-8103-4F66-CB44-DB6B74BF6A41}"/>
          </ac:inkMkLst>
        </pc:inkChg>
        <pc:inkChg chg="add">
          <ac:chgData name="Manuel Lafond" userId="34502308-0131-479c-a52b-92567eddfa82" providerId="ADAL" clId="{4048BBDB-64E8-329A-A436-918D599BD79E}" dt="2026-08-31T12:53:00.307" v="437"/>
          <ac:inkMkLst>
            <pc:docMk/>
            <pc:sldMk cId="873256474" sldId="1362"/>
            <ac:inkMk id="16" creationId="{DF27A53F-FD16-2561-63A2-F2A50A1AC1E8}"/>
          </ac:inkMkLst>
        </pc:inkChg>
        <pc:inkChg chg="add del">
          <ac:chgData name="Manuel Lafond" userId="34502308-0131-479c-a52b-92567eddfa82" providerId="ADAL" clId="{4048BBDB-64E8-329A-A436-918D599BD79E}" dt="2026-08-31T12:53:02.513" v="441"/>
          <ac:inkMkLst>
            <pc:docMk/>
            <pc:sldMk cId="873256474" sldId="1362"/>
            <ac:inkMk id="17" creationId="{81F9F1A1-18DD-C435-9639-4614D9F96F35}"/>
          </ac:inkMkLst>
        </pc:inkChg>
        <pc:inkChg chg="add del">
          <ac:chgData name="Manuel Lafond" userId="34502308-0131-479c-a52b-92567eddfa82" providerId="ADAL" clId="{4048BBDB-64E8-329A-A436-918D599BD79E}" dt="2026-08-31T12:53:02.513" v="441"/>
          <ac:inkMkLst>
            <pc:docMk/>
            <pc:sldMk cId="873256474" sldId="1362"/>
            <ac:inkMk id="19" creationId="{278791A3-9242-A2FA-56E9-17FE4609679E}"/>
          </ac:inkMkLst>
        </pc:inkChg>
        <pc:inkChg chg="add del">
          <ac:chgData name="Manuel Lafond" userId="34502308-0131-479c-a52b-92567eddfa82" providerId="ADAL" clId="{4048BBDB-64E8-329A-A436-918D599BD79E}" dt="2026-08-31T12:53:02.513" v="441"/>
          <ac:inkMkLst>
            <pc:docMk/>
            <pc:sldMk cId="873256474" sldId="1362"/>
            <ac:inkMk id="20" creationId="{7C22F40B-C74E-DC1D-9F49-E5A335E8D29F}"/>
          </ac:inkMkLst>
        </pc:inkChg>
        <pc:inkChg chg="add reco">
          <ac:chgData name="Manuel Lafond" userId="34502308-0131-479c-a52b-92567eddfa82" providerId="ADAL" clId="{4048BBDB-64E8-329A-A436-918D599BD79E}" dt="2026-08-31T12:53:02.513" v="441"/>
          <ac:inkMkLst>
            <pc:docMk/>
            <pc:sldMk cId="873256474" sldId="1362"/>
            <ac:inkMk id="25" creationId="{D8F54D9B-E42C-9760-2227-C0C30C0A5622}"/>
          </ac:inkMkLst>
        </pc:inkChg>
        <pc:inkChg chg="add">
          <ac:chgData name="Manuel Lafond" userId="34502308-0131-479c-a52b-92567eddfa82" providerId="ADAL" clId="{4048BBDB-64E8-329A-A436-918D599BD79E}" dt="2026-08-31T12:53:02.647" v="442"/>
          <ac:inkMkLst>
            <pc:docMk/>
            <pc:sldMk cId="873256474" sldId="1362"/>
            <ac:inkMk id="26" creationId="{67383D05-4DE2-1892-4323-46780C8166F4}"/>
          </ac:inkMkLst>
        </pc:inkChg>
        <pc:inkChg chg="add del">
          <ac:chgData name="Manuel Lafond" userId="34502308-0131-479c-a52b-92567eddfa82" providerId="ADAL" clId="{4048BBDB-64E8-329A-A436-918D599BD79E}" dt="2026-08-31T12:53:07.653" v="446"/>
          <ac:inkMkLst>
            <pc:docMk/>
            <pc:sldMk cId="873256474" sldId="1362"/>
            <ac:inkMk id="27" creationId="{7A0A43E8-7427-FFA3-FCFB-CC23ED77E3D6}"/>
          </ac:inkMkLst>
        </pc:inkChg>
        <pc:inkChg chg="add del">
          <ac:chgData name="Manuel Lafond" userId="34502308-0131-479c-a52b-92567eddfa82" providerId="ADAL" clId="{4048BBDB-64E8-329A-A436-918D599BD79E}" dt="2026-08-31T12:53:07.653" v="446"/>
          <ac:inkMkLst>
            <pc:docMk/>
            <pc:sldMk cId="873256474" sldId="1362"/>
            <ac:inkMk id="28" creationId="{7F24B726-5A33-FF1C-00E5-B73C2FC58EFD}"/>
          </ac:inkMkLst>
        </pc:inkChg>
        <pc:inkChg chg="add del">
          <ac:chgData name="Manuel Lafond" userId="34502308-0131-479c-a52b-92567eddfa82" providerId="ADAL" clId="{4048BBDB-64E8-329A-A436-918D599BD79E}" dt="2026-08-31T12:53:07.653" v="446"/>
          <ac:inkMkLst>
            <pc:docMk/>
            <pc:sldMk cId="873256474" sldId="1362"/>
            <ac:inkMk id="29" creationId="{EDEC3A10-7B5E-192C-6396-66BF5E2C2E00}"/>
          </ac:inkMkLst>
        </pc:inkChg>
        <pc:inkChg chg="add reco">
          <ac:chgData name="Manuel Lafond" userId="34502308-0131-479c-a52b-92567eddfa82" providerId="ADAL" clId="{4048BBDB-64E8-329A-A436-918D599BD79E}" dt="2026-08-31T12:53:07.653" v="446"/>
          <ac:inkMkLst>
            <pc:docMk/>
            <pc:sldMk cId="873256474" sldId="1362"/>
            <ac:inkMk id="30" creationId="{F1BA4DB7-1C16-9C8E-7F14-72AB062A40B2}"/>
          </ac:inkMkLst>
        </pc:inkChg>
        <pc:inkChg chg="add del">
          <ac:chgData name="Manuel Lafond" userId="34502308-0131-479c-a52b-92567eddfa82" providerId="ADAL" clId="{4048BBDB-64E8-329A-A436-918D599BD79E}" dt="2026-08-31T12:53:08.909" v="449"/>
          <ac:inkMkLst>
            <pc:docMk/>
            <pc:sldMk cId="873256474" sldId="1362"/>
            <ac:inkMk id="31" creationId="{1A32AE0C-D825-2E58-F766-5ED9ECB4CCE4}"/>
          </ac:inkMkLst>
        </pc:inkChg>
        <pc:inkChg chg="add del">
          <ac:chgData name="Manuel Lafond" userId="34502308-0131-479c-a52b-92567eddfa82" providerId="ADAL" clId="{4048BBDB-64E8-329A-A436-918D599BD79E}" dt="2026-08-31T12:53:08.909" v="449"/>
          <ac:inkMkLst>
            <pc:docMk/>
            <pc:sldMk cId="873256474" sldId="1362"/>
            <ac:inkMk id="33" creationId="{3D4BB129-EDF7-4093-B15B-81D7D1B56471}"/>
          </ac:inkMkLst>
        </pc:inkChg>
        <pc:inkChg chg="add reco">
          <ac:chgData name="Manuel Lafond" userId="34502308-0131-479c-a52b-92567eddfa82" providerId="ADAL" clId="{4048BBDB-64E8-329A-A436-918D599BD79E}" dt="2026-08-31T12:53:08.909" v="449"/>
          <ac:inkMkLst>
            <pc:docMk/>
            <pc:sldMk cId="873256474" sldId="1362"/>
            <ac:inkMk id="34" creationId="{A1A19514-849D-3DCE-83F2-128E6121A92F}"/>
          </ac:inkMkLst>
        </pc:inkChg>
        <pc:inkChg chg="add del">
          <ac:chgData name="Manuel Lafond" userId="34502308-0131-479c-a52b-92567eddfa82" providerId="ADAL" clId="{4048BBDB-64E8-329A-A436-918D599BD79E}" dt="2026-08-31T12:53:12.504" v="455"/>
          <ac:inkMkLst>
            <pc:docMk/>
            <pc:sldMk cId="873256474" sldId="1362"/>
            <ac:inkMk id="36" creationId="{3CD91794-7A87-DEC2-C199-23738A110BB8}"/>
          </ac:inkMkLst>
        </pc:inkChg>
        <pc:inkChg chg="add del">
          <ac:chgData name="Manuel Lafond" userId="34502308-0131-479c-a52b-92567eddfa82" providerId="ADAL" clId="{4048BBDB-64E8-329A-A436-918D599BD79E}" dt="2026-08-31T12:53:12.504" v="455"/>
          <ac:inkMkLst>
            <pc:docMk/>
            <pc:sldMk cId="873256474" sldId="1362"/>
            <ac:inkMk id="38" creationId="{250EED9F-D2A0-EA3C-F22F-09FE056393A5}"/>
          </ac:inkMkLst>
        </pc:inkChg>
        <pc:inkChg chg="add del">
          <ac:chgData name="Manuel Lafond" userId="34502308-0131-479c-a52b-92567eddfa82" providerId="ADAL" clId="{4048BBDB-64E8-329A-A436-918D599BD79E}" dt="2026-08-31T12:53:12.504" v="455"/>
          <ac:inkMkLst>
            <pc:docMk/>
            <pc:sldMk cId="873256474" sldId="1362"/>
            <ac:inkMk id="39" creationId="{6B375642-0E7D-7764-055E-9DCDCBC25D6E}"/>
          </ac:inkMkLst>
        </pc:inkChg>
        <pc:inkChg chg="add del">
          <ac:chgData name="Manuel Lafond" userId="34502308-0131-479c-a52b-92567eddfa82" providerId="ADAL" clId="{4048BBDB-64E8-329A-A436-918D599BD79E}" dt="2026-08-31T12:53:12.504" v="455"/>
          <ac:inkMkLst>
            <pc:docMk/>
            <pc:sldMk cId="873256474" sldId="1362"/>
            <ac:inkMk id="40" creationId="{B6683580-9361-3F8F-07A5-BB7CFC2E2136}"/>
          </ac:inkMkLst>
        </pc:inkChg>
        <pc:inkChg chg="add del">
          <ac:chgData name="Manuel Lafond" userId="34502308-0131-479c-a52b-92567eddfa82" providerId="ADAL" clId="{4048BBDB-64E8-329A-A436-918D599BD79E}" dt="2026-08-31T12:53:13.216" v="457"/>
          <ac:inkMkLst>
            <pc:docMk/>
            <pc:sldMk cId="873256474" sldId="1362"/>
            <ac:inkMk id="42" creationId="{1C3CC7E6-7643-8D92-5584-FCD850CB0504}"/>
          </ac:inkMkLst>
        </pc:inkChg>
        <pc:inkChg chg="add reco">
          <ac:chgData name="Manuel Lafond" userId="34502308-0131-479c-a52b-92567eddfa82" providerId="ADAL" clId="{4048BBDB-64E8-329A-A436-918D599BD79E}" dt="2026-08-31T12:53:12.504" v="455"/>
          <ac:inkMkLst>
            <pc:docMk/>
            <pc:sldMk cId="873256474" sldId="1362"/>
            <ac:inkMk id="44" creationId="{4F7C59D6-5F68-EEB6-4E1B-4C0ED5D59399}"/>
          </ac:inkMkLst>
        </pc:inkChg>
        <pc:inkChg chg="add del">
          <ac:chgData name="Manuel Lafond" userId="34502308-0131-479c-a52b-92567eddfa82" providerId="ADAL" clId="{4048BBDB-64E8-329A-A436-918D599BD79E}" dt="2026-08-31T12:53:13.216" v="457"/>
          <ac:inkMkLst>
            <pc:docMk/>
            <pc:sldMk cId="873256474" sldId="1362"/>
            <ac:inkMk id="45" creationId="{B4C0F68D-1197-3EAA-ED2C-77841B63A4DA}"/>
          </ac:inkMkLst>
        </pc:inkChg>
        <pc:inkChg chg="add reco">
          <ac:chgData name="Manuel Lafond" userId="34502308-0131-479c-a52b-92567eddfa82" providerId="ADAL" clId="{4048BBDB-64E8-329A-A436-918D599BD79E}" dt="2026-08-31T12:53:13.216" v="457"/>
          <ac:inkMkLst>
            <pc:docMk/>
            <pc:sldMk cId="873256474" sldId="1362"/>
            <ac:inkMk id="46" creationId="{3E54EF02-21F7-953C-6F66-3D32BEAF5567}"/>
          </ac:inkMkLst>
        </pc:inkChg>
        <pc:inkChg chg="add">
          <ac:chgData name="Manuel Lafond" userId="34502308-0131-479c-a52b-92567eddfa82" providerId="ADAL" clId="{4048BBDB-64E8-329A-A436-918D599BD79E}" dt="2026-08-31T12:53:13.222" v="458"/>
          <ac:inkMkLst>
            <pc:docMk/>
            <pc:sldMk cId="873256474" sldId="1362"/>
            <ac:inkMk id="47" creationId="{A4FC04F4-83C4-111C-8923-A918C0715793}"/>
          </ac:inkMkLst>
        </pc:inkChg>
      </pc:sldChg>
      <pc:sldChg chg="addSp delSp modSp add mod">
        <pc:chgData name="Manuel Lafond" userId="34502308-0131-479c-a52b-92567eddfa82" providerId="ADAL" clId="{4048BBDB-64E8-329A-A436-918D599BD79E}" dt="2026-09-01T07:55:28.184" v="567"/>
        <pc:sldMkLst>
          <pc:docMk/>
          <pc:sldMk cId="1421255942" sldId="1363"/>
        </pc:sldMkLst>
        <pc:inkChg chg="add del">
          <ac:chgData name="Manuel Lafond" userId="34502308-0131-479c-a52b-92567eddfa82" providerId="ADAL" clId="{4048BBDB-64E8-329A-A436-918D599BD79E}" dt="2026-09-01T07:54:52.260" v="562"/>
          <ac:inkMkLst>
            <pc:docMk/>
            <pc:sldMk cId="1421255942" sldId="1363"/>
            <ac:inkMk id="2" creationId="{6103E250-2CAB-833E-30FE-6B0E22B28357}"/>
          </ac:inkMkLst>
        </pc:inkChg>
        <pc:inkChg chg="add del">
          <ac:chgData name="Manuel Lafond" userId="34502308-0131-479c-a52b-92567eddfa82" providerId="ADAL" clId="{4048BBDB-64E8-329A-A436-918D599BD79E}" dt="2026-08-31T13:21:45.572" v="515"/>
          <ac:inkMkLst>
            <pc:docMk/>
            <pc:sldMk cId="1421255942" sldId="1363"/>
            <ac:inkMk id="2" creationId="{76B7681A-804B-F902-A269-4AF6041D9445}"/>
          </ac:inkMkLst>
        </pc:inkChg>
        <pc:inkChg chg="add del">
          <ac:chgData name="Manuel Lafond" userId="34502308-0131-479c-a52b-92567eddfa82" providerId="ADAL" clId="{4048BBDB-64E8-329A-A436-918D599BD79E}" dt="2026-09-01T07:54:52.260" v="562"/>
          <ac:inkMkLst>
            <pc:docMk/>
            <pc:sldMk cId="1421255942" sldId="1363"/>
            <ac:inkMk id="3" creationId="{4E41FA62-0745-CF54-21D0-743E3640883A}"/>
          </ac:inkMkLst>
        </pc:inkChg>
        <pc:inkChg chg="add del">
          <ac:chgData name="Manuel Lafond" userId="34502308-0131-479c-a52b-92567eddfa82" providerId="ADAL" clId="{4048BBDB-64E8-329A-A436-918D599BD79E}" dt="2026-08-31T13:21:45.568" v="514"/>
          <ac:inkMkLst>
            <pc:docMk/>
            <pc:sldMk cId="1421255942" sldId="1363"/>
            <ac:inkMk id="3" creationId="{F01FC8BE-7391-DD5C-6717-7E110154C85B}"/>
          </ac:inkMkLst>
        </pc:inkChg>
        <pc:inkChg chg="add reco">
          <ac:chgData name="Manuel Lafond" userId="34502308-0131-479c-a52b-92567eddfa82" providerId="ADAL" clId="{4048BBDB-64E8-329A-A436-918D599BD79E}" dt="2026-09-01T07:54:52.260" v="562"/>
          <ac:inkMkLst>
            <pc:docMk/>
            <pc:sldMk cId="1421255942" sldId="1363"/>
            <ac:inkMk id="4" creationId="{8E50E6CF-B516-2C2A-D43C-1412B8895C35}"/>
          </ac:inkMkLst>
        </pc:inkChg>
        <pc:inkChg chg="del">
          <ac:chgData name="Manuel Lafond" userId="34502308-0131-479c-a52b-92567eddfa82" providerId="ADAL" clId="{4048BBDB-64E8-329A-A436-918D599BD79E}" dt="2026-08-31T13:13:45.475" v="461"/>
          <ac:inkMkLst>
            <pc:docMk/>
            <pc:sldMk cId="1421255942" sldId="1363"/>
            <ac:inkMk id="4" creationId="{B3075624-8199-AFA8-5320-D7B72E4FFCC2}"/>
          </ac:inkMkLst>
        </pc:inkChg>
        <pc:inkChg chg="add del">
          <ac:chgData name="Manuel Lafond" userId="34502308-0131-479c-a52b-92567eddfa82" providerId="ADAL" clId="{4048BBDB-64E8-329A-A436-918D599BD79E}" dt="2026-08-31T13:21:45.563" v="513"/>
          <ac:inkMkLst>
            <pc:docMk/>
            <pc:sldMk cId="1421255942" sldId="1363"/>
            <ac:inkMk id="5" creationId="{4A4CDC04-4F85-E563-AEE4-E33D79AAB300}"/>
          </ac:inkMkLst>
        </pc:inkChg>
        <pc:inkChg chg="add del">
          <ac:chgData name="Manuel Lafond" userId="34502308-0131-479c-a52b-92567eddfa82" providerId="ADAL" clId="{4048BBDB-64E8-329A-A436-918D599BD79E}" dt="2026-09-01T07:55:20.875" v="566"/>
          <ac:inkMkLst>
            <pc:docMk/>
            <pc:sldMk cId="1421255942" sldId="1363"/>
            <ac:inkMk id="5" creationId="{4D148B70-AC08-392E-EA4E-E0C2FF06E938}"/>
          </ac:inkMkLst>
        </pc:inkChg>
        <pc:inkChg chg="add del">
          <ac:chgData name="Manuel Lafond" userId="34502308-0131-479c-a52b-92567eddfa82" providerId="ADAL" clId="{4048BBDB-64E8-329A-A436-918D599BD79E}" dt="2026-09-01T07:55:20.875" v="566"/>
          <ac:inkMkLst>
            <pc:docMk/>
            <pc:sldMk cId="1421255942" sldId="1363"/>
            <ac:inkMk id="6" creationId="{765EC930-7111-9156-58DA-59FB62D5831E}"/>
          </ac:inkMkLst>
        </pc:inkChg>
        <pc:inkChg chg="add del">
          <ac:chgData name="Manuel Lafond" userId="34502308-0131-479c-a52b-92567eddfa82" providerId="ADAL" clId="{4048BBDB-64E8-329A-A436-918D599BD79E}" dt="2026-08-31T13:21:45.578" v="516"/>
          <ac:inkMkLst>
            <pc:docMk/>
            <pc:sldMk cId="1421255942" sldId="1363"/>
            <ac:inkMk id="6" creationId="{A8FFE0EC-433F-BBFF-8B55-CC3F77D12B0D}"/>
          </ac:inkMkLst>
        </pc:inkChg>
        <pc:inkChg chg="add reco">
          <ac:chgData name="Manuel Lafond" userId="34502308-0131-479c-a52b-92567eddfa82" providerId="ADAL" clId="{4048BBDB-64E8-329A-A436-918D599BD79E}" dt="2026-09-01T07:55:20.875" v="566"/>
          <ac:inkMkLst>
            <pc:docMk/>
            <pc:sldMk cId="1421255942" sldId="1363"/>
            <ac:inkMk id="7" creationId="{C56432BB-B5B6-7A11-133C-16A5BB4D6273}"/>
          </ac:inkMkLst>
        </pc:inkChg>
        <pc:inkChg chg="del">
          <ac:chgData name="Manuel Lafond" userId="34502308-0131-479c-a52b-92567eddfa82" providerId="ADAL" clId="{4048BBDB-64E8-329A-A436-918D599BD79E}" dt="2026-08-31T13:13:45.565" v="480"/>
          <ac:inkMkLst>
            <pc:docMk/>
            <pc:sldMk cId="1421255942" sldId="1363"/>
            <ac:inkMk id="7" creationId="{D694A62D-A2F9-0B89-46B5-655C7078D316}"/>
          </ac:inkMkLst>
        </pc:inkChg>
        <pc:inkChg chg="del">
          <ac:chgData name="Manuel Lafond" userId="34502308-0131-479c-a52b-92567eddfa82" providerId="ADAL" clId="{4048BBDB-64E8-329A-A436-918D599BD79E}" dt="2026-08-31T13:13:45.646" v="498"/>
          <ac:inkMkLst>
            <pc:docMk/>
            <pc:sldMk cId="1421255942" sldId="1363"/>
            <ac:inkMk id="8" creationId="{7FDCAF78-82C5-751D-1FD4-61BACB5F03F5}"/>
          </ac:inkMkLst>
        </pc:inkChg>
        <pc:inkChg chg="add">
          <ac:chgData name="Manuel Lafond" userId="34502308-0131-479c-a52b-92567eddfa82" providerId="ADAL" clId="{4048BBDB-64E8-329A-A436-918D599BD79E}" dt="2026-09-01T07:55:28.184" v="567"/>
          <ac:inkMkLst>
            <pc:docMk/>
            <pc:sldMk cId="1421255942" sldId="1363"/>
            <ac:inkMk id="8" creationId="{D53AB1A4-895E-4DCA-A40D-6E54AF4AE33D}"/>
          </ac:inkMkLst>
        </pc:inkChg>
        <pc:inkChg chg="add del">
          <ac:chgData name="Manuel Lafond" userId="34502308-0131-479c-a52b-92567eddfa82" providerId="ADAL" clId="{4048BBDB-64E8-329A-A436-918D599BD79E}" dt="2026-08-31T13:21:45.544" v="509"/>
          <ac:inkMkLst>
            <pc:docMk/>
            <pc:sldMk cId="1421255942" sldId="1363"/>
            <ac:inkMk id="9" creationId="{284DCA5B-3182-B932-B7A8-33B7433B5BC5}"/>
          </ac:inkMkLst>
        </pc:inkChg>
        <pc:inkChg chg="add del">
          <ac:chgData name="Manuel Lafond" userId="34502308-0131-479c-a52b-92567eddfa82" providerId="ADAL" clId="{4048BBDB-64E8-329A-A436-918D599BD79E}" dt="2026-08-31T13:21:45.549" v="510"/>
          <ac:inkMkLst>
            <pc:docMk/>
            <pc:sldMk cId="1421255942" sldId="1363"/>
            <ac:inkMk id="10" creationId="{10DEDF3E-28C5-ACAC-9ECC-5B2B320FE17D}"/>
          </ac:inkMkLst>
        </pc:inkChg>
        <pc:inkChg chg="add del">
          <ac:chgData name="Manuel Lafond" userId="34502308-0131-479c-a52b-92567eddfa82" providerId="ADAL" clId="{4048BBDB-64E8-329A-A436-918D599BD79E}" dt="2026-08-31T13:21:45.558" v="512"/>
          <ac:inkMkLst>
            <pc:docMk/>
            <pc:sldMk cId="1421255942" sldId="1363"/>
            <ac:inkMk id="11" creationId="{36FD774C-A508-8864-3A70-0DE2615918CC}"/>
          </ac:inkMkLst>
        </pc:inkChg>
        <pc:inkChg chg="del">
          <ac:chgData name="Manuel Lafond" userId="34502308-0131-479c-a52b-92567eddfa82" providerId="ADAL" clId="{4048BBDB-64E8-329A-A436-918D599BD79E}" dt="2026-08-31T13:13:45.574" v="482"/>
          <ac:inkMkLst>
            <pc:docMk/>
            <pc:sldMk cId="1421255942" sldId="1363"/>
            <ac:inkMk id="12" creationId="{37DC1768-C6E0-05D0-E986-C560E1C1589C}"/>
          </ac:inkMkLst>
        </pc:inkChg>
        <pc:inkChg chg="del">
          <ac:chgData name="Manuel Lafond" userId="34502308-0131-479c-a52b-92567eddfa82" providerId="ADAL" clId="{4048BBDB-64E8-329A-A436-918D599BD79E}" dt="2026-08-31T13:13:45.561" v="479"/>
          <ac:inkMkLst>
            <pc:docMk/>
            <pc:sldMk cId="1421255942" sldId="1363"/>
            <ac:inkMk id="13" creationId="{24EDAE42-F4C4-C823-A79A-5CF8CCAB8A21}"/>
          </ac:inkMkLst>
        </pc:inkChg>
        <pc:inkChg chg="del">
          <ac:chgData name="Manuel Lafond" userId="34502308-0131-479c-a52b-92567eddfa82" providerId="ADAL" clId="{4048BBDB-64E8-329A-A436-918D599BD79E}" dt="2026-08-31T13:13:45.620" v="492"/>
          <ac:inkMkLst>
            <pc:docMk/>
            <pc:sldMk cId="1421255942" sldId="1363"/>
            <ac:inkMk id="14" creationId="{F4D99C92-8103-4F66-CB44-DB6B74BF6A41}"/>
          </ac:inkMkLst>
        </pc:inkChg>
        <pc:inkChg chg="del">
          <ac:chgData name="Manuel Lafond" userId="34502308-0131-479c-a52b-92567eddfa82" providerId="ADAL" clId="{4048BBDB-64E8-329A-A436-918D599BD79E}" dt="2026-08-31T13:13:45.501" v="466"/>
          <ac:inkMkLst>
            <pc:docMk/>
            <pc:sldMk cId="1421255942" sldId="1363"/>
            <ac:inkMk id="15" creationId="{F7283256-2DE2-4823-52A1-4C76108F004E}"/>
          </ac:inkMkLst>
        </pc:inkChg>
        <pc:inkChg chg="del">
          <ac:chgData name="Manuel Lafond" userId="34502308-0131-479c-a52b-92567eddfa82" providerId="ADAL" clId="{4048BBDB-64E8-329A-A436-918D599BD79E}" dt="2026-08-31T13:13:45.534" v="473"/>
          <ac:inkMkLst>
            <pc:docMk/>
            <pc:sldMk cId="1421255942" sldId="1363"/>
            <ac:inkMk id="16" creationId="{DF27A53F-FD16-2561-63A2-F2A50A1AC1E8}"/>
          </ac:inkMkLst>
        </pc:inkChg>
        <pc:inkChg chg="add del">
          <ac:chgData name="Manuel Lafond" userId="34502308-0131-479c-a52b-92567eddfa82" providerId="ADAL" clId="{4048BBDB-64E8-329A-A436-918D599BD79E}" dt="2026-08-31T13:21:45.554" v="511"/>
          <ac:inkMkLst>
            <pc:docMk/>
            <pc:sldMk cId="1421255942" sldId="1363"/>
            <ac:inkMk id="17" creationId="{BCAE9325-198E-636D-18E5-3F687B79E82E}"/>
          </ac:inkMkLst>
        </pc:inkChg>
        <pc:inkChg chg="del">
          <ac:chgData name="Manuel Lafond" userId="34502308-0131-479c-a52b-92567eddfa82" providerId="ADAL" clId="{4048BBDB-64E8-329A-A436-918D599BD79E}" dt="2026-08-31T13:13:45.548" v="476"/>
          <ac:inkMkLst>
            <pc:docMk/>
            <pc:sldMk cId="1421255942" sldId="1363"/>
            <ac:inkMk id="18" creationId="{F5146177-21B0-7BE2-8447-5EA8E442C4EA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19" creationId="{05B21C7C-3D08-F032-CC03-3678CEFFAC0F}"/>
          </ac:inkMkLst>
        </pc:inkChg>
        <pc:inkChg chg="add">
          <ac:chgData name="Manuel Lafond" userId="34502308-0131-479c-a52b-92567eddfa82" providerId="ADAL" clId="{4048BBDB-64E8-329A-A436-918D599BD79E}" dt="2026-08-31T13:21:49.147" v="518"/>
          <ac:inkMkLst>
            <pc:docMk/>
            <pc:sldMk cId="1421255942" sldId="1363"/>
            <ac:inkMk id="20" creationId="{72336E28-B351-472C-602D-4DDDA035B340}"/>
          </ac:inkMkLst>
        </pc:inkChg>
        <pc:inkChg chg="del">
          <ac:chgData name="Manuel Lafond" userId="34502308-0131-479c-a52b-92567eddfa82" providerId="ADAL" clId="{4048BBDB-64E8-329A-A436-918D599BD79E}" dt="2026-08-31T13:13:45.624" v="493"/>
          <ac:inkMkLst>
            <pc:docMk/>
            <pc:sldMk cId="1421255942" sldId="1363"/>
            <ac:inkMk id="21" creationId="{B8C6BDF7-7F9E-ABBD-97C8-3277AD15617C}"/>
          </ac:inkMkLst>
        </pc:inkChg>
        <pc:inkChg chg="del">
          <ac:chgData name="Manuel Lafond" userId="34502308-0131-479c-a52b-92567eddfa82" providerId="ADAL" clId="{4048BBDB-64E8-329A-A436-918D599BD79E}" dt="2026-08-31T13:13:45.650" v="499"/>
          <ac:inkMkLst>
            <pc:docMk/>
            <pc:sldMk cId="1421255942" sldId="1363"/>
            <ac:inkMk id="22" creationId="{32DF4F50-D9CC-9338-B3A3-A72F96E1C7C2}"/>
          </ac:inkMkLst>
        </pc:inkChg>
        <pc:inkChg chg="del">
          <ac:chgData name="Manuel Lafond" userId="34502308-0131-479c-a52b-92567eddfa82" providerId="ADAL" clId="{4048BBDB-64E8-329A-A436-918D599BD79E}" dt="2026-08-31T13:13:45.538" v="474"/>
          <ac:inkMkLst>
            <pc:docMk/>
            <pc:sldMk cId="1421255942" sldId="1363"/>
            <ac:inkMk id="23" creationId="{54EB9127-1069-5DB8-8F50-CF8F90D007DB}"/>
          </ac:inkMkLst>
        </pc:inkChg>
        <pc:inkChg chg="del">
          <ac:chgData name="Manuel Lafond" userId="34502308-0131-479c-a52b-92567eddfa82" providerId="ADAL" clId="{4048BBDB-64E8-329A-A436-918D599BD79E}" dt="2026-08-31T13:13:45.578" v="483"/>
          <ac:inkMkLst>
            <pc:docMk/>
            <pc:sldMk cId="1421255942" sldId="1363"/>
            <ac:inkMk id="24" creationId="{1645545E-CA10-CEC3-3AEC-BBC576D7C5B5}"/>
          </ac:inkMkLst>
        </pc:inkChg>
        <pc:inkChg chg="del">
          <ac:chgData name="Manuel Lafond" userId="34502308-0131-479c-a52b-92567eddfa82" providerId="ADAL" clId="{4048BBDB-64E8-329A-A436-918D599BD79E}" dt="2026-08-31T13:13:45.637" v="496"/>
          <ac:inkMkLst>
            <pc:docMk/>
            <pc:sldMk cId="1421255942" sldId="1363"/>
            <ac:inkMk id="25" creationId="{D8F54D9B-E42C-9760-2227-C0C30C0A5622}"/>
          </ac:inkMkLst>
        </pc:inkChg>
        <pc:inkChg chg="del">
          <ac:chgData name="Manuel Lafond" userId="34502308-0131-479c-a52b-92567eddfa82" providerId="ADAL" clId="{4048BBDB-64E8-329A-A436-918D599BD79E}" dt="2026-08-31T13:13:45.597" v="487"/>
          <ac:inkMkLst>
            <pc:docMk/>
            <pc:sldMk cId="1421255942" sldId="1363"/>
            <ac:inkMk id="26" creationId="{67383D05-4DE2-1892-4323-46780C8166F4}"/>
          </ac:inkMkLst>
        </pc:inkChg>
        <pc:inkChg chg="add">
          <ac:chgData name="Manuel Lafond" userId="34502308-0131-479c-a52b-92567eddfa82" providerId="ADAL" clId="{4048BBDB-64E8-329A-A436-918D599BD79E}" dt="2026-08-31T13:21:49.661" v="519"/>
          <ac:inkMkLst>
            <pc:docMk/>
            <pc:sldMk cId="1421255942" sldId="1363"/>
            <ac:inkMk id="27" creationId="{661FA669-DB95-1979-0231-66D96C9D74D0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28" creationId="{0CD0D22F-B1F0-B692-1387-D4A33448402A}"/>
          </ac:inkMkLst>
        </pc:inkChg>
        <pc:inkChg chg="add">
          <ac:chgData name="Manuel Lafond" userId="34502308-0131-479c-a52b-92567eddfa82" providerId="ADAL" clId="{4048BBDB-64E8-329A-A436-918D599BD79E}" dt="2026-08-31T13:21:50.528" v="521"/>
          <ac:inkMkLst>
            <pc:docMk/>
            <pc:sldMk cId="1421255942" sldId="1363"/>
            <ac:inkMk id="29" creationId="{4CD7ABDB-C21E-E7EE-777C-659748E6C624}"/>
          </ac:inkMkLst>
        </pc:inkChg>
        <pc:inkChg chg="del">
          <ac:chgData name="Manuel Lafond" userId="34502308-0131-479c-a52b-92567eddfa82" providerId="ADAL" clId="{4048BBDB-64E8-329A-A436-918D599BD79E}" dt="2026-08-31T13:13:45.611" v="490"/>
          <ac:inkMkLst>
            <pc:docMk/>
            <pc:sldMk cId="1421255942" sldId="1363"/>
            <ac:inkMk id="30" creationId="{F1BA4DB7-1C16-9C8E-7F14-72AB062A40B2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31" creationId="{15A27F55-47EC-BD4A-EDFF-FAA06A3EF4FE}"/>
          </ac:inkMkLst>
        </pc:inkChg>
        <pc:inkChg chg="del">
          <ac:chgData name="Manuel Lafond" userId="34502308-0131-479c-a52b-92567eddfa82" providerId="ADAL" clId="{4048BBDB-64E8-329A-A436-918D599BD79E}" dt="2026-08-31T13:13:45.583" v="484"/>
          <ac:inkMkLst>
            <pc:docMk/>
            <pc:sldMk cId="1421255942" sldId="1363"/>
            <ac:inkMk id="32" creationId="{6ABBBF74-F28F-3105-3871-A996CA6C2E68}"/>
          </ac:inkMkLst>
        </pc:inkChg>
        <pc:inkChg chg="add">
          <ac:chgData name="Manuel Lafond" userId="34502308-0131-479c-a52b-92567eddfa82" providerId="ADAL" clId="{4048BBDB-64E8-329A-A436-918D599BD79E}" dt="2026-08-31T13:21:52.719" v="523"/>
          <ac:inkMkLst>
            <pc:docMk/>
            <pc:sldMk cId="1421255942" sldId="1363"/>
            <ac:inkMk id="33" creationId="{C96E0487-6F75-F959-3243-4AD6C950AFC2}"/>
          </ac:inkMkLst>
        </pc:inkChg>
        <pc:inkChg chg="del">
          <ac:chgData name="Manuel Lafond" userId="34502308-0131-479c-a52b-92567eddfa82" providerId="ADAL" clId="{4048BBDB-64E8-329A-A436-918D599BD79E}" dt="2026-08-31T13:13:45.615" v="491"/>
          <ac:inkMkLst>
            <pc:docMk/>
            <pc:sldMk cId="1421255942" sldId="1363"/>
            <ac:inkMk id="34" creationId="{A1A19514-849D-3DCE-83F2-128E6121A92F}"/>
          </ac:inkMkLst>
        </pc:inkChg>
        <pc:inkChg chg="del">
          <ac:chgData name="Manuel Lafond" userId="34502308-0131-479c-a52b-92567eddfa82" providerId="ADAL" clId="{4048BBDB-64E8-329A-A436-918D599BD79E}" dt="2026-08-31T13:13:45.593" v="486"/>
          <ac:inkMkLst>
            <pc:docMk/>
            <pc:sldMk cId="1421255942" sldId="1363"/>
            <ac:inkMk id="35" creationId="{24ADDB8D-2E1C-7179-FC8D-018C0F875436}"/>
          </ac:inkMkLst>
        </pc:inkChg>
        <pc:inkChg chg="add">
          <ac:chgData name="Manuel Lafond" userId="34502308-0131-479c-a52b-92567eddfa82" providerId="ADAL" clId="{4048BBDB-64E8-329A-A436-918D599BD79E}" dt="2026-08-31T13:21:53.291" v="524"/>
          <ac:inkMkLst>
            <pc:docMk/>
            <pc:sldMk cId="1421255942" sldId="1363"/>
            <ac:inkMk id="36" creationId="{CAD1D5AA-8C29-C85C-1BCC-C02214E5770B}"/>
          </ac:inkMkLst>
        </pc:inkChg>
        <pc:inkChg chg="del">
          <ac:chgData name="Manuel Lafond" userId="34502308-0131-479c-a52b-92567eddfa82" providerId="ADAL" clId="{4048BBDB-64E8-329A-A436-918D599BD79E}" dt="2026-08-31T13:13:45.518" v="469"/>
          <ac:inkMkLst>
            <pc:docMk/>
            <pc:sldMk cId="1421255942" sldId="1363"/>
            <ac:inkMk id="37" creationId="{FAE71787-DD23-9B6F-0C99-BB2F91A79097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38" creationId="{E10FE667-A8B1-3A14-ADCC-7B2FFABB5071}"/>
          </ac:inkMkLst>
        </pc:inkChg>
        <pc:inkChg chg="add">
          <ac:chgData name="Manuel Lafond" userId="34502308-0131-479c-a52b-92567eddfa82" providerId="ADAL" clId="{4048BBDB-64E8-329A-A436-918D599BD79E}" dt="2026-08-31T13:21:54.258" v="526"/>
          <ac:inkMkLst>
            <pc:docMk/>
            <pc:sldMk cId="1421255942" sldId="1363"/>
            <ac:inkMk id="39" creationId="{340DC3D5-2D56-40A8-D979-2F87A7FD37FA}"/>
          </ac:inkMkLst>
        </pc:inkChg>
        <pc:inkChg chg="add">
          <ac:chgData name="Manuel Lafond" userId="34502308-0131-479c-a52b-92567eddfa82" providerId="ADAL" clId="{4048BBDB-64E8-329A-A436-918D599BD79E}" dt="2026-08-31T13:22:01.134" v="527"/>
          <ac:inkMkLst>
            <pc:docMk/>
            <pc:sldMk cId="1421255942" sldId="1363"/>
            <ac:inkMk id="40" creationId="{CC12542C-BA09-4FBC-5260-214C2350E7C3}"/>
          </ac:inkMkLst>
        </pc:inkChg>
        <pc:inkChg chg="del">
          <ac:chgData name="Manuel Lafond" userId="34502308-0131-479c-a52b-92567eddfa82" providerId="ADAL" clId="{4048BBDB-64E8-329A-A436-918D599BD79E}" dt="2026-08-31T13:13:45.629" v="494"/>
          <ac:inkMkLst>
            <pc:docMk/>
            <pc:sldMk cId="1421255942" sldId="1363"/>
            <ac:inkMk id="41" creationId="{316CF6A4-1FBC-9B57-3461-1CA81213B8F9}"/>
          </ac:inkMkLst>
        </pc:inkChg>
        <pc:inkChg chg="add">
          <ac:chgData name="Manuel Lafond" userId="34502308-0131-479c-a52b-92567eddfa82" providerId="ADAL" clId="{4048BBDB-64E8-329A-A436-918D599BD79E}" dt="2026-08-31T13:22:02.160" v="528"/>
          <ac:inkMkLst>
            <pc:docMk/>
            <pc:sldMk cId="1421255942" sldId="1363"/>
            <ac:inkMk id="42" creationId="{653F919D-335B-47E5-B276-D4FDFBBA57B6}"/>
          </ac:inkMkLst>
        </pc:inkChg>
        <pc:inkChg chg="del">
          <ac:chgData name="Manuel Lafond" userId="34502308-0131-479c-a52b-92567eddfa82" providerId="ADAL" clId="{4048BBDB-64E8-329A-A436-918D599BD79E}" dt="2026-08-31T13:13:45.484" v="463"/>
          <ac:inkMkLst>
            <pc:docMk/>
            <pc:sldMk cId="1421255942" sldId="1363"/>
            <ac:inkMk id="43" creationId="{ACD159EC-D45E-C517-6482-3FA02BEE0069}"/>
          </ac:inkMkLst>
        </pc:inkChg>
        <pc:inkChg chg="del">
          <ac:chgData name="Manuel Lafond" userId="34502308-0131-479c-a52b-92567eddfa82" providerId="ADAL" clId="{4048BBDB-64E8-329A-A436-918D599BD79E}" dt="2026-08-31T13:13:45.489" v="464"/>
          <ac:inkMkLst>
            <pc:docMk/>
            <pc:sldMk cId="1421255942" sldId="1363"/>
            <ac:inkMk id="44" creationId="{4F7C59D6-5F68-EEB6-4E1B-4C0ED5D59399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45" creationId="{4365668F-F68A-C098-18CB-8131D401FD94}"/>
          </ac:inkMkLst>
        </pc:inkChg>
        <pc:inkChg chg="del">
          <ac:chgData name="Manuel Lafond" userId="34502308-0131-479c-a52b-92567eddfa82" providerId="ADAL" clId="{4048BBDB-64E8-329A-A436-918D599BD79E}" dt="2026-08-31T13:13:45.470" v="460"/>
          <ac:inkMkLst>
            <pc:docMk/>
            <pc:sldMk cId="1421255942" sldId="1363"/>
            <ac:inkMk id="46" creationId="{3E54EF02-21F7-953C-6F66-3D32BEAF5567}"/>
          </ac:inkMkLst>
        </pc:inkChg>
        <pc:inkChg chg="del">
          <ac:chgData name="Manuel Lafond" userId="34502308-0131-479c-a52b-92567eddfa82" providerId="ADAL" clId="{4048BBDB-64E8-329A-A436-918D599BD79E}" dt="2026-08-31T13:13:45.601" v="488"/>
          <ac:inkMkLst>
            <pc:docMk/>
            <pc:sldMk cId="1421255942" sldId="1363"/>
            <ac:inkMk id="47" creationId="{A4FC04F4-83C4-111C-8923-A918C0715793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48" creationId="{E6B35AB2-4DBA-1E37-8D7C-425CB9FF882E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49" creationId="{2CDA196F-B72E-D4E9-6259-B0669EA8850E}"/>
          </ac:inkMkLst>
        </pc:inkChg>
        <pc:inkChg chg="add">
          <ac:chgData name="Manuel Lafond" userId="34502308-0131-479c-a52b-92567eddfa82" providerId="ADAL" clId="{4048BBDB-64E8-329A-A436-918D599BD79E}" dt="2026-08-31T13:22:06.478" v="532"/>
          <ac:inkMkLst>
            <pc:docMk/>
            <pc:sldMk cId="1421255942" sldId="1363"/>
            <ac:inkMk id="50" creationId="{46D01F66-4FDF-AD2F-D478-2B40E377021E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51" creationId="{06DCAA86-2012-4303-BF59-94F727E2BA3E}"/>
          </ac:inkMkLst>
        </pc:inkChg>
        <pc:inkChg chg="add">
          <ac:chgData name="Manuel Lafond" userId="34502308-0131-479c-a52b-92567eddfa82" providerId="ADAL" clId="{4048BBDB-64E8-329A-A436-918D599BD79E}" dt="2026-08-31T13:22:07.511" v="534"/>
          <ac:inkMkLst>
            <pc:docMk/>
            <pc:sldMk cId="1421255942" sldId="1363"/>
            <ac:inkMk id="52" creationId="{9BE30BFD-66D3-B066-6D55-119CD49177BC}"/>
          </ac:inkMkLst>
        </pc:inkChg>
        <pc:inkChg chg="add del">
          <ac:chgData name="Manuel Lafond" userId="34502308-0131-479c-a52b-92567eddfa82" providerId="ADAL" clId="{4048BBDB-64E8-329A-A436-918D599BD79E}" dt="2026-08-31T13:22:08.751" v="536"/>
          <ac:inkMkLst>
            <pc:docMk/>
            <pc:sldMk cId="1421255942" sldId="1363"/>
            <ac:inkMk id="53" creationId="{4D20A591-C60E-E9BE-C1D7-867CA329C251}"/>
          </ac:inkMkLst>
        </pc:inkChg>
        <pc:inkChg chg="add mod reco modStrokes">
          <ac:chgData name="Manuel Lafond" userId="34502308-0131-479c-a52b-92567eddfa82" providerId="ADAL" clId="{4048BBDB-64E8-329A-A436-918D599BD79E}" dt="2026-09-01T07:54:47.942" v="559"/>
          <ac:inkMkLst>
            <pc:docMk/>
            <pc:sldMk cId="1421255942" sldId="1363"/>
            <ac:inkMk id="54" creationId="{79E8F82E-6797-08C3-2606-1F0D056C8746}"/>
          </ac:inkMkLst>
        </pc:inkChg>
        <pc:inkChg chg="add del">
          <ac:chgData name="Manuel Lafond" userId="34502308-0131-479c-a52b-92567eddfa82" providerId="ADAL" clId="{4048BBDB-64E8-329A-A436-918D599BD79E}" dt="2026-08-31T13:22:15.078" v="541"/>
          <ac:inkMkLst>
            <pc:docMk/>
            <pc:sldMk cId="1421255942" sldId="1363"/>
            <ac:inkMk id="55" creationId="{7B8DBAE0-60EA-5F7F-D733-B605BF366999}"/>
          </ac:inkMkLst>
        </pc:inkChg>
        <pc:inkChg chg="add del">
          <ac:chgData name="Manuel Lafond" userId="34502308-0131-479c-a52b-92567eddfa82" providerId="ADAL" clId="{4048BBDB-64E8-329A-A436-918D599BD79E}" dt="2026-08-31T13:22:15.078" v="541"/>
          <ac:inkMkLst>
            <pc:docMk/>
            <pc:sldMk cId="1421255942" sldId="1363"/>
            <ac:inkMk id="56" creationId="{0CBD1468-1C2A-AABB-66F2-2FBC6FAAE3C6}"/>
          </ac:inkMkLst>
        </pc:inkChg>
        <pc:inkChg chg="add del">
          <ac:chgData name="Manuel Lafond" userId="34502308-0131-479c-a52b-92567eddfa82" providerId="ADAL" clId="{4048BBDB-64E8-329A-A436-918D599BD79E}" dt="2026-08-31T13:22:15.078" v="541"/>
          <ac:inkMkLst>
            <pc:docMk/>
            <pc:sldMk cId="1421255942" sldId="1363"/>
            <ac:inkMk id="57" creationId="{42F30093-3F4E-8248-6480-75612304AB91}"/>
          </ac:inkMkLst>
        </pc:inkChg>
        <pc:inkChg chg="add del">
          <ac:chgData name="Manuel Lafond" userId="34502308-0131-479c-a52b-92567eddfa82" providerId="ADAL" clId="{4048BBDB-64E8-329A-A436-918D599BD79E}" dt="2026-08-31T13:22:15.078" v="541"/>
          <ac:inkMkLst>
            <pc:docMk/>
            <pc:sldMk cId="1421255942" sldId="1363"/>
            <ac:inkMk id="58" creationId="{1E189DB7-4249-E9BC-D312-10EB575CC7D1}"/>
          </ac:inkMkLst>
        </pc:inkChg>
        <pc:inkChg chg="add mod reco">
          <ac:chgData name="Manuel Lafond" userId="34502308-0131-479c-a52b-92567eddfa82" providerId="ADAL" clId="{4048BBDB-64E8-329A-A436-918D599BD79E}" dt="2026-08-31T13:22:39.057" v="547" actId="1076"/>
          <ac:inkMkLst>
            <pc:docMk/>
            <pc:sldMk cId="1421255942" sldId="1363"/>
            <ac:inkMk id="59" creationId="{0FD95C85-EF5F-A1C9-47AA-53A2B2A0D8C9}"/>
          </ac:inkMkLst>
        </pc:inkChg>
        <pc:inkChg chg="add del">
          <ac:chgData name="Manuel Lafond" userId="34502308-0131-479c-a52b-92567eddfa82" providerId="ADAL" clId="{4048BBDB-64E8-329A-A436-918D599BD79E}" dt="2026-08-31T13:22:18.529" v="544"/>
          <ac:inkMkLst>
            <pc:docMk/>
            <pc:sldMk cId="1421255942" sldId="1363"/>
            <ac:inkMk id="60" creationId="{3FDB9A27-D184-0FCD-D736-8E5F5CF9DBF6}"/>
          </ac:inkMkLst>
        </pc:inkChg>
        <pc:inkChg chg="add del">
          <ac:chgData name="Manuel Lafond" userId="34502308-0131-479c-a52b-92567eddfa82" providerId="ADAL" clId="{4048BBDB-64E8-329A-A436-918D599BD79E}" dt="2026-08-31T13:22:18.529" v="544"/>
          <ac:inkMkLst>
            <pc:docMk/>
            <pc:sldMk cId="1421255942" sldId="1363"/>
            <ac:inkMk id="61" creationId="{0E361F39-4E00-FFC5-5C79-BAA0E39BD9FB}"/>
          </ac:inkMkLst>
        </pc:inkChg>
        <pc:inkChg chg="add mod reco">
          <ac:chgData name="Manuel Lafond" userId="34502308-0131-479c-a52b-92567eddfa82" providerId="ADAL" clId="{4048BBDB-64E8-329A-A436-918D599BD79E}" dt="2026-08-31T13:22:39.057" v="547" actId="1076"/>
          <ac:inkMkLst>
            <pc:docMk/>
            <pc:sldMk cId="1421255942" sldId="1363"/>
            <ac:inkMk id="62" creationId="{A97E01E9-9712-2B2F-E389-CF650917B743}"/>
          </ac:inkMkLst>
        </pc:inkChg>
        <pc:inkChg chg="add del">
          <ac:chgData name="Manuel Lafond" userId="34502308-0131-479c-a52b-92567eddfa82" providerId="ADAL" clId="{4048BBDB-64E8-329A-A436-918D599BD79E}" dt="2026-08-31T13:22:47.384" v="549"/>
          <ac:inkMkLst>
            <pc:docMk/>
            <pc:sldMk cId="1421255942" sldId="1363"/>
            <ac:inkMk id="64" creationId="{41E50174-6B20-91A2-2505-0A1DC822B764}"/>
          </ac:inkMkLst>
        </pc:inkChg>
        <pc:inkChg chg="add del">
          <ac:chgData name="Manuel Lafond" userId="34502308-0131-479c-a52b-92567eddfa82" providerId="ADAL" clId="{4048BBDB-64E8-329A-A436-918D599BD79E}" dt="2026-08-31T13:22:47.384" v="549"/>
          <ac:inkMkLst>
            <pc:docMk/>
            <pc:sldMk cId="1421255942" sldId="1363"/>
            <ac:inkMk id="66" creationId="{2FF75746-33B3-C55A-1F78-4773A29ACF8F}"/>
          </ac:inkMkLst>
        </pc:inkChg>
        <pc:inkChg chg="add del">
          <ac:chgData name="Manuel Lafond" userId="34502308-0131-479c-a52b-92567eddfa82" providerId="ADAL" clId="{4048BBDB-64E8-329A-A436-918D599BD79E}" dt="2026-08-31T13:22:47.384" v="549"/>
          <ac:inkMkLst>
            <pc:docMk/>
            <pc:sldMk cId="1421255942" sldId="1363"/>
            <ac:inkMk id="68" creationId="{928CAE31-C818-B23B-EF78-CF69FB78F302}"/>
          </ac:inkMkLst>
        </pc:inkChg>
        <pc:inkChg chg="add mod reco">
          <ac:chgData name="Manuel Lafond" userId="34502308-0131-479c-a52b-92567eddfa82" providerId="ADAL" clId="{4048BBDB-64E8-329A-A436-918D599BD79E}" dt="2026-08-31T13:22:53.407" v="550" actId="1076"/>
          <ac:inkMkLst>
            <pc:docMk/>
            <pc:sldMk cId="1421255942" sldId="1363"/>
            <ac:inkMk id="69" creationId="{29057B11-62D0-D0C8-37DA-71AA07AA51CA}"/>
          </ac:inkMkLst>
        </pc:inkChg>
        <pc:inkChg chg="del">
          <ac:chgData name="Manuel Lafond" userId="34502308-0131-479c-a52b-92567eddfa82" providerId="ADAL" clId="{4048BBDB-64E8-329A-A436-918D599BD79E}" dt="2026-08-31T13:13:45.513" v="468"/>
          <ac:inkMkLst>
            <pc:docMk/>
            <pc:sldMk cId="1421255942" sldId="1363"/>
            <ac:inkMk id="70" creationId="{CF828B2A-1E96-47C7-44C0-6783F18F8928}"/>
          </ac:inkMkLst>
        </pc:inkChg>
        <pc:inkChg chg="add del">
          <ac:chgData name="Manuel Lafond" userId="34502308-0131-479c-a52b-92567eddfa82" providerId="ADAL" clId="{4048BBDB-64E8-329A-A436-918D599BD79E}" dt="2026-08-31T13:22:59.105" v="552"/>
          <ac:inkMkLst>
            <pc:docMk/>
            <pc:sldMk cId="1421255942" sldId="1363"/>
            <ac:inkMk id="72" creationId="{221D2E09-3DB3-42FC-10FC-6FD87F738B8D}"/>
          </ac:inkMkLst>
        </pc:inkChg>
        <pc:inkChg chg="add del">
          <ac:chgData name="Manuel Lafond" userId="34502308-0131-479c-a52b-92567eddfa82" providerId="ADAL" clId="{4048BBDB-64E8-329A-A436-918D599BD79E}" dt="2026-08-31T13:22:59.105" v="552"/>
          <ac:inkMkLst>
            <pc:docMk/>
            <pc:sldMk cId="1421255942" sldId="1363"/>
            <ac:inkMk id="74" creationId="{C996336B-9123-4ACA-1983-AA60F3D5382D}"/>
          </ac:inkMkLst>
        </pc:inkChg>
        <pc:inkChg chg="add del">
          <ac:chgData name="Manuel Lafond" userId="34502308-0131-479c-a52b-92567eddfa82" providerId="ADAL" clId="{4048BBDB-64E8-329A-A436-918D599BD79E}" dt="2026-08-31T13:22:59.105" v="552"/>
          <ac:inkMkLst>
            <pc:docMk/>
            <pc:sldMk cId="1421255942" sldId="1363"/>
            <ac:inkMk id="76" creationId="{27B57CDE-9B96-9407-EE2F-6439520BAC7E}"/>
          </ac:inkMkLst>
        </pc:inkChg>
        <pc:inkChg chg="add del mod reco">
          <ac:chgData name="Manuel Lafond" userId="34502308-0131-479c-a52b-92567eddfa82" providerId="ADAL" clId="{4048BBDB-64E8-329A-A436-918D599BD79E}" dt="2026-09-01T07:55:15.161" v="563"/>
          <ac:inkMkLst>
            <pc:docMk/>
            <pc:sldMk cId="1421255942" sldId="1363"/>
            <ac:inkMk id="77" creationId="{3C7A101B-C585-2D4B-09BA-9DD8D64724EE}"/>
          </ac:inkMkLst>
        </pc:inkChg>
        <pc:inkChg chg="add del">
          <ac:chgData name="Manuel Lafond" userId="34502308-0131-479c-a52b-92567eddfa82" providerId="ADAL" clId="{4048BBDB-64E8-329A-A436-918D599BD79E}" dt="2026-08-31T13:23:09.622" v="555"/>
          <ac:inkMkLst>
            <pc:docMk/>
            <pc:sldMk cId="1421255942" sldId="1363"/>
            <ac:inkMk id="79" creationId="{1EBD19E0-0CD7-FC11-C906-6C1FEECA84FA}"/>
          </ac:inkMkLst>
        </pc:inkChg>
        <pc:inkChg chg="add del">
          <ac:chgData name="Manuel Lafond" userId="34502308-0131-479c-a52b-92567eddfa82" providerId="ADAL" clId="{4048BBDB-64E8-329A-A436-918D599BD79E}" dt="2026-08-31T13:23:09.622" v="555"/>
          <ac:inkMkLst>
            <pc:docMk/>
            <pc:sldMk cId="1421255942" sldId="1363"/>
            <ac:inkMk id="81" creationId="{D07662EC-3077-90F3-A1A8-7CB7C8FF7AC6}"/>
          </ac:inkMkLst>
        </pc:inkChg>
        <pc:inkChg chg="add del">
          <ac:chgData name="Manuel Lafond" userId="34502308-0131-479c-a52b-92567eddfa82" providerId="ADAL" clId="{4048BBDB-64E8-329A-A436-918D599BD79E}" dt="2026-08-31T13:23:09.622" v="555"/>
          <ac:inkMkLst>
            <pc:docMk/>
            <pc:sldMk cId="1421255942" sldId="1363"/>
            <ac:inkMk id="83" creationId="{9123AF17-F8D6-9D51-A0D4-B5333592B608}"/>
          </ac:inkMkLst>
        </pc:inkChg>
        <pc:inkChg chg="add reco">
          <ac:chgData name="Manuel Lafond" userId="34502308-0131-479c-a52b-92567eddfa82" providerId="ADAL" clId="{4048BBDB-64E8-329A-A436-918D599BD79E}" dt="2026-08-31T13:23:09.622" v="555"/>
          <ac:inkMkLst>
            <pc:docMk/>
            <pc:sldMk cId="1421255942" sldId="1363"/>
            <ac:inkMk id="84" creationId="{B9E26C69-FD7D-976F-91EB-E9EAD99BB375}"/>
          </ac:inkMkLst>
        </pc:inkChg>
        <pc:inkChg chg="add del">
          <ac:chgData name="Manuel Lafond" userId="34502308-0131-479c-a52b-92567eddfa82" providerId="ADAL" clId="{4048BBDB-64E8-329A-A436-918D599BD79E}" dt="2026-08-31T13:23:19.097" v="558"/>
          <ac:inkMkLst>
            <pc:docMk/>
            <pc:sldMk cId="1421255942" sldId="1363"/>
            <ac:inkMk id="85" creationId="{AB9D1D14-9270-71C3-2812-B93146F14084}"/>
          </ac:inkMkLst>
        </pc:inkChg>
        <pc:inkChg chg="add del">
          <ac:chgData name="Manuel Lafond" userId="34502308-0131-479c-a52b-92567eddfa82" providerId="ADAL" clId="{4048BBDB-64E8-329A-A436-918D599BD79E}" dt="2026-08-31T13:23:19.097" v="558"/>
          <ac:inkMkLst>
            <pc:docMk/>
            <pc:sldMk cId="1421255942" sldId="1363"/>
            <ac:inkMk id="86" creationId="{6101F5CB-B392-BB29-47AC-18F3E4F049CB}"/>
          </ac:inkMkLst>
        </pc:inkChg>
        <pc:inkChg chg="add reco">
          <ac:chgData name="Manuel Lafond" userId="34502308-0131-479c-a52b-92567eddfa82" providerId="ADAL" clId="{4048BBDB-64E8-329A-A436-918D599BD79E}" dt="2026-08-31T13:23:19.097" v="558"/>
          <ac:inkMkLst>
            <pc:docMk/>
            <pc:sldMk cId="1421255942" sldId="1363"/>
            <ac:inkMk id="87" creationId="{1858DA20-9342-DC96-8333-80E04830F737}"/>
          </ac:inkMkLst>
        </pc:inkChg>
        <pc:inkChg chg="del">
          <ac:chgData name="Manuel Lafond" userId="34502308-0131-479c-a52b-92567eddfa82" providerId="ADAL" clId="{4048BBDB-64E8-329A-A436-918D599BD79E}" dt="2026-08-31T13:13:45.658" v="500"/>
          <ac:inkMkLst>
            <pc:docMk/>
            <pc:sldMk cId="1421255942" sldId="1363"/>
            <ac:inkMk id="97" creationId="{EA5F2B5F-3387-DF30-D506-57EBB06E723B}"/>
          </ac:inkMkLst>
        </pc:inkChg>
        <pc:inkChg chg="del">
          <ac:chgData name="Manuel Lafond" userId="34502308-0131-479c-a52b-92567eddfa82" providerId="ADAL" clId="{4048BBDB-64E8-329A-A436-918D599BD79E}" dt="2026-08-31T13:13:45.497" v="465"/>
          <ac:inkMkLst>
            <pc:docMk/>
            <pc:sldMk cId="1421255942" sldId="1363"/>
            <ac:inkMk id="124" creationId="{1B09E946-E48A-8001-6E3E-06CB71B0441D}"/>
          </ac:inkMkLst>
        </pc:inkChg>
        <pc:inkChg chg="del">
          <ac:chgData name="Manuel Lafond" userId="34502308-0131-479c-a52b-92567eddfa82" providerId="ADAL" clId="{4048BBDB-64E8-329A-A436-918D599BD79E}" dt="2026-08-31T13:13:45.557" v="478"/>
          <ac:inkMkLst>
            <pc:docMk/>
            <pc:sldMk cId="1421255942" sldId="1363"/>
            <ac:inkMk id="127" creationId="{3F9180D3-E1E2-03BF-85E2-C5891FD4129D}"/>
          </ac:inkMkLst>
        </pc:inkChg>
        <pc:inkChg chg="del">
          <ac:chgData name="Manuel Lafond" userId="34502308-0131-479c-a52b-92567eddfa82" providerId="ADAL" clId="{4048BBDB-64E8-329A-A436-918D599BD79E}" dt="2026-08-31T13:13:45.633" v="495"/>
          <ac:inkMkLst>
            <pc:docMk/>
            <pc:sldMk cId="1421255942" sldId="1363"/>
            <ac:inkMk id="130" creationId="{B5B0E863-C198-5508-D159-A3C66BCFB8C1}"/>
          </ac:inkMkLst>
        </pc:inkChg>
        <pc:inkChg chg="del">
          <ac:chgData name="Manuel Lafond" userId="34502308-0131-479c-a52b-92567eddfa82" providerId="ADAL" clId="{4048BBDB-64E8-329A-A436-918D599BD79E}" dt="2026-08-31T13:13:45.569" v="481"/>
          <ac:inkMkLst>
            <pc:docMk/>
            <pc:sldMk cId="1421255942" sldId="1363"/>
            <ac:inkMk id="136" creationId="{EC6E64DF-1A07-F28B-BC23-CBA8557BFCCC}"/>
          </ac:inkMkLst>
        </pc:inkChg>
        <pc:inkChg chg="del">
          <ac:chgData name="Manuel Lafond" userId="34502308-0131-479c-a52b-92567eddfa82" providerId="ADAL" clId="{4048BBDB-64E8-329A-A436-918D599BD79E}" dt="2026-08-31T13:13:45.544" v="475"/>
          <ac:inkMkLst>
            <pc:docMk/>
            <pc:sldMk cId="1421255942" sldId="1363"/>
            <ac:inkMk id="137" creationId="{5FC59F7F-2AA8-4C60-95B2-DCA229A6BACD}"/>
          </ac:inkMkLst>
        </pc:inkChg>
        <pc:inkChg chg="del">
          <ac:chgData name="Manuel Lafond" userId="34502308-0131-479c-a52b-92567eddfa82" providerId="ADAL" clId="{4048BBDB-64E8-329A-A436-918D599BD79E}" dt="2026-08-31T13:13:45.526" v="471"/>
          <ac:inkMkLst>
            <pc:docMk/>
            <pc:sldMk cId="1421255942" sldId="1363"/>
            <ac:inkMk id="140" creationId="{1CDD124B-28FF-BECC-CAB6-5EC412B48FEA}"/>
          </ac:inkMkLst>
        </pc:inkChg>
        <pc:inkChg chg="del">
          <ac:chgData name="Manuel Lafond" userId="34502308-0131-479c-a52b-92567eddfa82" providerId="ADAL" clId="{4048BBDB-64E8-329A-A436-918D599BD79E}" dt="2026-08-31T13:13:45.522" v="470"/>
          <ac:inkMkLst>
            <pc:docMk/>
            <pc:sldMk cId="1421255942" sldId="1363"/>
            <ac:inkMk id="141" creationId="{65B424C1-203E-99CF-04C3-8488AF54CD45}"/>
          </ac:inkMkLst>
        </pc:inkChg>
        <pc:inkChg chg="del">
          <ac:chgData name="Manuel Lafond" userId="34502308-0131-479c-a52b-92567eddfa82" providerId="ADAL" clId="{4048BBDB-64E8-329A-A436-918D599BD79E}" dt="2026-08-31T13:13:45.530" v="472"/>
          <ac:inkMkLst>
            <pc:docMk/>
            <pc:sldMk cId="1421255942" sldId="1363"/>
            <ac:inkMk id="142" creationId="{22B29C9B-E342-6371-4E15-038E81BB57F6}"/>
          </ac:inkMkLst>
        </pc:inkChg>
        <pc:inkChg chg="del">
          <ac:chgData name="Manuel Lafond" userId="34502308-0131-479c-a52b-92567eddfa82" providerId="ADAL" clId="{4048BBDB-64E8-329A-A436-918D599BD79E}" dt="2026-08-31T13:13:45.588" v="485"/>
          <ac:inkMkLst>
            <pc:docMk/>
            <pc:sldMk cId="1421255942" sldId="1363"/>
            <ac:inkMk id="145" creationId="{84838D16-51D8-0722-4522-DE715BB543AF}"/>
          </ac:inkMkLst>
        </pc:inkChg>
        <pc:inkChg chg="del">
          <ac:chgData name="Manuel Lafond" userId="34502308-0131-479c-a52b-92567eddfa82" providerId="ADAL" clId="{4048BBDB-64E8-329A-A436-918D599BD79E}" dt="2026-08-31T13:13:45.506" v="467"/>
          <ac:inkMkLst>
            <pc:docMk/>
            <pc:sldMk cId="1421255942" sldId="1363"/>
            <ac:inkMk id="146" creationId="{DA9370DB-B9E6-4B92-B83D-0A86F3EE6C4B}"/>
          </ac:inkMkLst>
        </pc:inkChg>
        <pc:inkChg chg="del">
          <ac:chgData name="Manuel Lafond" userId="34502308-0131-479c-a52b-92567eddfa82" providerId="ADAL" clId="{4048BBDB-64E8-329A-A436-918D599BD79E}" dt="2026-08-31T13:13:45.480" v="462"/>
          <ac:inkMkLst>
            <pc:docMk/>
            <pc:sldMk cId="1421255942" sldId="1363"/>
            <ac:inkMk id="147" creationId="{8B45C3EA-5839-67CA-AD83-6B80BD4EC68C}"/>
          </ac:inkMkLst>
        </pc:inkChg>
        <pc:inkChg chg="del">
          <ac:chgData name="Manuel Lafond" userId="34502308-0131-479c-a52b-92567eddfa82" providerId="ADAL" clId="{4048BBDB-64E8-329A-A436-918D599BD79E}" dt="2026-08-31T13:13:45.552" v="477"/>
          <ac:inkMkLst>
            <pc:docMk/>
            <pc:sldMk cId="1421255942" sldId="1363"/>
            <ac:inkMk id="148" creationId="{0A6D4FD3-5804-CA80-D8E5-368F74A6E840}"/>
          </ac:inkMkLst>
        </pc:inkChg>
        <pc:inkChg chg="del">
          <ac:chgData name="Manuel Lafond" userId="34502308-0131-479c-a52b-92567eddfa82" providerId="ADAL" clId="{4048BBDB-64E8-329A-A436-918D599BD79E}" dt="2026-08-31T13:13:45.606" v="489"/>
          <ac:inkMkLst>
            <pc:docMk/>
            <pc:sldMk cId="1421255942" sldId="1363"/>
            <ac:inkMk id="149" creationId="{12447E65-4A4B-8F33-D578-3DE9F4DEECCA}"/>
          </ac:inkMkLst>
        </pc:inkChg>
        <pc:inkChg chg="del">
          <ac:chgData name="Manuel Lafond" userId="34502308-0131-479c-a52b-92567eddfa82" providerId="ADAL" clId="{4048BBDB-64E8-329A-A436-918D599BD79E}" dt="2026-08-31T13:13:45.641" v="497"/>
          <ac:inkMkLst>
            <pc:docMk/>
            <pc:sldMk cId="1421255942" sldId="1363"/>
            <ac:inkMk id="152" creationId="{70E3BD02-9EBC-5E39-50DD-FE56EF9E229D}"/>
          </ac:inkMkLst>
        </pc:inkChg>
      </pc:sldChg>
      <pc:sldChg chg="addSp delSp add mod">
        <pc:chgData name="Manuel Lafond" userId="34502308-0131-479c-a52b-92567eddfa82" providerId="ADAL" clId="{4048BBDB-64E8-329A-A436-918D599BD79E}" dt="2026-09-01T07:55:58.356" v="580"/>
        <pc:sldMkLst>
          <pc:docMk/>
          <pc:sldMk cId="1628394568" sldId="1364"/>
        </pc:sldMkLst>
        <pc:inkChg chg="add">
          <ac:chgData name="Manuel Lafond" userId="34502308-0131-479c-a52b-92567eddfa82" providerId="ADAL" clId="{4048BBDB-64E8-329A-A436-918D599BD79E}" dt="2026-09-01T07:55:39.363" v="569"/>
          <ac:inkMkLst>
            <pc:docMk/>
            <pc:sldMk cId="1628394568" sldId="1364"/>
            <ac:inkMk id="2" creationId="{CEF51084-002E-E71A-57F2-2862E85EFAF1}"/>
          </ac:inkMkLst>
        </pc:inkChg>
        <pc:inkChg chg="add del">
          <ac:chgData name="Manuel Lafond" userId="34502308-0131-479c-a52b-92567eddfa82" providerId="ADAL" clId="{4048BBDB-64E8-329A-A436-918D599BD79E}" dt="2026-09-01T07:55:43.577" v="571"/>
          <ac:inkMkLst>
            <pc:docMk/>
            <pc:sldMk cId="1628394568" sldId="1364"/>
            <ac:inkMk id="3" creationId="{A8449702-67CB-BBEF-E1F6-E69E16E64BB5}"/>
          </ac:inkMkLst>
        </pc:inkChg>
        <pc:inkChg chg="add del">
          <ac:chgData name="Manuel Lafond" userId="34502308-0131-479c-a52b-92567eddfa82" providerId="ADAL" clId="{4048BBDB-64E8-329A-A436-918D599BD79E}" dt="2026-09-01T07:55:52.438" v="573"/>
          <ac:inkMkLst>
            <pc:docMk/>
            <pc:sldMk cId="1628394568" sldId="1364"/>
            <ac:inkMk id="5" creationId="{7FFA1015-B656-5A96-5174-D53F47C6A1EE}"/>
          </ac:inkMkLst>
        </pc:inkChg>
        <pc:inkChg chg="add">
          <ac:chgData name="Manuel Lafond" userId="34502308-0131-479c-a52b-92567eddfa82" providerId="ADAL" clId="{4048BBDB-64E8-329A-A436-918D599BD79E}" dt="2026-09-01T07:55:55.415" v="574"/>
          <ac:inkMkLst>
            <pc:docMk/>
            <pc:sldMk cId="1628394568" sldId="1364"/>
            <ac:inkMk id="6" creationId="{F6420771-889D-836B-C082-31302553E4F3}"/>
          </ac:inkMkLst>
        </pc:inkChg>
        <pc:inkChg chg="add del">
          <ac:chgData name="Manuel Lafond" userId="34502308-0131-479c-a52b-92567eddfa82" providerId="ADAL" clId="{4048BBDB-64E8-329A-A436-918D599BD79E}" dt="2026-09-01T07:55:57.302" v="577"/>
          <ac:inkMkLst>
            <pc:docMk/>
            <pc:sldMk cId="1628394568" sldId="1364"/>
            <ac:inkMk id="9" creationId="{3A647E42-D690-C7C0-B29F-E07EB4425142}"/>
          </ac:inkMkLst>
        </pc:inkChg>
        <pc:inkChg chg="add del">
          <ac:chgData name="Manuel Lafond" userId="34502308-0131-479c-a52b-92567eddfa82" providerId="ADAL" clId="{4048BBDB-64E8-329A-A436-918D599BD79E}" dt="2026-09-01T07:55:57.302" v="577"/>
          <ac:inkMkLst>
            <pc:docMk/>
            <pc:sldMk cId="1628394568" sldId="1364"/>
            <ac:inkMk id="10" creationId="{452DAAE8-FA1C-9723-461D-F47723D61D66}"/>
          </ac:inkMkLst>
        </pc:inkChg>
        <pc:inkChg chg="add reco">
          <ac:chgData name="Manuel Lafond" userId="34502308-0131-479c-a52b-92567eddfa82" providerId="ADAL" clId="{4048BBDB-64E8-329A-A436-918D599BD79E}" dt="2026-09-01T07:55:57.302" v="577"/>
          <ac:inkMkLst>
            <pc:docMk/>
            <pc:sldMk cId="1628394568" sldId="1364"/>
            <ac:inkMk id="11" creationId="{FB647C98-BD09-24F6-A6B2-933E582B8AAD}"/>
          </ac:inkMkLst>
        </pc:inkChg>
        <pc:inkChg chg="add del">
          <ac:chgData name="Manuel Lafond" userId="34502308-0131-479c-a52b-92567eddfa82" providerId="ADAL" clId="{4048BBDB-64E8-329A-A436-918D599BD79E}" dt="2026-09-01T07:55:58.356" v="580"/>
          <ac:inkMkLst>
            <pc:docMk/>
            <pc:sldMk cId="1628394568" sldId="1364"/>
            <ac:inkMk id="12" creationId="{44FCCE16-2DAE-2196-0976-AEA43B9A9740}"/>
          </ac:inkMkLst>
        </pc:inkChg>
        <pc:inkChg chg="add del">
          <ac:chgData name="Manuel Lafond" userId="34502308-0131-479c-a52b-92567eddfa82" providerId="ADAL" clId="{4048BBDB-64E8-329A-A436-918D599BD79E}" dt="2026-09-01T07:55:58.356" v="580"/>
          <ac:inkMkLst>
            <pc:docMk/>
            <pc:sldMk cId="1628394568" sldId="1364"/>
            <ac:inkMk id="13" creationId="{DB9BF68F-0BAF-B7E6-2AA6-36A9416BA944}"/>
          </ac:inkMkLst>
        </pc:inkChg>
        <pc:inkChg chg="add reco">
          <ac:chgData name="Manuel Lafond" userId="34502308-0131-479c-a52b-92567eddfa82" providerId="ADAL" clId="{4048BBDB-64E8-329A-A436-918D599BD79E}" dt="2026-09-01T07:55:58.356" v="580"/>
          <ac:inkMkLst>
            <pc:docMk/>
            <pc:sldMk cId="1628394568" sldId="1364"/>
            <ac:inkMk id="14" creationId="{2C8741EF-F1AB-E717-421E-DCA9ECECAD64}"/>
          </ac:inkMkLst>
        </pc:inkChg>
      </pc:sldChg>
      <pc:sldChg chg="addSp delSp add mod">
        <pc:chgData name="Manuel Lafond" userId="34502308-0131-479c-a52b-92567eddfa82" providerId="ADAL" clId="{4048BBDB-64E8-329A-A436-918D599BD79E}" dt="2026-09-01T07:56:15.488" v="587"/>
        <pc:sldMkLst>
          <pc:docMk/>
          <pc:sldMk cId="2889601778" sldId="1365"/>
        </pc:sldMkLst>
        <pc:inkChg chg="add">
          <ac:chgData name="Manuel Lafond" userId="34502308-0131-479c-a52b-92567eddfa82" providerId="ADAL" clId="{4048BBDB-64E8-329A-A436-918D599BD79E}" dt="2026-09-01T07:56:08.179" v="582"/>
          <ac:inkMkLst>
            <pc:docMk/>
            <pc:sldMk cId="2889601778" sldId="1365"/>
            <ac:inkMk id="3" creationId="{A1F0E4AE-9257-DC59-6C7C-3BDCAE3EF03C}"/>
          </ac:inkMkLst>
        </pc:inkChg>
        <pc:inkChg chg="add del">
          <ac:chgData name="Manuel Lafond" userId="34502308-0131-479c-a52b-92567eddfa82" providerId="ADAL" clId="{4048BBDB-64E8-329A-A436-918D599BD79E}" dt="2026-09-01T07:56:15.488" v="587"/>
          <ac:inkMkLst>
            <pc:docMk/>
            <pc:sldMk cId="2889601778" sldId="1365"/>
            <ac:inkMk id="5" creationId="{A7F0CDF8-F7AB-9047-0D67-2C09CE28C6E6}"/>
          </ac:inkMkLst>
        </pc:inkChg>
        <pc:inkChg chg="add del">
          <ac:chgData name="Manuel Lafond" userId="34502308-0131-479c-a52b-92567eddfa82" providerId="ADAL" clId="{4048BBDB-64E8-329A-A436-918D599BD79E}" dt="2026-09-01T07:56:15.488" v="587"/>
          <ac:inkMkLst>
            <pc:docMk/>
            <pc:sldMk cId="2889601778" sldId="1365"/>
            <ac:inkMk id="9" creationId="{F304A7FE-311C-2602-98BF-59518B72B91D}"/>
          </ac:inkMkLst>
        </pc:inkChg>
        <pc:inkChg chg="add del">
          <ac:chgData name="Manuel Lafond" userId="34502308-0131-479c-a52b-92567eddfa82" providerId="ADAL" clId="{4048BBDB-64E8-329A-A436-918D599BD79E}" dt="2026-09-01T07:56:15.488" v="587"/>
          <ac:inkMkLst>
            <pc:docMk/>
            <pc:sldMk cId="2889601778" sldId="1365"/>
            <ac:inkMk id="10" creationId="{7E1A47CB-D4ED-11AA-5220-4CFB1A5FE2E7}"/>
          </ac:inkMkLst>
        </pc:inkChg>
        <pc:inkChg chg="add">
          <ac:chgData name="Manuel Lafond" userId="34502308-0131-479c-a52b-92567eddfa82" providerId="ADAL" clId="{4048BBDB-64E8-329A-A436-918D599BD79E}" dt="2026-09-01T07:56:14.763" v="586"/>
          <ac:inkMkLst>
            <pc:docMk/>
            <pc:sldMk cId="2889601778" sldId="1365"/>
            <ac:inkMk id="12" creationId="{6078D13E-589B-9DF5-599F-2F61A3C370CA}"/>
          </ac:inkMkLst>
        </pc:inkChg>
        <pc:inkChg chg="add reco">
          <ac:chgData name="Manuel Lafond" userId="34502308-0131-479c-a52b-92567eddfa82" providerId="ADAL" clId="{4048BBDB-64E8-329A-A436-918D599BD79E}" dt="2026-09-01T07:56:15.488" v="587"/>
          <ac:inkMkLst>
            <pc:docMk/>
            <pc:sldMk cId="2889601778" sldId="1365"/>
            <ac:inkMk id="13" creationId="{560D2A4D-9FE1-3827-819A-AE4B59D41B63}"/>
          </ac:inkMkLst>
        </pc:inkChg>
      </pc:sldChg>
      <pc:sldChg chg="addSp delSp add mod">
        <pc:chgData name="Manuel Lafond" userId="34502308-0131-479c-a52b-92567eddfa82" providerId="ADAL" clId="{4048BBDB-64E8-329A-A436-918D599BD79E}" dt="2026-09-01T07:57:23.852" v="600"/>
        <pc:sldMkLst>
          <pc:docMk/>
          <pc:sldMk cId="2093251614" sldId="1366"/>
        </pc:sldMkLst>
        <pc:inkChg chg="add">
          <ac:chgData name="Manuel Lafond" userId="34502308-0131-479c-a52b-92567eddfa82" providerId="ADAL" clId="{4048BBDB-64E8-329A-A436-918D599BD79E}" dt="2026-09-01T07:56:24.548" v="589"/>
          <ac:inkMkLst>
            <pc:docMk/>
            <pc:sldMk cId="2093251614" sldId="1366"/>
            <ac:inkMk id="5" creationId="{C44287F1-6D15-EAD2-2D77-1E8DBEAADC83}"/>
          </ac:inkMkLst>
        </pc:inkChg>
        <pc:inkChg chg="del">
          <ac:chgData name="Manuel Lafond" userId="34502308-0131-479c-a52b-92567eddfa82" providerId="ADAL" clId="{4048BBDB-64E8-329A-A436-918D599BD79E}" dt="2026-09-01T07:57:23.852" v="600"/>
          <ac:inkMkLst>
            <pc:docMk/>
            <pc:sldMk cId="2093251614" sldId="1366"/>
            <ac:inkMk id="6" creationId="{F6420771-889D-836B-C082-31302553E4F3}"/>
          </ac:inkMkLst>
        </pc:inkChg>
        <pc:inkChg chg="add">
          <ac:chgData name="Manuel Lafond" userId="34502308-0131-479c-a52b-92567eddfa82" providerId="ADAL" clId="{4048BBDB-64E8-329A-A436-918D599BD79E}" dt="2026-09-01T07:56:26.207" v="590"/>
          <ac:inkMkLst>
            <pc:docMk/>
            <pc:sldMk cId="2093251614" sldId="1366"/>
            <ac:inkMk id="9" creationId="{1F4A65B5-F870-26FF-978D-88060A3EA6A4}"/>
          </ac:inkMkLst>
        </pc:inkChg>
        <pc:inkChg chg="add del">
          <ac:chgData name="Manuel Lafond" userId="34502308-0131-479c-a52b-92567eddfa82" providerId="ADAL" clId="{4048BBDB-64E8-329A-A436-918D599BD79E}" dt="2026-09-01T07:56:29.988" v="592"/>
          <ac:inkMkLst>
            <pc:docMk/>
            <pc:sldMk cId="2093251614" sldId="1366"/>
            <ac:inkMk id="10" creationId="{5DA34517-643A-60D8-2B34-55B74A311FF9}"/>
          </ac:inkMkLst>
        </pc:inkChg>
        <pc:inkChg chg="add">
          <ac:chgData name="Manuel Lafond" userId="34502308-0131-479c-a52b-92567eddfa82" providerId="ADAL" clId="{4048BBDB-64E8-329A-A436-918D599BD79E}" dt="2026-09-01T07:56:34.898" v="593"/>
          <ac:inkMkLst>
            <pc:docMk/>
            <pc:sldMk cId="2093251614" sldId="1366"/>
            <ac:inkMk id="15" creationId="{620F489B-8476-A8BD-5094-06A04160153F}"/>
          </ac:inkMkLst>
        </pc:inkChg>
        <pc:inkChg chg="add">
          <ac:chgData name="Manuel Lafond" userId="34502308-0131-479c-a52b-92567eddfa82" providerId="ADAL" clId="{4048BBDB-64E8-329A-A436-918D599BD79E}" dt="2026-09-01T07:56:48.897" v="594"/>
          <ac:inkMkLst>
            <pc:docMk/>
            <pc:sldMk cId="2093251614" sldId="1366"/>
            <ac:inkMk id="16" creationId="{9EECA8C1-9A04-A0D7-A15B-EDAE56F7FC0E}"/>
          </ac:inkMkLst>
        </pc:inkChg>
        <pc:inkChg chg="add del">
          <ac:chgData name="Manuel Lafond" userId="34502308-0131-479c-a52b-92567eddfa82" providerId="ADAL" clId="{4048BBDB-64E8-329A-A436-918D599BD79E}" dt="2026-09-01T07:57:23.818" v="599"/>
          <ac:inkMkLst>
            <pc:docMk/>
            <pc:sldMk cId="2093251614" sldId="1366"/>
            <ac:inkMk id="17" creationId="{CB5C83DE-F479-0A30-FD48-9E84FFF7BB02}"/>
          </ac:inkMkLst>
        </pc:inkChg>
        <pc:inkChg chg="add">
          <ac:chgData name="Manuel Lafond" userId="34502308-0131-479c-a52b-92567eddfa82" providerId="ADAL" clId="{4048BBDB-64E8-329A-A436-918D599BD79E}" dt="2026-09-01T07:57:10.283" v="596"/>
          <ac:inkMkLst>
            <pc:docMk/>
            <pc:sldMk cId="2093251614" sldId="1366"/>
            <ac:inkMk id="18" creationId="{44972A98-965E-099E-E110-FB96CC44CA3C}"/>
          </ac:inkMkLst>
        </pc:inkChg>
        <pc:inkChg chg="add">
          <ac:chgData name="Manuel Lafond" userId="34502308-0131-479c-a52b-92567eddfa82" providerId="ADAL" clId="{4048BBDB-64E8-329A-A436-918D599BD79E}" dt="2026-09-01T07:57:11.568" v="597"/>
          <ac:inkMkLst>
            <pc:docMk/>
            <pc:sldMk cId="2093251614" sldId="1366"/>
            <ac:inkMk id="19" creationId="{853D1DF0-462C-6E48-5C90-DAA3D25ABF97}"/>
          </ac:inkMkLst>
        </pc:inkChg>
      </pc:sldChg>
      <pc:sldChg chg="addSp delSp add mod">
        <pc:chgData name="Manuel Lafond" userId="34502308-0131-479c-a52b-92567eddfa82" providerId="ADAL" clId="{4048BBDB-64E8-329A-A436-918D599BD79E}" dt="2026-09-01T07:59:22.399" v="694"/>
        <pc:sldMkLst>
          <pc:docMk/>
          <pc:sldMk cId="906956272" sldId="1367"/>
        </pc:sldMkLst>
        <pc:inkChg chg="del">
          <ac:chgData name="Manuel Lafond" userId="34502308-0131-479c-a52b-92567eddfa82" providerId="ADAL" clId="{4048BBDB-64E8-329A-A436-918D599BD79E}" dt="2026-09-01T07:57:27.320" v="601"/>
          <ac:inkMkLst>
            <pc:docMk/>
            <pc:sldMk cId="906956272" sldId="1367"/>
            <ac:inkMk id="6" creationId="{F6420771-889D-836B-C082-31302553E4F3}"/>
          </ac:inkMkLst>
        </pc:inkChg>
        <pc:inkChg chg="add del">
          <ac:chgData name="Manuel Lafond" userId="34502308-0131-479c-a52b-92567eddfa82" providerId="ADAL" clId="{4048BBDB-64E8-329A-A436-918D599BD79E}" dt="2026-09-01T07:57:31.972" v="605"/>
          <ac:inkMkLst>
            <pc:docMk/>
            <pc:sldMk cId="906956272" sldId="1367"/>
            <ac:inkMk id="10" creationId="{960BC182-3AAE-65C5-96E5-52A48899064D}"/>
          </ac:inkMkLst>
        </pc:inkChg>
        <pc:inkChg chg="del">
          <ac:chgData name="Manuel Lafond" userId="34502308-0131-479c-a52b-92567eddfa82" providerId="ADAL" clId="{4048BBDB-64E8-329A-A436-918D599BD79E}" dt="2026-09-01T07:57:27.329" v="602"/>
          <ac:inkMkLst>
            <pc:docMk/>
            <pc:sldMk cId="906956272" sldId="1367"/>
            <ac:inkMk id="17" creationId="{CB5C83DE-F479-0A30-FD48-9E84FFF7BB02}"/>
          </ac:inkMkLst>
        </pc:inkChg>
        <pc:inkChg chg="add del">
          <ac:chgData name="Manuel Lafond" userId="34502308-0131-479c-a52b-92567eddfa82" providerId="ADAL" clId="{4048BBDB-64E8-329A-A436-918D599BD79E}" dt="2026-09-01T07:57:31.972" v="605"/>
          <ac:inkMkLst>
            <pc:docMk/>
            <pc:sldMk cId="906956272" sldId="1367"/>
            <ac:inkMk id="20" creationId="{A6349BA3-733B-2EC5-5B5E-B441E076AA92}"/>
          </ac:inkMkLst>
        </pc:inkChg>
        <pc:inkChg chg="add reco">
          <ac:chgData name="Manuel Lafond" userId="34502308-0131-479c-a52b-92567eddfa82" providerId="ADAL" clId="{4048BBDB-64E8-329A-A436-918D599BD79E}" dt="2026-09-01T07:57:31.972" v="605"/>
          <ac:inkMkLst>
            <pc:docMk/>
            <pc:sldMk cId="906956272" sldId="1367"/>
            <ac:inkMk id="21" creationId="{D1038F39-B298-FE08-3FEE-6D8C2EB45359}"/>
          </ac:inkMkLst>
        </pc:inkChg>
        <pc:inkChg chg="add del">
          <ac:chgData name="Manuel Lafond" userId="34502308-0131-479c-a52b-92567eddfa82" providerId="ADAL" clId="{4048BBDB-64E8-329A-A436-918D599BD79E}" dt="2026-09-01T07:57:46.814" v="609"/>
          <ac:inkMkLst>
            <pc:docMk/>
            <pc:sldMk cId="906956272" sldId="1367"/>
            <ac:inkMk id="22" creationId="{F9405CC9-C229-D110-BF1E-FF351E5CE31A}"/>
          </ac:inkMkLst>
        </pc:inkChg>
        <pc:inkChg chg="add del">
          <ac:chgData name="Manuel Lafond" userId="34502308-0131-479c-a52b-92567eddfa82" providerId="ADAL" clId="{4048BBDB-64E8-329A-A436-918D599BD79E}" dt="2026-09-01T07:57:46.814" v="609"/>
          <ac:inkMkLst>
            <pc:docMk/>
            <pc:sldMk cId="906956272" sldId="1367"/>
            <ac:inkMk id="23" creationId="{E542390E-3FDD-3CE5-99D2-2E7AEB74DDF6}"/>
          </ac:inkMkLst>
        </pc:inkChg>
        <pc:inkChg chg="add del">
          <ac:chgData name="Manuel Lafond" userId="34502308-0131-479c-a52b-92567eddfa82" providerId="ADAL" clId="{4048BBDB-64E8-329A-A436-918D599BD79E}" dt="2026-09-01T07:57:46.814" v="609"/>
          <ac:inkMkLst>
            <pc:docMk/>
            <pc:sldMk cId="906956272" sldId="1367"/>
            <ac:inkMk id="24" creationId="{C3193D29-E93A-A5A9-BB1C-A6A8F5A868B3}"/>
          </ac:inkMkLst>
        </pc:inkChg>
        <pc:inkChg chg="add reco">
          <ac:chgData name="Manuel Lafond" userId="34502308-0131-479c-a52b-92567eddfa82" providerId="ADAL" clId="{4048BBDB-64E8-329A-A436-918D599BD79E}" dt="2026-09-01T07:57:46.814" v="609"/>
          <ac:inkMkLst>
            <pc:docMk/>
            <pc:sldMk cId="906956272" sldId="1367"/>
            <ac:inkMk id="25" creationId="{93711FFA-C56E-69CB-78F8-8E046EB8FD0A}"/>
          </ac:inkMkLst>
        </pc:inkChg>
        <pc:inkChg chg="add">
          <ac:chgData name="Manuel Lafond" userId="34502308-0131-479c-a52b-92567eddfa82" providerId="ADAL" clId="{4048BBDB-64E8-329A-A436-918D599BD79E}" dt="2026-09-01T07:57:46.891" v="610"/>
          <ac:inkMkLst>
            <pc:docMk/>
            <pc:sldMk cId="906956272" sldId="1367"/>
            <ac:inkMk id="26" creationId="{A256AF2E-ECA8-35EE-6086-FFD8AF68706F}"/>
          </ac:inkMkLst>
        </pc:inkChg>
        <pc:inkChg chg="add del">
          <ac:chgData name="Manuel Lafond" userId="34502308-0131-479c-a52b-92567eddfa82" providerId="ADAL" clId="{4048BBDB-64E8-329A-A436-918D599BD79E}" dt="2026-09-01T07:57:51.890" v="614"/>
          <ac:inkMkLst>
            <pc:docMk/>
            <pc:sldMk cId="906956272" sldId="1367"/>
            <ac:inkMk id="27" creationId="{F06383A9-5ECD-FAE0-3934-C5A913BBA39F}"/>
          </ac:inkMkLst>
        </pc:inkChg>
        <pc:inkChg chg="add del">
          <ac:chgData name="Manuel Lafond" userId="34502308-0131-479c-a52b-92567eddfa82" providerId="ADAL" clId="{4048BBDB-64E8-329A-A436-918D599BD79E}" dt="2026-09-01T07:57:51.890" v="614"/>
          <ac:inkMkLst>
            <pc:docMk/>
            <pc:sldMk cId="906956272" sldId="1367"/>
            <ac:inkMk id="28" creationId="{8891BAAC-9BE2-1108-8462-2F007FC7CF0A}"/>
          </ac:inkMkLst>
        </pc:inkChg>
        <pc:inkChg chg="add del">
          <ac:chgData name="Manuel Lafond" userId="34502308-0131-479c-a52b-92567eddfa82" providerId="ADAL" clId="{4048BBDB-64E8-329A-A436-918D599BD79E}" dt="2026-09-01T07:57:51.890" v="614"/>
          <ac:inkMkLst>
            <pc:docMk/>
            <pc:sldMk cId="906956272" sldId="1367"/>
            <ac:inkMk id="29" creationId="{77B92604-FD39-2497-94F6-2315C8E47974}"/>
          </ac:inkMkLst>
        </pc:inkChg>
        <pc:inkChg chg="add reco">
          <ac:chgData name="Manuel Lafond" userId="34502308-0131-479c-a52b-92567eddfa82" providerId="ADAL" clId="{4048BBDB-64E8-329A-A436-918D599BD79E}" dt="2026-09-01T07:57:51.890" v="614"/>
          <ac:inkMkLst>
            <pc:docMk/>
            <pc:sldMk cId="906956272" sldId="1367"/>
            <ac:inkMk id="30" creationId="{E5B35918-EDB4-DDBD-3DF4-CCE761B3627B}"/>
          </ac:inkMkLst>
        </pc:inkChg>
        <pc:inkChg chg="add del">
          <ac:chgData name="Manuel Lafond" userId="34502308-0131-479c-a52b-92567eddfa82" providerId="ADAL" clId="{4048BBDB-64E8-329A-A436-918D599BD79E}" dt="2026-09-01T07:57:54.065" v="617"/>
          <ac:inkMkLst>
            <pc:docMk/>
            <pc:sldMk cId="906956272" sldId="1367"/>
            <ac:inkMk id="31" creationId="{8B58B9B0-B6F2-622A-147B-6DF84C1E55AC}"/>
          </ac:inkMkLst>
        </pc:inkChg>
        <pc:inkChg chg="add del">
          <ac:chgData name="Manuel Lafond" userId="34502308-0131-479c-a52b-92567eddfa82" providerId="ADAL" clId="{4048BBDB-64E8-329A-A436-918D599BD79E}" dt="2026-09-01T07:57:54.065" v="617"/>
          <ac:inkMkLst>
            <pc:docMk/>
            <pc:sldMk cId="906956272" sldId="1367"/>
            <ac:inkMk id="32" creationId="{085517BC-A213-8BD1-7068-FE97661A5C53}"/>
          </ac:inkMkLst>
        </pc:inkChg>
        <pc:inkChg chg="add reco">
          <ac:chgData name="Manuel Lafond" userId="34502308-0131-479c-a52b-92567eddfa82" providerId="ADAL" clId="{4048BBDB-64E8-329A-A436-918D599BD79E}" dt="2026-09-01T07:57:54.065" v="617"/>
          <ac:inkMkLst>
            <pc:docMk/>
            <pc:sldMk cId="906956272" sldId="1367"/>
            <ac:inkMk id="33" creationId="{0D803274-8F8F-5532-07C3-24B975C3699A}"/>
          </ac:inkMkLst>
        </pc:inkChg>
        <pc:inkChg chg="add del">
          <ac:chgData name="Manuel Lafond" userId="34502308-0131-479c-a52b-92567eddfa82" providerId="ADAL" clId="{4048BBDB-64E8-329A-A436-918D599BD79E}" dt="2026-09-01T07:57:56.108" v="620"/>
          <ac:inkMkLst>
            <pc:docMk/>
            <pc:sldMk cId="906956272" sldId="1367"/>
            <ac:inkMk id="34" creationId="{454977F0-EF27-CA1F-F8F7-99B195AFAD8A}"/>
          </ac:inkMkLst>
        </pc:inkChg>
        <pc:inkChg chg="add del">
          <ac:chgData name="Manuel Lafond" userId="34502308-0131-479c-a52b-92567eddfa82" providerId="ADAL" clId="{4048BBDB-64E8-329A-A436-918D599BD79E}" dt="2026-09-01T07:57:56.108" v="620"/>
          <ac:inkMkLst>
            <pc:docMk/>
            <pc:sldMk cId="906956272" sldId="1367"/>
            <ac:inkMk id="35" creationId="{A0F62F2F-7025-1B1F-4173-CD2028F6D107}"/>
          </ac:inkMkLst>
        </pc:inkChg>
        <pc:inkChg chg="add reco">
          <ac:chgData name="Manuel Lafond" userId="34502308-0131-479c-a52b-92567eddfa82" providerId="ADAL" clId="{4048BBDB-64E8-329A-A436-918D599BD79E}" dt="2026-09-01T07:57:56.108" v="620"/>
          <ac:inkMkLst>
            <pc:docMk/>
            <pc:sldMk cId="906956272" sldId="1367"/>
            <ac:inkMk id="36" creationId="{258097B5-B369-3878-A98A-D87C736A4D9A}"/>
          </ac:inkMkLst>
        </pc:inkChg>
        <pc:inkChg chg="add del">
          <ac:chgData name="Manuel Lafond" userId="34502308-0131-479c-a52b-92567eddfa82" providerId="ADAL" clId="{4048BBDB-64E8-329A-A436-918D599BD79E}" dt="2026-09-01T07:58:00.248" v="625"/>
          <ac:inkMkLst>
            <pc:docMk/>
            <pc:sldMk cId="906956272" sldId="1367"/>
            <ac:inkMk id="37" creationId="{8BC16F8C-20C4-D2D2-9055-C763BF7909E8}"/>
          </ac:inkMkLst>
        </pc:inkChg>
        <pc:inkChg chg="add del">
          <ac:chgData name="Manuel Lafond" userId="34502308-0131-479c-a52b-92567eddfa82" providerId="ADAL" clId="{4048BBDB-64E8-329A-A436-918D599BD79E}" dt="2026-09-01T07:58:00.248" v="625"/>
          <ac:inkMkLst>
            <pc:docMk/>
            <pc:sldMk cId="906956272" sldId="1367"/>
            <ac:inkMk id="38" creationId="{DF1C3436-D18D-A83F-6FDB-590E856D498D}"/>
          </ac:inkMkLst>
        </pc:inkChg>
        <pc:inkChg chg="add del">
          <ac:chgData name="Manuel Lafond" userId="34502308-0131-479c-a52b-92567eddfa82" providerId="ADAL" clId="{4048BBDB-64E8-329A-A436-918D599BD79E}" dt="2026-09-01T07:58:00.248" v="625"/>
          <ac:inkMkLst>
            <pc:docMk/>
            <pc:sldMk cId="906956272" sldId="1367"/>
            <ac:inkMk id="39" creationId="{B479A9C5-3A37-0E1A-2C4F-D451E325A201}"/>
          </ac:inkMkLst>
        </pc:inkChg>
        <pc:inkChg chg="add del">
          <ac:chgData name="Manuel Lafond" userId="34502308-0131-479c-a52b-92567eddfa82" providerId="ADAL" clId="{4048BBDB-64E8-329A-A436-918D599BD79E}" dt="2026-09-01T07:58:02.254" v="629"/>
          <ac:inkMkLst>
            <pc:docMk/>
            <pc:sldMk cId="906956272" sldId="1367"/>
            <ac:inkMk id="40" creationId="{ED4741CA-D440-4008-B585-914C8135237E}"/>
          </ac:inkMkLst>
        </pc:inkChg>
        <pc:inkChg chg="add reco">
          <ac:chgData name="Manuel Lafond" userId="34502308-0131-479c-a52b-92567eddfa82" providerId="ADAL" clId="{4048BBDB-64E8-329A-A436-918D599BD79E}" dt="2026-09-01T07:58:00.248" v="625"/>
          <ac:inkMkLst>
            <pc:docMk/>
            <pc:sldMk cId="906956272" sldId="1367"/>
            <ac:inkMk id="41" creationId="{4695572D-14BE-0810-8837-664A0EEDA401}"/>
          </ac:inkMkLst>
        </pc:inkChg>
        <pc:inkChg chg="add del">
          <ac:chgData name="Manuel Lafond" userId="34502308-0131-479c-a52b-92567eddfa82" providerId="ADAL" clId="{4048BBDB-64E8-329A-A436-918D599BD79E}" dt="2026-09-01T07:58:02.254" v="629"/>
          <ac:inkMkLst>
            <pc:docMk/>
            <pc:sldMk cId="906956272" sldId="1367"/>
            <ac:inkMk id="42" creationId="{8D44F6BD-0982-16FC-CFBA-B4CC78D58FEA}"/>
          </ac:inkMkLst>
        </pc:inkChg>
        <pc:inkChg chg="add del">
          <ac:chgData name="Manuel Lafond" userId="34502308-0131-479c-a52b-92567eddfa82" providerId="ADAL" clId="{4048BBDB-64E8-329A-A436-918D599BD79E}" dt="2026-09-01T07:58:18.532" v="639"/>
          <ac:inkMkLst>
            <pc:docMk/>
            <pc:sldMk cId="906956272" sldId="1367"/>
            <ac:inkMk id="43" creationId="{C5093412-06C7-FEDD-1132-E7D724F8A192}"/>
          </ac:inkMkLst>
        </pc:inkChg>
        <pc:inkChg chg="add del">
          <ac:chgData name="Manuel Lafond" userId="34502308-0131-479c-a52b-92567eddfa82" providerId="ADAL" clId="{4048BBDB-64E8-329A-A436-918D599BD79E}" dt="2026-09-01T07:58:04.435" v="631"/>
          <ac:inkMkLst>
            <pc:docMk/>
            <pc:sldMk cId="906956272" sldId="1367"/>
            <ac:inkMk id="44" creationId="{75B89565-4C94-AF60-6A9A-70AA087C43CB}"/>
          </ac:inkMkLst>
        </pc:inkChg>
        <pc:inkChg chg="add reco">
          <ac:chgData name="Manuel Lafond" userId="34502308-0131-479c-a52b-92567eddfa82" providerId="ADAL" clId="{4048BBDB-64E8-329A-A436-918D599BD79E}" dt="2026-09-01T07:58:02.254" v="629"/>
          <ac:inkMkLst>
            <pc:docMk/>
            <pc:sldMk cId="906956272" sldId="1367"/>
            <ac:inkMk id="45" creationId="{C07751D3-FB1B-C9C2-E01C-A08FF026DC73}"/>
          </ac:inkMkLst>
        </pc:inkChg>
        <pc:inkChg chg="add del">
          <ac:chgData name="Manuel Lafond" userId="34502308-0131-479c-a52b-92567eddfa82" providerId="ADAL" clId="{4048BBDB-64E8-329A-A436-918D599BD79E}" dt="2026-09-01T07:58:04.435" v="631"/>
          <ac:inkMkLst>
            <pc:docMk/>
            <pc:sldMk cId="906956272" sldId="1367"/>
            <ac:inkMk id="46" creationId="{453DDDF7-B031-9111-51D2-9534E8AA5070}"/>
          </ac:inkMkLst>
        </pc:inkChg>
        <pc:inkChg chg="add reco">
          <ac:chgData name="Manuel Lafond" userId="34502308-0131-479c-a52b-92567eddfa82" providerId="ADAL" clId="{4048BBDB-64E8-329A-A436-918D599BD79E}" dt="2026-09-01T07:58:04.435" v="631"/>
          <ac:inkMkLst>
            <pc:docMk/>
            <pc:sldMk cId="906956272" sldId="1367"/>
            <ac:inkMk id="47" creationId="{FBB0EE33-6457-6E99-EC69-764335FF4FB3}"/>
          </ac:inkMkLst>
        </pc:inkChg>
        <pc:inkChg chg="add del">
          <ac:chgData name="Manuel Lafond" userId="34502308-0131-479c-a52b-92567eddfa82" providerId="ADAL" clId="{4048BBDB-64E8-329A-A436-918D599BD79E}" dt="2026-09-01T07:58:05.825" v="634"/>
          <ac:inkMkLst>
            <pc:docMk/>
            <pc:sldMk cId="906956272" sldId="1367"/>
            <ac:inkMk id="48" creationId="{A9DBA0E2-DBE2-F215-194B-AF4CAE8575F1}"/>
          </ac:inkMkLst>
        </pc:inkChg>
        <pc:inkChg chg="add del">
          <ac:chgData name="Manuel Lafond" userId="34502308-0131-479c-a52b-92567eddfa82" providerId="ADAL" clId="{4048BBDB-64E8-329A-A436-918D599BD79E}" dt="2026-09-01T07:58:05.825" v="634"/>
          <ac:inkMkLst>
            <pc:docMk/>
            <pc:sldMk cId="906956272" sldId="1367"/>
            <ac:inkMk id="49" creationId="{0E34E92E-E00C-806E-AB78-F61892EC1F0D}"/>
          </ac:inkMkLst>
        </pc:inkChg>
        <pc:inkChg chg="add reco">
          <ac:chgData name="Manuel Lafond" userId="34502308-0131-479c-a52b-92567eddfa82" providerId="ADAL" clId="{4048BBDB-64E8-329A-A436-918D599BD79E}" dt="2026-09-01T07:58:05.825" v="634"/>
          <ac:inkMkLst>
            <pc:docMk/>
            <pc:sldMk cId="906956272" sldId="1367"/>
            <ac:inkMk id="50" creationId="{1F1A218F-8A1B-DD6A-4F13-A05556EE219E}"/>
          </ac:inkMkLst>
        </pc:inkChg>
        <pc:inkChg chg="add del">
          <ac:chgData name="Manuel Lafond" userId="34502308-0131-479c-a52b-92567eddfa82" providerId="ADAL" clId="{4048BBDB-64E8-329A-A436-918D599BD79E}" dt="2026-09-01T07:58:14.425" v="637"/>
          <ac:inkMkLst>
            <pc:docMk/>
            <pc:sldMk cId="906956272" sldId="1367"/>
            <ac:inkMk id="51" creationId="{5301B937-3B05-888E-5EC8-6C99471ED934}"/>
          </ac:inkMkLst>
        </pc:inkChg>
        <pc:inkChg chg="add del">
          <ac:chgData name="Manuel Lafond" userId="34502308-0131-479c-a52b-92567eddfa82" providerId="ADAL" clId="{4048BBDB-64E8-329A-A436-918D599BD79E}" dt="2026-09-01T07:58:14.425" v="637"/>
          <ac:inkMkLst>
            <pc:docMk/>
            <pc:sldMk cId="906956272" sldId="1367"/>
            <ac:inkMk id="52" creationId="{A39E4011-8387-C3C5-AD0E-9447BAB2728D}"/>
          </ac:inkMkLst>
        </pc:inkChg>
        <pc:inkChg chg="add reco">
          <ac:chgData name="Manuel Lafond" userId="34502308-0131-479c-a52b-92567eddfa82" providerId="ADAL" clId="{4048BBDB-64E8-329A-A436-918D599BD79E}" dt="2026-09-01T07:58:14.425" v="637"/>
          <ac:inkMkLst>
            <pc:docMk/>
            <pc:sldMk cId="906956272" sldId="1367"/>
            <ac:inkMk id="53" creationId="{3B147870-8E9B-BDE4-B9E6-E68F53907156}"/>
          </ac:inkMkLst>
        </pc:inkChg>
        <pc:inkChg chg="add">
          <ac:chgData name="Manuel Lafond" userId="34502308-0131-479c-a52b-92567eddfa82" providerId="ADAL" clId="{4048BBDB-64E8-329A-A436-918D599BD79E}" dt="2026-09-01T07:58:14.435" v="638"/>
          <ac:inkMkLst>
            <pc:docMk/>
            <pc:sldMk cId="906956272" sldId="1367"/>
            <ac:inkMk id="55" creationId="{3A5562EF-D205-EDCB-ED5B-2E8502B2E449}"/>
          </ac:inkMkLst>
        </pc:inkChg>
        <pc:inkChg chg="add">
          <ac:chgData name="Manuel Lafond" userId="34502308-0131-479c-a52b-92567eddfa82" providerId="ADAL" clId="{4048BBDB-64E8-329A-A436-918D599BD79E}" dt="2026-09-01T07:58:21.472" v="640"/>
          <ac:inkMkLst>
            <pc:docMk/>
            <pc:sldMk cId="906956272" sldId="1367"/>
            <ac:inkMk id="56" creationId="{5063C13B-9534-C939-17D1-BEDD2EF3A760}"/>
          </ac:inkMkLst>
        </pc:inkChg>
        <pc:inkChg chg="add del">
          <ac:chgData name="Manuel Lafond" userId="34502308-0131-479c-a52b-92567eddfa82" providerId="ADAL" clId="{4048BBDB-64E8-329A-A436-918D599BD79E}" dt="2026-09-01T07:58:23.718" v="643"/>
          <ac:inkMkLst>
            <pc:docMk/>
            <pc:sldMk cId="906956272" sldId="1367"/>
            <ac:inkMk id="57" creationId="{CBAA5372-FFE2-9980-496A-C76FFE13008F}"/>
          </ac:inkMkLst>
        </pc:inkChg>
        <pc:inkChg chg="add del">
          <ac:chgData name="Manuel Lafond" userId="34502308-0131-479c-a52b-92567eddfa82" providerId="ADAL" clId="{4048BBDB-64E8-329A-A436-918D599BD79E}" dt="2026-09-01T07:58:23.718" v="643"/>
          <ac:inkMkLst>
            <pc:docMk/>
            <pc:sldMk cId="906956272" sldId="1367"/>
            <ac:inkMk id="58" creationId="{BB3F45D3-92DE-EC23-8A17-1F1DB501D670}"/>
          </ac:inkMkLst>
        </pc:inkChg>
        <pc:inkChg chg="add reco">
          <ac:chgData name="Manuel Lafond" userId="34502308-0131-479c-a52b-92567eddfa82" providerId="ADAL" clId="{4048BBDB-64E8-329A-A436-918D599BD79E}" dt="2026-09-01T07:58:23.718" v="643"/>
          <ac:inkMkLst>
            <pc:docMk/>
            <pc:sldMk cId="906956272" sldId="1367"/>
            <ac:inkMk id="60" creationId="{FEAB0D41-21F4-5ABE-B70C-43C3416530F6}"/>
          </ac:inkMkLst>
        </pc:inkChg>
        <pc:inkChg chg="add del">
          <ac:chgData name="Manuel Lafond" userId="34502308-0131-479c-a52b-92567eddfa82" providerId="ADAL" clId="{4048BBDB-64E8-329A-A436-918D599BD79E}" dt="2026-09-01T07:58:27.657" v="646"/>
          <ac:inkMkLst>
            <pc:docMk/>
            <pc:sldMk cId="906956272" sldId="1367"/>
            <ac:inkMk id="61" creationId="{4ABED9AD-BC66-E6A5-A478-5AEC900B694F}"/>
          </ac:inkMkLst>
        </pc:inkChg>
        <pc:inkChg chg="add del">
          <ac:chgData name="Manuel Lafond" userId="34502308-0131-479c-a52b-92567eddfa82" providerId="ADAL" clId="{4048BBDB-64E8-329A-A436-918D599BD79E}" dt="2026-09-01T07:58:27.657" v="646"/>
          <ac:inkMkLst>
            <pc:docMk/>
            <pc:sldMk cId="906956272" sldId="1367"/>
            <ac:inkMk id="63" creationId="{D4B7FFE5-03B6-D00A-24BB-681A5CED5C4E}"/>
          </ac:inkMkLst>
        </pc:inkChg>
        <pc:inkChg chg="add reco">
          <ac:chgData name="Manuel Lafond" userId="34502308-0131-479c-a52b-92567eddfa82" providerId="ADAL" clId="{4048BBDB-64E8-329A-A436-918D599BD79E}" dt="2026-09-01T07:58:27.657" v="646"/>
          <ac:inkMkLst>
            <pc:docMk/>
            <pc:sldMk cId="906956272" sldId="1367"/>
            <ac:inkMk id="64" creationId="{531247FD-E555-3F20-4266-A987A643644F}"/>
          </ac:inkMkLst>
        </pc:inkChg>
        <pc:inkChg chg="add">
          <ac:chgData name="Manuel Lafond" userId="34502308-0131-479c-a52b-92567eddfa82" providerId="ADAL" clId="{4048BBDB-64E8-329A-A436-918D599BD79E}" dt="2026-09-01T07:58:27.694" v="647"/>
          <ac:inkMkLst>
            <pc:docMk/>
            <pc:sldMk cId="906956272" sldId="1367"/>
            <ac:inkMk id="65" creationId="{700A8C64-B1ED-1541-9C59-ED39B98F932C}"/>
          </ac:inkMkLst>
        </pc:inkChg>
        <pc:inkChg chg="add del">
          <ac:chgData name="Manuel Lafond" userId="34502308-0131-479c-a52b-92567eddfa82" providerId="ADAL" clId="{4048BBDB-64E8-329A-A436-918D599BD79E}" dt="2026-09-01T07:58:30.700" v="650"/>
          <ac:inkMkLst>
            <pc:docMk/>
            <pc:sldMk cId="906956272" sldId="1367"/>
            <ac:inkMk id="66" creationId="{D3283493-4A3E-467B-A525-333505458BC8}"/>
          </ac:inkMkLst>
        </pc:inkChg>
        <pc:inkChg chg="add del">
          <ac:chgData name="Manuel Lafond" userId="34502308-0131-479c-a52b-92567eddfa82" providerId="ADAL" clId="{4048BBDB-64E8-329A-A436-918D599BD79E}" dt="2026-09-01T07:58:30.700" v="650"/>
          <ac:inkMkLst>
            <pc:docMk/>
            <pc:sldMk cId="906956272" sldId="1367"/>
            <ac:inkMk id="67" creationId="{4C3CD707-057F-61C8-6C99-EF38802C80FC}"/>
          </ac:inkMkLst>
        </pc:inkChg>
        <pc:inkChg chg="add reco">
          <ac:chgData name="Manuel Lafond" userId="34502308-0131-479c-a52b-92567eddfa82" providerId="ADAL" clId="{4048BBDB-64E8-329A-A436-918D599BD79E}" dt="2026-09-01T07:58:30.700" v="650"/>
          <ac:inkMkLst>
            <pc:docMk/>
            <pc:sldMk cId="906956272" sldId="1367"/>
            <ac:inkMk id="68" creationId="{25C5C2A4-2803-71A9-ABDB-236BBE748B0D}"/>
          </ac:inkMkLst>
        </pc:inkChg>
        <pc:inkChg chg="add del">
          <ac:chgData name="Manuel Lafond" userId="34502308-0131-479c-a52b-92567eddfa82" providerId="ADAL" clId="{4048BBDB-64E8-329A-A436-918D599BD79E}" dt="2026-09-01T07:58:32.761" v="653"/>
          <ac:inkMkLst>
            <pc:docMk/>
            <pc:sldMk cId="906956272" sldId="1367"/>
            <ac:inkMk id="70" creationId="{CD244D5F-3106-26B7-E1D9-645920D70BFA}"/>
          </ac:inkMkLst>
        </pc:inkChg>
        <pc:inkChg chg="add del">
          <ac:chgData name="Manuel Lafond" userId="34502308-0131-479c-a52b-92567eddfa82" providerId="ADAL" clId="{4048BBDB-64E8-329A-A436-918D599BD79E}" dt="2026-09-01T07:58:32.761" v="653"/>
          <ac:inkMkLst>
            <pc:docMk/>
            <pc:sldMk cId="906956272" sldId="1367"/>
            <ac:inkMk id="71" creationId="{515B9145-E709-41F7-F3E3-C1B00431AB4E}"/>
          </ac:inkMkLst>
        </pc:inkChg>
        <pc:inkChg chg="add reco">
          <ac:chgData name="Manuel Lafond" userId="34502308-0131-479c-a52b-92567eddfa82" providerId="ADAL" clId="{4048BBDB-64E8-329A-A436-918D599BD79E}" dt="2026-09-01T07:58:32.761" v="653"/>
          <ac:inkMkLst>
            <pc:docMk/>
            <pc:sldMk cId="906956272" sldId="1367"/>
            <ac:inkMk id="72" creationId="{38082EFD-375D-14BF-685E-06367E81BAA0}"/>
          </ac:inkMkLst>
        </pc:inkChg>
        <pc:inkChg chg="add del">
          <ac:chgData name="Manuel Lafond" userId="34502308-0131-479c-a52b-92567eddfa82" providerId="ADAL" clId="{4048BBDB-64E8-329A-A436-918D599BD79E}" dt="2026-09-01T07:58:33.930" v="656"/>
          <ac:inkMkLst>
            <pc:docMk/>
            <pc:sldMk cId="906956272" sldId="1367"/>
            <ac:inkMk id="73" creationId="{8F4257BC-A288-8756-0E37-8EBE92742FD0}"/>
          </ac:inkMkLst>
        </pc:inkChg>
        <pc:inkChg chg="add del">
          <ac:chgData name="Manuel Lafond" userId="34502308-0131-479c-a52b-92567eddfa82" providerId="ADAL" clId="{4048BBDB-64E8-329A-A436-918D599BD79E}" dt="2026-09-01T07:58:33.930" v="656"/>
          <ac:inkMkLst>
            <pc:docMk/>
            <pc:sldMk cId="906956272" sldId="1367"/>
            <ac:inkMk id="74" creationId="{84AA2B55-9FC2-00E4-080E-55F48F998B7E}"/>
          </ac:inkMkLst>
        </pc:inkChg>
        <pc:inkChg chg="add reco">
          <ac:chgData name="Manuel Lafond" userId="34502308-0131-479c-a52b-92567eddfa82" providerId="ADAL" clId="{4048BBDB-64E8-329A-A436-918D599BD79E}" dt="2026-09-01T07:58:33.930" v="656"/>
          <ac:inkMkLst>
            <pc:docMk/>
            <pc:sldMk cId="906956272" sldId="1367"/>
            <ac:inkMk id="75" creationId="{EAE2845C-5AFA-F90C-71AA-4EE8869F8204}"/>
          </ac:inkMkLst>
        </pc:inkChg>
        <pc:inkChg chg="add del">
          <ac:chgData name="Manuel Lafond" userId="34502308-0131-479c-a52b-92567eddfa82" providerId="ADAL" clId="{4048BBDB-64E8-329A-A436-918D599BD79E}" dt="2026-09-01T07:58:38.189" v="659"/>
          <ac:inkMkLst>
            <pc:docMk/>
            <pc:sldMk cId="906956272" sldId="1367"/>
            <ac:inkMk id="76" creationId="{94C601B9-CA50-7BB1-5087-9244FB822B8F}"/>
          </ac:inkMkLst>
        </pc:inkChg>
        <pc:inkChg chg="add del">
          <ac:chgData name="Manuel Lafond" userId="34502308-0131-479c-a52b-92567eddfa82" providerId="ADAL" clId="{4048BBDB-64E8-329A-A436-918D599BD79E}" dt="2026-09-01T07:58:38.189" v="659"/>
          <ac:inkMkLst>
            <pc:docMk/>
            <pc:sldMk cId="906956272" sldId="1367"/>
            <ac:inkMk id="77" creationId="{59053954-AAEF-432F-953B-54C66F328346}"/>
          </ac:inkMkLst>
        </pc:inkChg>
        <pc:inkChg chg="add del reco">
          <ac:chgData name="Manuel Lafond" userId="34502308-0131-479c-a52b-92567eddfa82" providerId="ADAL" clId="{4048BBDB-64E8-329A-A436-918D599BD79E}" dt="2026-09-01T07:59:13.267" v="682"/>
          <ac:inkMkLst>
            <pc:docMk/>
            <pc:sldMk cId="906956272" sldId="1367"/>
            <ac:inkMk id="78" creationId="{01ED2E8B-23C7-34EE-8FC0-72E175E4001B}"/>
          </ac:inkMkLst>
        </pc:inkChg>
        <pc:inkChg chg="add del">
          <ac:chgData name="Manuel Lafond" userId="34502308-0131-479c-a52b-92567eddfa82" providerId="ADAL" clId="{4048BBDB-64E8-329A-A436-918D599BD79E}" dt="2026-09-01T07:58:40.074" v="662"/>
          <ac:inkMkLst>
            <pc:docMk/>
            <pc:sldMk cId="906956272" sldId="1367"/>
            <ac:inkMk id="79" creationId="{09D023FD-A228-B12E-479F-BC4B739F81EA}"/>
          </ac:inkMkLst>
        </pc:inkChg>
        <pc:inkChg chg="add del">
          <ac:chgData name="Manuel Lafond" userId="34502308-0131-479c-a52b-92567eddfa82" providerId="ADAL" clId="{4048BBDB-64E8-329A-A436-918D599BD79E}" dt="2026-09-01T07:58:40.074" v="662"/>
          <ac:inkMkLst>
            <pc:docMk/>
            <pc:sldMk cId="906956272" sldId="1367"/>
            <ac:inkMk id="80" creationId="{925D15B9-F00E-23DF-5DA1-407A479E2991}"/>
          </ac:inkMkLst>
        </pc:inkChg>
        <pc:inkChg chg="add del reco">
          <ac:chgData name="Manuel Lafond" userId="34502308-0131-479c-a52b-92567eddfa82" providerId="ADAL" clId="{4048BBDB-64E8-329A-A436-918D599BD79E}" dt="2026-09-01T07:59:13.262" v="681"/>
          <ac:inkMkLst>
            <pc:docMk/>
            <pc:sldMk cId="906956272" sldId="1367"/>
            <ac:inkMk id="81" creationId="{E61D7619-89C3-FB0B-DE64-25AFB2B5ACC2}"/>
          </ac:inkMkLst>
        </pc:inkChg>
        <pc:inkChg chg="add del">
          <ac:chgData name="Manuel Lafond" userId="34502308-0131-479c-a52b-92567eddfa82" providerId="ADAL" clId="{4048BBDB-64E8-329A-A436-918D599BD79E}" dt="2026-09-01T07:59:13.245" v="678"/>
          <ac:inkMkLst>
            <pc:docMk/>
            <pc:sldMk cId="906956272" sldId="1367"/>
            <ac:inkMk id="82" creationId="{E7D743CF-7AE7-9A06-D0D2-B3402D0609FF}"/>
          </ac:inkMkLst>
        </pc:inkChg>
        <pc:inkChg chg="add del">
          <ac:chgData name="Manuel Lafond" userId="34502308-0131-479c-a52b-92567eddfa82" providerId="ADAL" clId="{4048BBDB-64E8-329A-A436-918D599BD79E}" dt="2026-09-01T07:58:42.666" v="666"/>
          <ac:inkMkLst>
            <pc:docMk/>
            <pc:sldMk cId="906956272" sldId="1367"/>
            <ac:inkMk id="83" creationId="{9C4F4C57-D069-86F6-0923-D206328CB8C0}"/>
          </ac:inkMkLst>
        </pc:inkChg>
        <pc:inkChg chg="add del reco">
          <ac:chgData name="Manuel Lafond" userId="34502308-0131-479c-a52b-92567eddfa82" providerId="ADAL" clId="{4048BBDB-64E8-329A-A436-918D599BD79E}" dt="2026-09-01T07:58:42.666" v="666"/>
          <ac:inkMkLst>
            <pc:docMk/>
            <pc:sldMk cId="906956272" sldId="1367"/>
            <ac:inkMk id="85" creationId="{5CE98B88-5D97-EE66-18A1-C9C69E5A801A}"/>
          </ac:inkMkLst>
        </pc:inkChg>
        <pc:inkChg chg="add del">
          <ac:chgData name="Manuel Lafond" userId="34502308-0131-479c-a52b-92567eddfa82" providerId="ADAL" clId="{4048BBDB-64E8-329A-A436-918D599BD79E}" dt="2026-09-01T07:58:46.021" v="669"/>
          <ac:inkMkLst>
            <pc:docMk/>
            <pc:sldMk cId="906956272" sldId="1367"/>
            <ac:inkMk id="86" creationId="{3B2D5BEE-314D-4846-B748-956654399401}"/>
          </ac:inkMkLst>
        </pc:inkChg>
        <pc:inkChg chg="add del">
          <ac:chgData name="Manuel Lafond" userId="34502308-0131-479c-a52b-92567eddfa82" providerId="ADAL" clId="{4048BBDB-64E8-329A-A436-918D599BD79E}" dt="2026-09-01T07:58:46.021" v="669"/>
          <ac:inkMkLst>
            <pc:docMk/>
            <pc:sldMk cId="906956272" sldId="1367"/>
            <ac:inkMk id="88" creationId="{0E841B99-3141-18ED-2631-D8394DFD19F8}"/>
          </ac:inkMkLst>
        </pc:inkChg>
        <pc:inkChg chg="add del reco">
          <ac:chgData name="Manuel Lafond" userId="34502308-0131-479c-a52b-92567eddfa82" providerId="ADAL" clId="{4048BBDB-64E8-329A-A436-918D599BD79E}" dt="2026-09-01T07:59:13.272" v="683"/>
          <ac:inkMkLst>
            <pc:docMk/>
            <pc:sldMk cId="906956272" sldId="1367"/>
            <ac:inkMk id="89" creationId="{B02F1B8D-8CDA-ED3A-0177-9951DCC9F7B9}"/>
          </ac:inkMkLst>
        </pc:inkChg>
        <pc:inkChg chg="add del">
          <ac:chgData name="Manuel Lafond" userId="34502308-0131-479c-a52b-92567eddfa82" providerId="ADAL" clId="{4048BBDB-64E8-329A-A436-918D599BD79E}" dt="2026-09-01T07:58:50.625" v="673"/>
          <ac:inkMkLst>
            <pc:docMk/>
            <pc:sldMk cId="906956272" sldId="1367"/>
            <ac:inkMk id="90" creationId="{DE16AE3C-60A8-FF74-675C-2D101DF4344A}"/>
          </ac:inkMkLst>
        </pc:inkChg>
        <pc:inkChg chg="add del">
          <ac:chgData name="Manuel Lafond" userId="34502308-0131-479c-a52b-92567eddfa82" providerId="ADAL" clId="{4048BBDB-64E8-329A-A436-918D599BD79E}" dt="2026-09-01T07:58:50.625" v="673"/>
          <ac:inkMkLst>
            <pc:docMk/>
            <pc:sldMk cId="906956272" sldId="1367"/>
            <ac:inkMk id="91" creationId="{FE7A25B5-45D1-7521-50A9-3BFDCDC8101F}"/>
          </ac:inkMkLst>
        </pc:inkChg>
        <pc:inkChg chg="add del">
          <ac:chgData name="Manuel Lafond" userId="34502308-0131-479c-a52b-92567eddfa82" providerId="ADAL" clId="{4048BBDB-64E8-329A-A436-918D599BD79E}" dt="2026-09-01T07:58:51.326" v="675"/>
          <ac:inkMkLst>
            <pc:docMk/>
            <pc:sldMk cId="906956272" sldId="1367"/>
            <ac:inkMk id="92" creationId="{4FFDAD8F-574E-CB87-242B-4F7A052A5FF9}"/>
          </ac:inkMkLst>
        </pc:inkChg>
        <pc:inkChg chg="add del reco">
          <ac:chgData name="Manuel Lafond" userId="34502308-0131-479c-a52b-92567eddfa82" providerId="ADAL" clId="{4048BBDB-64E8-329A-A436-918D599BD79E}" dt="2026-09-01T07:59:13.256" v="680"/>
          <ac:inkMkLst>
            <pc:docMk/>
            <pc:sldMk cId="906956272" sldId="1367"/>
            <ac:inkMk id="93" creationId="{45A21E4C-60C4-42BA-BA5A-1A4B4A813DD8}"/>
          </ac:inkMkLst>
        </pc:inkChg>
        <pc:inkChg chg="add del">
          <ac:chgData name="Manuel Lafond" userId="34502308-0131-479c-a52b-92567eddfa82" providerId="ADAL" clId="{4048BBDB-64E8-329A-A436-918D599BD79E}" dt="2026-09-01T07:58:51.326" v="675"/>
          <ac:inkMkLst>
            <pc:docMk/>
            <pc:sldMk cId="906956272" sldId="1367"/>
            <ac:inkMk id="94" creationId="{BC5ECBF5-B9BF-07EE-A4F5-96175E0F4B75}"/>
          </ac:inkMkLst>
        </pc:inkChg>
        <pc:inkChg chg="add del reco">
          <ac:chgData name="Manuel Lafond" userId="34502308-0131-479c-a52b-92567eddfa82" providerId="ADAL" clId="{4048BBDB-64E8-329A-A436-918D599BD79E}" dt="2026-09-01T07:59:13.250" v="679"/>
          <ac:inkMkLst>
            <pc:docMk/>
            <pc:sldMk cId="906956272" sldId="1367"/>
            <ac:inkMk id="95" creationId="{25315DF5-F408-98B7-A91D-FDD4BEE9F36A}"/>
          </ac:inkMkLst>
        </pc:inkChg>
        <pc:inkChg chg="add del">
          <ac:chgData name="Manuel Lafond" userId="34502308-0131-479c-a52b-92567eddfa82" providerId="ADAL" clId="{4048BBDB-64E8-329A-A436-918D599BD79E}" dt="2026-09-01T07:59:13.239" v="677"/>
          <ac:inkMkLst>
            <pc:docMk/>
            <pc:sldMk cId="906956272" sldId="1367"/>
            <ac:inkMk id="96" creationId="{3CDF50B5-02F0-CAAE-7DFA-43A2A83CCF22}"/>
          </ac:inkMkLst>
        </pc:inkChg>
        <pc:inkChg chg="add">
          <ac:chgData name="Manuel Lafond" userId="34502308-0131-479c-a52b-92567eddfa82" providerId="ADAL" clId="{4048BBDB-64E8-329A-A436-918D599BD79E}" dt="2026-09-01T07:59:17.351" v="684"/>
          <ac:inkMkLst>
            <pc:docMk/>
            <pc:sldMk cId="906956272" sldId="1367"/>
            <ac:inkMk id="97" creationId="{1CDB7B90-224B-F0B1-8EB1-37A5E3E6A28F}"/>
          </ac:inkMkLst>
        </pc:inkChg>
        <pc:inkChg chg="add del">
          <ac:chgData name="Manuel Lafond" userId="34502308-0131-479c-a52b-92567eddfa82" providerId="ADAL" clId="{4048BBDB-64E8-329A-A436-918D599BD79E}" dt="2026-09-01T07:59:20.062" v="688"/>
          <ac:inkMkLst>
            <pc:docMk/>
            <pc:sldMk cId="906956272" sldId="1367"/>
            <ac:inkMk id="98" creationId="{CB1D7262-14CA-2318-F48B-01443FC17632}"/>
          </ac:inkMkLst>
        </pc:inkChg>
        <pc:inkChg chg="add del">
          <ac:chgData name="Manuel Lafond" userId="34502308-0131-479c-a52b-92567eddfa82" providerId="ADAL" clId="{4048BBDB-64E8-329A-A436-918D599BD79E}" dt="2026-09-01T07:59:20.062" v="688"/>
          <ac:inkMkLst>
            <pc:docMk/>
            <pc:sldMk cId="906956272" sldId="1367"/>
            <ac:inkMk id="99" creationId="{97AC60ED-589D-5512-56EF-099785E7F9A5}"/>
          </ac:inkMkLst>
        </pc:inkChg>
        <pc:inkChg chg="add del">
          <ac:chgData name="Manuel Lafond" userId="34502308-0131-479c-a52b-92567eddfa82" providerId="ADAL" clId="{4048BBDB-64E8-329A-A436-918D599BD79E}" dt="2026-09-01T07:59:21.262" v="691"/>
          <ac:inkMkLst>
            <pc:docMk/>
            <pc:sldMk cId="906956272" sldId="1367"/>
            <ac:inkMk id="100" creationId="{A8C690D0-0445-C218-6941-3E0AC7D42E6C}"/>
          </ac:inkMkLst>
        </pc:inkChg>
        <pc:inkChg chg="add reco">
          <ac:chgData name="Manuel Lafond" userId="34502308-0131-479c-a52b-92567eddfa82" providerId="ADAL" clId="{4048BBDB-64E8-329A-A436-918D599BD79E}" dt="2026-09-01T07:59:20.062" v="688"/>
          <ac:inkMkLst>
            <pc:docMk/>
            <pc:sldMk cId="906956272" sldId="1367"/>
            <ac:inkMk id="101" creationId="{ADE4C460-27BB-F5AE-C3D1-528B42BB17C0}"/>
          </ac:inkMkLst>
        </pc:inkChg>
        <pc:inkChg chg="add del">
          <ac:chgData name="Manuel Lafond" userId="34502308-0131-479c-a52b-92567eddfa82" providerId="ADAL" clId="{4048BBDB-64E8-329A-A436-918D599BD79E}" dt="2026-09-01T07:59:21.262" v="691"/>
          <ac:inkMkLst>
            <pc:docMk/>
            <pc:sldMk cId="906956272" sldId="1367"/>
            <ac:inkMk id="102" creationId="{354B1D47-7166-606C-9214-761401176381}"/>
          </ac:inkMkLst>
        </pc:inkChg>
        <pc:inkChg chg="add del">
          <ac:chgData name="Manuel Lafond" userId="34502308-0131-479c-a52b-92567eddfa82" providerId="ADAL" clId="{4048BBDB-64E8-329A-A436-918D599BD79E}" dt="2026-09-01T07:59:21.262" v="691"/>
          <ac:inkMkLst>
            <pc:docMk/>
            <pc:sldMk cId="906956272" sldId="1367"/>
            <ac:inkMk id="103" creationId="{255920F1-BF1E-05F7-5F71-D7DF32EFFE7E}"/>
          </ac:inkMkLst>
        </pc:inkChg>
        <pc:inkChg chg="add reco">
          <ac:chgData name="Manuel Lafond" userId="34502308-0131-479c-a52b-92567eddfa82" providerId="ADAL" clId="{4048BBDB-64E8-329A-A436-918D599BD79E}" dt="2026-09-01T07:59:21.262" v="691"/>
          <ac:inkMkLst>
            <pc:docMk/>
            <pc:sldMk cId="906956272" sldId="1367"/>
            <ac:inkMk id="104" creationId="{7E776516-0D53-53A2-147B-E919C0072703}"/>
          </ac:inkMkLst>
        </pc:inkChg>
        <pc:inkChg chg="add del">
          <ac:chgData name="Manuel Lafond" userId="34502308-0131-479c-a52b-92567eddfa82" providerId="ADAL" clId="{4048BBDB-64E8-329A-A436-918D599BD79E}" dt="2026-09-01T07:59:22.399" v="694"/>
          <ac:inkMkLst>
            <pc:docMk/>
            <pc:sldMk cId="906956272" sldId="1367"/>
            <ac:inkMk id="105" creationId="{4708A49E-68FF-CE17-B2E3-DE7F4AA861CC}"/>
          </ac:inkMkLst>
        </pc:inkChg>
        <pc:inkChg chg="add del">
          <ac:chgData name="Manuel Lafond" userId="34502308-0131-479c-a52b-92567eddfa82" providerId="ADAL" clId="{4048BBDB-64E8-329A-A436-918D599BD79E}" dt="2026-09-01T07:59:22.399" v="694"/>
          <ac:inkMkLst>
            <pc:docMk/>
            <pc:sldMk cId="906956272" sldId="1367"/>
            <ac:inkMk id="106" creationId="{B203400C-CC02-83C6-745B-7EA34CC29610}"/>
          </ac:inkMkLst>
        </pc:inkChg>
        <pc:inkChg chg="add reco">
          <ac:chgData name="Manuel Lafond" userId="34502308-0131-479c-a52b-92567eddfa82" providerId="ADAL" clId="{4048BBDB-64E8-329A-A436-918D599BD79E}" dt="2026-09-01T07:59:22.399" v="694"/>
          <ac:inkMkLst>
            <pc:docMk/>
            <pc:sldMk cId="906956272" sldId="1367"/>
            <ac:inkMk id="107" creationId="{D5B84334-FB59-E348-C033-54867C6E9A91}"/>
          </ac:inkMkLst>
        </pc:inkChg>
      </pc:sldChg>
    </pc:docChg>
  </pc:docChgLst>
  <pc:docChgLst>
    <pc:chgData name="Manuel Lafond" userId="34502308-0131-479c-a52b-92567eddfa82" providerId="ADAL" clId="{6C69A4BB-4FD7-4839-B44A-C42F16254999}"/>
    <pc:docChg chg="undo redo custSel addSld delSld modSld sldOrd">
      <pc:chgData name="Manuel Lafond" userId="34502308-0131-479c-a52b-92567eddfa82" providerId="ADAL" clId="{6C69A4BB-4FD7-4839-B44A-C42F16254999}" dt="2026-09-01T20:09:07.939" v="15652" actId="20577"/>
      <pc:docMkLst>
        <pc:docMk/>
      </pc:docMkLst>
      <pc:sldChg chg="modSp mod">
        <pc:chgData name="Manuel Lafond" userId="34502308-0131-479c-a52b-92567eddfa82" providerId="ADAL" clId="{6C69A4BB-4FD7-4839-B44A-C42F16254999}" dt="2026-08-29T22:22:14.921" v="14237" actId="20577"/>
        <pc:sldMkLst>
          <pc:docMk/>
          <pc:sldMk cId="1194076223" sldId="256"/>
        </pc:sldMkLst>
        <pc:spChg chg="mod">
          <ac:chgData name="Manuel Lafond" userId="34502308-0131-479c-a52b-92567eddfa82" providerId="ADAL" clId="{6C69A4BB-4FD7-4839-B44A-C42F16254999}" dt="2026-08-29T22:22:14.921" v="14237" actId="20577"/>
          <ac:spMkLst>
            <pc:docMk/>
            <pc:sldMk cId="1194076223" sldId="256"/>
            <ac:spMk id="2" creationId="{00000000-0000-0000-0000-000000000000}"/>
          </ac:spMkLst>
        </pc:spChg>
        <pc:spChg chg="mod">
          <ac:chgData name="Manuel Lafond" userId="34502308-0131-479c-a52b-92567eddfa82" providerId="ADAL" clId="{6C69A4BB-4FD7-4839-B44A-C42F16254999}" dt="2026-08-29T19:13:28.201" v="14227" actId="113"/>
          <ac:spMkLst>
            <pc:docMk/>
            <pc:sldMk cId="1194076223" sldId="256"/>
            <ac:spMk id="3" creationId="{00000000-0000-0000-0000-000000000000}"/>
          </ac:spMkLst>
        </pc:spChg>
      </pc:sldChg>
      <pc:sldChg chg="addSp delSp modSp mod ord">
        <pc:chgData name="Manuel Lafond" userId="34502308-0131-479c-a52b-92567eddfa82" providerId="ADAL" clId="{6C69A4BB-4FD7-4839-B44A-C42F16254999}" dt="2026-09-01T15:45:43.148" v="15490" actId="22"/>
        <pc:sldMkLst>
          <pc:docMk/>
          <pc:sldMk cId="4078806710" sldId="1147"/>
        </pc:sldMkLst>
        <pc:spChg chg="mod">
          <ac:chgData name="Manuel Lafond" userId="34502308-0131-479c-a52b-92567eddfa82" providerId="ADAL" clId="{6C69A4BB-4FD7-4839-B44A-C42F16254999}" dt="2026-08-31T09:42:04.936" v="14852"/>
          <ac:spMkLst>
            <pc:docMk/>
            <pc:sldMk cId="4078806710" sldId="1147"/>
            <ac:spMk id="3" creationId="{17343A79-79D6-E4D6-95FA-4B025913987C}"/>
          </ac:spMkLst>
        </pc:spChg>
        <pc:spChg chg="add">
          <ac:chgData name="Manuel Lafond" userId="34502308-0131-479c-a52b-92567eddfa82" providerId="ADAL" clId="{6C69A4BB-4FD7-4839-B44A-C42F16254999}" dt="2026-09-01T15:45:43.148" v="15490" actId="22"/>
          <ac:spMkLst>
            <pc:docMk/>
            <pc:sldMk cId="4078806710" sldId="1147"/>
            <ac:spMk id="4" creationId="{420152E4-6512-A089-B437-479E460FADF7}"/>
          </ac:spMkLst>
        </pc:spChg>
      </pc:sldChg>
      <pc:sldChg chg="modSp mod">
        <pc:chgData name="Manuel Lafond" userId="34502308-0131-479c-a52b-92567eddfa82" providerId="ADAL" clId="{6C69A4BB-4FD7-4839-B44A-C42F16254999}" dt="2026-09-01T20:09:07.939" v="15652" actId="20577"/>
        <pc:sldMkLst>
          <pc:docMk/>
          <pc:sldMk cId="262488683" sldId="1328"/>
        </pc:sldMkLst>
        <pc:spChg chg="mod">
          <ac:chgData name="Manuel Lafond" userId="34502308-0131-479c-a52b-92567eddfa82" providerId="ADAL" clId="{6C69A4BB-4FD7-4839-B44A-C42F16254999}" dt="2026-08-29T18:53:44.678" v="12692" actId="20577"/>
          <ac:spMkLst>
            <pc:docMk/>
            <pc:sldMk cId="262488683" sldId="1328"/>
            <ac:spMk id="2" creationId="{AE8ECBCA-7245-0C76-2B13-5AC443F5C0DE}"/>
          </ac:spMkLst>
        </pc:spChg>
        <pc:spChg chg="mod">
          <ac:chgData name="Manuel Lafond" userId="34502308-0131-479c-a52b-92567eddfa82" providerId="ADAL" clId="{6C69A4BB-4FD7-4839-B44A-C42F16254999}" dt="2026-09-01T20:09:07.939" v="15652" actId="20577"/>
          <ac:spMkLst>
            <pc:docMk/>
            <pc:sldMk cId="262488683" sldId="1328"/>
            <ac:spMk id="3" creationId="{F2C22DD7-DFC7-B5F4-6D51-29483D9D2110}"/>
          </ac:spMkLst>
        </pc:spChg>
      </pc:sldChg>
      <pc:sldChg chg="modSp add del mod">
        <pc:chgData name="Manuel Lafond" userId="34502308-0131-479c-a52b-92567eddfa82" providerId="ADAL" clId="{6C69A4BB-4FD7-4839-B44A-C42F16254999}" dt="2026-09-01T15:23:56.093" v="15372" actId="47"/>
        <pc:sldMkLst>
          <pc:docMk/>
          <pc:sldMk cId="927700421" sldId="1329"/>
        </pc:sldMkLst>
      </pc:sldChg>
      <pc:sldChg chg="modSp add mod">
        <pc:chgData name="Manuel Lafond" userId="34502308-0131-479c-a52b-92567eddfa82" providerId="ADAL" clId="{6C69A4BB-4FD7-4839-B44A-C42F16254999}" dt="2026-08-31T10:07:25.633" v="15238" actId="20577"/>
        <pc:sldMkLst>
          <pc:docMk/>
          <pc:sldMk cId="1068849002" sldId="1334"/>
        </pc:sldMkLst>
        <pc:spChg chg="mod">
          <ac:chgData name="Manuel Lafond" userId="34502308-0131-479c-a52b-92567eddfa82" providerId="ADAL" clId="{6C69A4BB-4FD7-4839-B44A-C42F16254999}" dt="2026-08-31T10:07:25.633" v="15238" actId="20577"/>
          <ac:spMkLst>
            <pc:docMk/>
            <pc:sldMk cId="1068849002" sldId="1334"/>
            <ac:spMk id="3" creationId="{D14EC730-1E93-5A34-B46D-780DE1E19FC8}"/>
          </ac:spMkLst>
        </pc:spChg>
      </pc:sldChg>
      <pc:sldChg chg="modSp add mod">
        <pc:chgData name="Manuel Lafond" userId="34502308-0131-479c-a52b-92567eddfa82" providerId="ADAL" clId="{6C69A4BB-4FD7-4839-B44A-C42F16254999}" dt="2026-08-29T18:48:25.290" v="12019" actId="20577"/>
        <pc:sldMkLst>
          <pc:docMk/>
          <pc:sldMk cId="2496864613" sldId="1335"/>
        </pc:sldMkLst>
        <pc:spChg chg="mod">
          <ac:chgData name="Manuel Lafond" userId="34502308-0131-479c-a52b-92567eddfa82" providerId="ADAL" clId="{6C69A4BB-4FD7-4839-B44A-C42F16254999}" dt="2026-08-29T18:48:25.290" v="12019" actId="20577"/>
          <ac:spMkLst>
            <pc:docMk/>
            <pc:sldMk cId="2496864613" sldId="1335"/>
            <ac:spMk id="3" creationId="{CEAC61AF-0035-BAE4-C5E5-6C5EF022B7C5}"/>
          </ac:spMkLst>
        </pc:spChg>
      </pc:sldChg>
      <pc:sldChg chg="addSp delSp modSp add mod">
        <pc:chgData name="Manuel Lafond" userId="34502308-0131-479c-a52b-92567eddfa82" providerId="ADAL" clId="{6C69A4BB-4FD7-4839-B44A-C42F16254999}" dt="2026-08-31T09:49:42.843" v="15087" actId="1076"/>
        <pc:sldMkLst>
          <pc:docMk/>
          <pc:sldMk cId="2357022316" sldId="1336"/>
        </pc:sldMkLst>
        <pc:spChg chg="mod">
          <ac:chgData name="Manuel Lafond" userId="34502308-0131-479c-a52b-92567eddfa82" providerId="ADAL" clId="{6C69A4BB-4FD7-4839-B44A-C42F16254999}" dt="2026-08-31T00:37:43.749" v="14273" actId="20577"/>
          <ac:spMkLst>
            <pc:docMk/>
            <pc:sldMk cId="2357022316" sldId="1336"/>
            <ac:spMk id="3" creationId="{7397490F-3402-738B-68AF-A1E064247CB7}"/>
          </ac:spMkLst>
        </pc:spChg>
        <pc:grpChg chg="del mod">
          <ac:chgData name="Manuel Lafond" userId="34502308-0131-479c-a52b-92567eddfa82" providerId="ADAL" clId="{6C69A4BB-4FD7-4839-B44A-C42F16254999}" dt="2026-08-31T09:49:32.308" v="15082" actId="478"/>
          <ac:grpSpMkLst>
            <pc:docMk/>
            <pc:sldMk cId="2357022316" sldId="1336"/>
            <ac:grpSpMk id="9" creationId="{2D0393DB-555D-6A74-8413-E693354EE57B}"/>
          </ac:grpSpMkLst>
        </pc:grpChg>
        <pc:picChg chg="add mod">
          <ac:chgData name="Manuel Lafond" userId="34502308-0131-479c-a52b-92567eddfa82" providerId="ADAL" clId="{6C69A4BB-4FD7-4839-B44A-C42F16254999}" dt="2026-08-31T09:49:42.843" v="15087" actId="1076"/>
          <ac:picMkLst>
            <pc:docMk/>
            <pc:sldMk cId="2357022316" sldId="1336"/>
            <ac:picMk id="11" creationId="{80FAA926-0621-3B46-385F-CCE1CBB750D4}"/>
          </ac:picMkLst>
        </pc:picChg>
        <pc:inkChg chg="add mod">
          <ac:chgData name="Manuel Lafond" userId="34502308-0131-479c-a52b-92567eddfa82" providerId="ADAL" clId="{6C69A4BB-4FD7-4839-B44A-C42F16254999}" dt="2026-08-31T00:37:57.394" v="14280"/>
          <ac:inkMkLst>
            <pc:docMk/>
            <pc:sldMk cId="2357022316" sldId="1336"/>
            <ac:inkMk id="2" creationId="{C244FDFD-7FD7-79C5-2450-8BCAB1B531D1}"/>
          </ac:inkMkLst>
        </pc:inkChg>
        <pc:inkChg chg="add mod">
          <ac:chgData name="Manuel Lafond" userId="34502308-0131-479c-a52b-92567eddfa82" providerId="ADAL" clId="{6C69A4BB-4FD7-4839-B44A-C42F16254999}" dt="2026-08-31T00:37:57.394" v="14280"/>
          <ac:inkMkLst>
            <pc:docMk/>
            <pc:sldMk cId="2357022316" sldId="1336"/>
            <ac:inkMk id="4" creationId="{1D300A86-68B7-CD7B-03B3-6358EC2CC77F}"/>
          </ac:inkMkLst>
        </pc:inkChg>
        <pc:inkChg chg="add mod">
          <ac:chgData name="Manuel Lafond" userId="34502308-0131-479c-a52b-92567eddfa82" providerId="ADAL" clId="{6C69A4BB-4FD7-4839-B44A-C42F16254999}" dt="2026-08-31T00:37:57.394" v="14280"/>
          <ac:inkMkLst>
            <pc:docMk/>
            <pc:sldMk cId="2357022316" sldId="1336"/>
            <ac:inkMk id="5" creationId="{FCD66BDA-4036-A81F-5A34-2754F2869703}"/>
          </ac:inkMkLst>
        </pc:inkChg>
        <pc:inkChg chg="add mod">
          <ac:chgData name="Manuel Lafond" userId="34502308-0131-479c-a52b-92567eddfa82" providerId="ADAL" clId="{6C69A4BB-4FD7-4839-B44A-C42F16254999}" dt="2026-08-31T00:37:57.394" v="14280"/>
          <ac:inkMkLst>
            <pc:docMk/>
            <pc:sldMk cId="2357022316" sldId="1336"/>
            <ac:inkMk id="6" creationId="{EF99AA72-3651-F529-110B-9D238FC58FAF}"/>
          </ac:inkMkLst>
        </pc:inkChg>
        <pc:inkChg chg="add mod">
          <ac:chgData name="Manuel Lafond" userId="34502308-0131-479c-a52b-92567eddfa82" providerId="ADAL" clId="{6C69A4BB-4FD7-4839-B44A-C42F16254999}" dt="2026-08-31T00:37:57.394" v="14280"/>
          <ac:inkMkLst>
            <pc:docMk/>
            <pc:sldMk cId="2357022316" sldId="1336"/>
            <ac:inkMk id="7" creationId="{10A064CC-8696-1DFF-D8D6-D4D4F7A47053}"/>
          </ac:inkMkLst>
        </pc:inkChg>
        <pc:inkChg chg="add mod">
          <ac:chgData name="Manuel Lafond" userId="34502308-0131-479c-a52b-92567eddfa82" providerId="ADAL" clId="{6C69A4BB-4FD7-4839-B44A-C42F16254999}" dt="2026-08-31T00:37:57.394" v="14280"/>
          <ac:inkMkLst>
            <pc:docMk/>
            <pc:sldMk cId="2357022316" sldId="1336"/>
            <ac:inkMk id="8" creationId="{DFB435CF-5956-E414-3573-BB230E9ED250}"/>
          </ac:inkMkLst>
        </pc:inkChg>
      </pc:sldChg>
      <pc:sldChg chg="delSp modSp add mod">
        <pc:chgData name="Manuel Lafond" userId="34502308-0131-479c-a52b-92567eddfa82" providerId="ADAL" clId="{6C69A4BB-4FD7-4839-B44A-C42F16254999}" dt="2026-09-01T15:26:34.485" v="15476" actId="478"/>
        <pc:sldMkLst>
          <pc:docMk/>
          <pc:sldMk cId="3028770924" sldId="1337"/>
        </pc:sldMkLst>
        <pc:spChg chg="mod">
          <ac:chgData name="Manuel Lafond" userId="34502308-0131-479c-a52b-92567eddfa82" providerId="ADAL" clId="{6C69A4BB-4FD7-4839-B44A-C42F16254999}" dt="2026-08-31T09:43:31.418" v="14875" actId="20577"/>
          <ac:spMkLst>
            <pc:docMk/>
            <pc:sldMk cId="3028770924" sldId="1337"/>
            <ac:spMk id="3" creationId="{93DDAB0A-BD81-E15C-5536-0993C23EABCD}"/>
          </ac:spMkLst>
        </pc:sp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30" creationId="{BDE6AF4A-562B-A0FC-339D-F3B54825370F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31" creationId="{2E00A954-5DD9-5F47-4F95-FCA1C3562544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32" creationId="{CE6C84C2-C6BE-6EEC-AB25-B3505D9EE5F1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42" creationId="{A79BB09D-9D19-D4CA-F327-67F2919DDABC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54" creationId="{B730A59B-C70A-944D-3E64-55302EF52758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57" creationId="{C6AB758B-5705-7460-214A-99862345D2D5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61" creationId="{3B966C6E-D137-827B-F4A0-71435594C1AB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64" creationId="{79969E64-AE47-C667-4988-58F10F1E4CD3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89" creationId="{04D04288-A3D4-5A4C-6060-D9029263D15F}"/>
          </ac:inkMkLst>
        </pc:inkChg>
        <pc:inkChg chg="del">
          <ac:chgData name="Manuel Lafond" userId="34502308-0131-479c-a52b-92567eddfa82" providerId="ADAL" clId="{6C69A4BB-4FD7-4839-B44A-C42F16254999}" dt="2026-09-01T15:26:34.485" v="15476" actId="478"/>
          <ac:inkMkLst>
            <pc:docMk/>
            <pc:sldMk cId="3028770924" sldId="1337"/>
            <ac:inkMk id="97" creationId="{0B3FDE0B-909D-9309-F465-8E1D8DC381AE}"/>
          </ac:inkMkLst>
        </pc:inkChg>
      </pc:sldChg>
      <pc:sldChg chg="addSp modSp add mod">
        <pc:chgData name="Manuel Lafond" userId="34502308-0131-479c-a52b-92567eddfa82" providerId="ADAL" clId="{6C69A4BB-4FD7-4839-B44A-C42F16254999}" dt="2026-09-01T19:51:40.362" v="15616" actId="20577"/>
        <pc:sldMkLst>
          <pc:docMk/>
          <pc:sldMk cId="2662199613" sldId="1338"/>
        </pc:sldMkLst>
        <pc:spChg chg="mod">
          <ac:chgData name="Manuel Lafond" userId="34502308-0131-479c-a52b-92567eddfa82" providerId="ADAL" clId="{6C69A4BB-4FD7-4839-B44A-C42F16254999}" dt="2026-09-01T19:51:40.362" v="15616" actId="20577"/>
          <ac:spMkLst>
            <pc:docMk/>
            <pc:sldMk cId="2662199613" sldId="1338"/>
            <ac:spMk id="3" creationId="{24C46C9E-67D9-EDED-7C54-405341630E6C}"/>
          </ac:spMkLst>
        </pc:spChg>
        <pc:spChg chg="add mod">
          <ac:chgData name="Manuel Lafond" userId="34502308-0131-479c-a52b-92567eddfa82" providerId="ADAL" clId="{6C69A4BB-4FD7-4839-B44A-C42F16254999}" dt="2026-09-01T15:46:22.084" v="15498" actId="14100"/>
          <ac:spMkLst>
            <pc:docMk/>
            <pc:sldMk cId="2662199613" sldId="1338"/>
            <ac:spMk id="4" creationId="{FD4BFC89-E17E-8276-EC3C-8A9C313339E8}"/>
          </ac:spMkLst>
        </pc:spChg>
      </pc:sldChg>
      <pc:sldChg chg="modSp add mod">
        <pc:chgData name="Manuel Lafond" userId="34502308-0131-479c-a52b-92567eddfa82" providerId="ADAL" clId="{6C69A4BB-4FD7-4839-B44A-C42F16254999}" dt="2026-08-29T18:49:39.967" v="12146" actId="20577"/>
        <pc:sldMkLst>
          <pc:docMk/>
          <pc:sldMk cId="1335459562" sldId="1339"/>
        </pc:sldMkLst>
        <pc:spChg chg="mod">
          <ac:chgData name="Manuel Lafond" userId="34502308-0131-479c-a52b-92567eddfa82" providerId="ADAL" clId="{6C69A4BB-4FD7-4839-B44A-C42F16254999}" dt="2026-08-29T18:49:39.967" v="12146" actId="20577"/>
          <ac:spMkLst>
            <pc:docMk/>
            <pc:sldMk cId="1335459562" sldId="1339"/>
            <ac:spMk id="3" creationId="{3FCFD117-65AF-2A0E-689A-164E3ECE259A}"/>
          </ac:spMkLst>
        </pc:spChg>
      </pc:sldChg>
      <pc:sldChg chg="modSp add mod">
        <pc:chgData name="Manuel Lafond" userId="34502308-0131-479c-a52b-92567eddfa82" providerId="ADAL" clId="{6C69A4BB-4FD7-4839-B44A-C42F16254999}" dt="2026-09-01T15:25:57.146" v="15465" actId="27636"/>
        <pc:sldMkLst>
          <pc:docMk/>
          <pc:sldMk cId="4078034685" sldId="1340"/>
        </pc:sldMkLst>
        <pc:spChg chg="mod">
          <ac:chgData name="Manuel Lafond" userId="34502308-0131-479c-a52b-92567eddfa82" providerId="ADAL" clId="{6C69A4BB-4FD7-4839-B44A-C42F16254999}" dt="2026-09-01T15:25:57.146" v="15465" actId="27636"/>
          <ac:spMkLst>
            <pc:docMk/>
            <pc:sldMk cId="4078034685" sldId="1340"/>
            <ac:spMk id="3" creationId="{6E4E5845-C804-9965-C847-D8BE26B4E1AB}"/>
          </ac:spMkLst>
        </pc:spChg>
      </pc:sldChg>
      <pc:sldChg chg="addSp modSp add mod">
        <pc:chgData name="Manuel Lafond" userId="34502308-0131-479c-a52b-92567eddfa82" providerId="ADAL" clId="{6C69A4BB-4FD7-4839-B44A-C42F16254999}" dt="2026-09-01T15:29:14.919" v="15483" actId="14100"/>
        <pc:sldMkLst>
          <pc:docMk/>
          <pc:sldMk cId="845069924" sldId="1341"/>
        </pc:sldMkLst>
        <pc:spChg chg="add mod">
          <ac:chgData name="Manuel Lafond" userId="34502308-0131-479c-a52b-92567eddfa82" providerId="ADAL" clId="{6C69A4BB-4FD7-4839-B44A-C42F16254999}" dt="2026-09-01T15:29:14.919" v="15483" actId="14100"/>
          <ac:spMkLst>
            <pc:docMk/>
            <pc:sldMk cId="845069924" sldId="1341"/>
            <ac:spMk id="2" creationId="{25EBBFF6-AE4D-F67B-1390-490FB54A22E0}"/>
          </ac:spMkLst>
        </pc:spChg>
        <pc:spChg chg="mod">
          <ac:chgData name="Manuel Lafond" userId="34502308-0131-479c-a52b-92567eddfa82" providerId="ADAL" clId="{6C69A4BB-4FD7-4839-B44A-C42F16254999}" dt="2026-08-31T10:02:50.578" v="15210" actId="20577"/>
          <ac:spMkLst>
            <pc:docMk/>
            <pc:sldMk cId="845069924" sldId="1341"/>
            <ac:spMk id="3" creationId="{FDEE784D-1F5F-659F-30DA-DD77544A2002}"/>
          </ac:spMkLst>
        </pc:spChg>
      </pc:sldChg>
      <pc:sldChg chg="addSp delSp modSp new mod">
        <pc:chgData name="Manuel Lafond" userId="34502308-0131-479c-a52b-92567eddfa82" providerId="ADAL" clId="{6C69A4BB-4FD7-4839-B44A-C42F16254999}" dt="2026-08-31T00:33:07.410" v="14256" actId="1038"/>
        <pc:sldMkLst>
          <pc:docMk/>
          <pc:sldMk cId="205596358" sldId="1342"/>
        </pc:sldMkLst>
        <pc:spChg chg="del">
          <ac:chgData name="Manuel Lafond" userId="34502308-0131-479c-a52b-92567eddfa82" providerId="ADAL" clId="{6C69A4BB-4FD7-4839-B44A-C42F16254999}" dt="2026-08-31T00:32:29.040" v="14241" actId="478"/>
          <ac:spMkLst>
            <pc:docMk/>
            <pc:sldMk cId="205596358" sldId="1342"/>
            <ac:spMk id="2" creationId="{406A5D46-F79E-9F0A-E5E0-E50C2B237D4F}"/>
          </ac:spMkLst>
        </pc:spChg>
        <pc:spChg chg="del">
          <ac:chgData name="Manuel Lafond" userId="34502308-0131-479c-a52b-92567eddfa82" providerId="ADAL" clId="{6C69A4BB-4FD7-4839-B44A-C42F16254999}" dt="2026-08-31T00:32:26.652" v="14240" actId="478"/>
          <ac:spMkLst>
            <pc:docMk/>
            <pc:sldMk cId="205596358" sldId="1342"/>
            <ac:spMk id="3" creationId="{0A210809-E018-CC44-2FC3-C328DE12A6E7}"/>
          </ac:spMkLst>
        </pc:spChg>
        <pc:picChg chg="add mod">
          <ac:chgData name="Manuel Lafond" userId="34502308-0131-479c-a52b-92567eddfa82" providerId="ADAL" clId="{6C69A4BB-4FD7-4839-B44A-C42F16254999}" dt="2026-08-31T00:32:38.915" v="14245" actId="1076"/>
          <ac:picMkLst>
            <pc:docMk/>
            <pc:sldMk cId="205596358" sldId="1342"/>
            <ac:picMk id="5" creationId="{39F39E23-C778-062D-01AB-1F11007E93D0}"/>
          </ac:picMkLst>
        </pc:picChg>
        <pc:picChg chg="add mod">
          <ac:chgData name="Manuel Lafond" userId="34502308-0131-479c-a52b-92567eddfa82" providerId="ADAL" clId="{6C69A4BB-4FD7-4839-B44A-C42F16254999}" dt="2026-08-31T00:33:07.410" v="14256" actId="1038"/>
          <ac:picMkLst>
            <pc:docMk/>
            <pc:sldMk cId="205596358" sldId="1342"/>
            <ac:picMk id="7" creationId="{8F1008DF-9848-72E7-B6E7-A26CC85420A6}"/>
          </ac:picMkLst>
        </pc:picChg>
      </pc:sldChg>
      <pc:sldChg chg="addSp delSp modSp new mod">
        <pc:chgData name="Manuel Lafond" userId="34502308-0131-479c-a52b-92567eddfa82" providerId="ADAL" clId="{6C69A4BB-4FD7-4839-B44A-C42F16254999}" dt="2026-08-31T00:36:56.664" v="14264" actId="22"/>
        <pc:sldMkLst>
          <pc:docMk/>
          <pc:sldMk cId="1635763790" sldId="1343"/>
        </pc:sldMkLst>
        <pc:spChg chg="del">
          <ac:chgData name="Manuel Lafond" userId="34502308-0131-479c-a52b-92567eddfa82" providerId="ADAL" clId="{6C69A4BB-4FD7-4839-B44A-C42F16254999}" dt="2026-08-31T00:33:42.439" v="14258" actId="478"/>
          <ac:spMkLst>
            <pc:docMk/>
            <pc:sldMk cId="1635763790" sldId="1343"/>
            <ac:spMk id="2" creationId="{A76F7AD1-5EB0-EC87-D40F-8D370C9F2435}"/>
          </ac:spMkLst>
        </pc:spChg>
        <pc:spChg chg="del">
          <ac:chgData name="Manuel Lafond" userId="34502308-0131-479c-a52b-92567eddfa82" providerId="ADAL" clId="{6C69A4BB-4FD7-4839-B44A-C42F16254999}" dt="2026-08-31T00:33:42.439" v="14258" actId="478"/>
          <ac:spMkLst>
            <pc:docMk/>
            <pc:sldMk cId="1635763790" sldId="1343"/>
            <ac:spMk id="3" creationId="{0B49AA59-95C9-DD56-02B9-00EDEAFB0B78}"/>
          </ac:spMkLst>
        </pc:spChg>
        <pc:picChg chg="add del mod">
          <ac:chgData name="Manuel Lafond" userId="34502308-0131-479c-a52b-92567eddfa82" providerId="ADAL" clId="{6C69A4BB-4FD7-4839-B44A-C42F16254999}" dt="2026-08-31T00:36:38.921" v="14261" actId="478"/>
          <ac:picMkLst>
            <pc:docMk/>
            <pc:sldMk cId="1635763790" sldId="1343"/>
            <ac:picMk id="5" creationId="{B9A3CA82-A18C-4ABD-A70C-776725640564}"/>
          </ac:picMkLst>
        </pc:picChg>
        <pc:picChg chg="add del">
          <ac:chgData name="Manuel Lafond" userId="34502308-0131-479c-a52b-92567eddfa82" providerId="ADAL" clId="{6C69A4BB-4FD7-4839-B44A-C42F16254999}" dt="2026-08-31T00:36:55.959" v="14263" actId="478"/>
          <ac:picMkLst>
            <pc:docMk/>
            <pc:sldMk cId="1635763790" sldId="1343"/>
            <ac:picMk id="7" creationId="{7ECB5707-03D5-8348-A16D-EBDCA7A1B1C9}"/>
          </ac:picMkLst>
        </pc:picChg>
        <pc:picChg chg="add">
          <ac:chgData name="Manuel Lafond" userId="34502308-0131-479c-a52b-92567eddfa82" providerId="ADAL" clId="{6C69A4BB-4FD7-4839-B44A-C42F16254999}" dt="2026-08-31T00:36:56.664" v="14264" actId="22"/>
          <ac:picMkLst>
            <pc:docMk/>
            <pc:sldMk cId="1635763790" sldId="1343"/>
            <ac:picMk id="9" creationId="{33BE30BD-4675-AA83-37F3-0CFC8DB4E3F8}"/>
          </ac:picMkLst>
        </pc:picChg>
      </pc:sldChg>
      <pc:sldChg chg="addSp add mod ord">
        <pc:chgData name="Manuel Lafond" userId="34502308-0131-479c-a52b-92567eddfa82" providerId="ADAL" clId="{6C69A4BB-4FD7-4839-B44A-C42F16254999}" dt="2026-09-01T15:35:25.534" v="15489"/>
        <pc:sldMkLst>
          <pc:docMk/>
          <pc:sldMk cId="2111660579" sldId="1344"/>
        </pc:sldMkLst>
        <pc:inkChg chg="add">
          <ac:chgData name="Manuel Lafond" userId="34502308-0131-479c-a52b-92567eddfa82" providerId="ADAL" clId="{6C69A4BB-4FD7-4839-B44A-C42F16254999}" dt="2026-08-31T00:38:14.202" v="14282" actId="9405"/>
          <ac:inkMkLst>
            <pc:docMk/>
            <pc:sldMk cId="2111660579" sldId="1344"/>
            <ac:inkMk id="2" creationId="{3C7D3B26-1EB4-2EDF-B73E-9C03EBEC3D95}"/>
          </ac:inkMkLst>
        </pc:inkChg>
      </pc:sldChg>
      <pc:sldChg chg="addSp delSp modSp new mod ord">
        <pc:chgData name="Manuel Lafond" userId="34502308-0131-479c-a52b-92567eddfa82" providerId="ADAL" clId="{6C69A4BB-4FD7-4839-B44A-C42F16254999}" dt="2026-09-01T15:35:25.534" v="15489"/>
        <pc:sldMkLst>
          <pc:docMk/>
          <pc:sldMk cId="4268781209" sldId="1345"/>
        </pc:sldMkLst>
        <pc:spChg chg="del">
          <ac:chgData name="Manuel Lafond" userId="34502308-0131-479c-a52b-92567eddfa82" providerId="ADAL" clId="{6C69A4BB-4FD7-4839-B44A-C42F16254999}" dt="2026-08-31T00:38:54.998" v="14284" actId="478"/>
          <ac:spMkLst>
            <pc:docMk/>
            <pc:sldMk cId="4268781209" sldId="1345"/>
            <ac:spMk id="2" creationId="{F0BA0F5B-34C9-9972-BC53-115A2EB8B5E0}"/>
          </ac:spMkLst>
        </pc:spChg>
        <pc:spChg chg="del">
          <ac:chgData name="Manuel Lafond" userId="34502308-0131-479c-a52b-92567eddfa82" providerId="ADAL" clId="{6C69A4BB-4FD7-4839-B44A-C42F16254999}" dt="2026-08-31T00:38:54.998" v="14284" actId="478"/>
          <ac:spMkLst>
            <pc:docMk/>
            <pc:sldMk cId="4268781209" sldId="1345"/>
            <ac:spMk id="3" creationId="{DC67E07C-8D78-E608-9C6C-866B0D1C9DE5}"/>
          </ac:spMkLst>
        </pc:spChg>
        <pc:picChg chg="add mod">
          <ac:chgData name="Manuel Lafond" userId="34502308-0131-479c-a52b-92567eddfa82" providerId="ADAL" clId="{6C69A4BB-4FD7-4839-B44A-C42F16254999}" dt="2026-08-31T00:39:01.189" v="14287" actId="14100"/>
          <ac:picMkLst>
            <pc:docMk/>
            <pc:sldMk cId="4268781209" sldId="1345"/>
            <ac:picMk id="5" creationId="{A1996CBA-9E38-D738-B40C-3FA8B6717E5E}"/>
          </ac:picMkLst>
        </pc:picChg>
      </pc:sldChg>
      <pc:sldChg chg="add ord">
        <pc:chgData name="Manuel Lafond" userId="34502308-0131-479c-a52b-92567eddfa82" providerId="ADAL" clId="{6C69A4BB-4FD7-4839-B44A-C42F16254999}" dt="2026-09-01T15:35:25.534" v="15489"/>
        <pc:sldMkLst>
          <pc:docMk/>
          <pc:sldMk cId="668844736" sldId="1346"/>
        </pc:sldMkLst>
      </pc:sldChg>
      <pc:sldChg chg="add ord">
        <pc:chgData name="Manuel Lafond" userId="34502308-0131-479c-a52b-92567eddfa82" providerId="ADAL" clId="{6C69A4BB-4FD7-4839-B44A-C42F16254999}" dt="2026-09-01T15:35:25.534" v="15489"/>
        <pc:sldMkLst>
          <pc:docMk/>
          <pc:sldMk cId="3858842952" sldId="1347"/>
        </pc:sldMkLst>
      </pc:sldChg>
      <pc:sldChg chg="addSp delSp add mod ord">
        <pc:chgData name="Manuel Lafond" userId="34502308-0131-479c-a52b-92567eddfa82" providerId="ADAL" clId="{6C69A4BB-4FD7-4839-B44A-C42F16254999}" dt="2026-08-31T00:40:19.820" v="14305" actId="9405"/>
        <pc:sldMkLst>
          <pc:docMk/>
          <pc:sldMk cId="3489602131" sldId="1348"/>
        </pc:sldMkLst>
        <pc:inkChg chg="del">
          <ac:chgData name="Manuel Lafond" userId="34502308-0131-479c-a52b-92567eddfa82" providerId="ADAL" clId="{6C69A4BB-4FD7-4839-B44A-C42F16254999}" dt="2026-08-31T00:39:38.595" v="14291" actId="478"/>
          <ac:inkMkLst>
            <pc:docMk/>
            <pc:sldMk cId="3489602131" sldId="1348"/>
            <ac:inkMk id="2" creationId="{F5376B16-A161-0F00-5590-E2F9B479B336}"/>
          </ac:inkMkLst>
        </pc:inkChg>
        <pc:inkChg chg="add">
          <ac:chgData name="Manuel Lafond" userId="34502308-0131-479c-a52b-92567eddfa82" providerId="ADAL" clId="{6C69A4BB-4FD7-4839-B44A-C42F16254999}" dt="2026-08-31T00:39:51.417" v="14294" actId="9405"/>
          <ac:inkMkLst>
            <pc:docMk/>
            <pc:sldMk cId="3489602131" sldId="1348"/>
            <ac:inkMk id="3" creationId="{B8328BC4-C826-86ED-46C1-092311458B89}"/>
          </ac:inkMkLst>
        </pc:inkChg>
        <pc:inkChg chg="add">
          <ac:chgData name="Manuel Lafond" userId="34502308-0131-479c-a52b-92567eddfa82" providerId="ADAL" clId="{6C69A4BB-4FD7-4839-B44A-C42F16254999}" dt="2026-08-31T00:39:56.889" v="14295" actId="9405"/>
          <ac:inkMkLst>
            <pc:docMk/>
            <pc:sldMk cId="3489602131" sldId="1348"/>
            <ac:inkMk id="4" creationId="{96787C65-5F06-85E7-FE18-83F41EA69BBE}"/>
          </ac:inkMkLst>
        </pc:inkChg>
        <pc:inkChg chg="add">
          <ac:chgData name="Manuel Lafond" userId="34502308-0131-479c-a52b-92567eddfa82" providerId="ADAL" clId="{6C69A4BB-4FD7-4839-B44A-C42F16254999}" dt="2026-08-31T00:39:59.823" v="14296" actId="9405"/>
          <ac:inkMkLst>
            <pc:docMk/>
            <pc:sldMk cId="3489602131" sldId="1348"/>
            <ac:inkMk id="6" creationId="{3FEC2E7D-0BBD-1DC3-E7A8-61EE909E23AE}"/>
          </ac:inkMkLst>
        </pc:inkChg>
        <pc:inkChg chg="add">
          <ac:chgData name="Manuel Lafond" userId="34502308-0131-479c-a52b-92567eddfa82" providerId="ADAL" clId="{6C69A4BB-4FD7-4839-B44A-C42F16254999}" dt="2026-08-31T00:40:02.747" v="14297" actId="9405"/>
          <ac:inkMkLst>
            <pc:docMk/>
            <pc:sldMk cId="3489602131" sldId="1348"/>
            <ac:inkMk id="8" creationId="{14FD194B-F6D2-25EC-AFE6-3E38320EA8E4}"/>
          </ac:inkMkLst>
        </pc:inkChg>
        <pc:inkChg chg="add">
          <ac:chgData name="Manuel Lafond" userId="34502308-0131-479c-a52b-92567eddfa82" providerId="ADAL" clId="{6C69A4BB-4FD7-4839-B44A-C42F16254999}" dt="2026-08-31T00:40:06.235" v="14298" actId="9405"/>
          <ac:inkMkLst>
            <pc:docMk/>
            <pc:sldMk cId="3489602131" sldId="1348"/>
            <ac:inkMk id="9" creationId="{4BE1AC80-C462-02CE-943B-ED19F73C168A}"/>
          </ac:inkMkLst>
        </pc:inkChg>
        <pc:inkChg chg="add">
          <ac:chgData name="Manuel Lafond" userId="34502308-0131-479c-a52b-92567eddfa82" providerId="ADAL" clId="{6C69A4BB-4FD7-4839-B44A-C42F16254999}" dt="2026-08-31T00:40:08.274" v="14299" actId="9405"/>
          <ac:inkMkLst>
            <pc:docMk/>
            <pc:sldMk cId="3489602131" sldId="1348"/>
            <ac:inkMk id="10" creationId="{5D291F30-5A68-2401-3660-206ED8A1D69A}"/>
          </ac:inkMkLst>
        </pc:inkChg>
        <pc:inkChg chg="add">
          <ac:chgData name="Manuel Lafond" userId="34502308-0131-479c-a52b-92567eddfa82" providerId="ADAL" clId="{6C69A4BB-4FD7-4839-B44A-C42F16254999}" dt="2026-08-31T00:40:09.930" v="14300" actId="9405"/>
          <ac:inkMkLst>
            <pc:docMk/>
            <pc:sldMk cId="3489602131" sldId="1348"/>
            <ac:inkMk id="11" creationId="{9FF93B30-D726-6F11-C534-5021DCC9345C}"/>
          </ac:inkMkLst>
        </pc:inkChg>
        <pc:inkChg chg="add">
          <ac:chgData name="Manuel Lafond" userId="34502308-0131-479c-a52b-92567eddfa82" providerId="ADAL" clId="{6C69A4BB-4FD7-4839-B44A-C42F16254999}" dt="2026-08-31T00:40:12.286" v="14301" actId="9405"/>
          <ac:inkMkLst>
            <pc:docMk/>
            <pc:sldMk cId="3489602131" sldId="1348"/>
            <ac:inkMk id="12" creationId="{D0FF7D12-EB8A-7892-7520-B01536E7AD5F}"/>
          </ac:inkMkLst>
        </pc:inkChg>
        <pc:inkChg chg="add">
          <ac:chgData name="Manuel Lafond" userId="34502308-0131-479c-a52b-92567eddfa82" providerId="ADAL" clId="{6C69A4BB-4FD7-4839-B44A-C42F16254999}" dt="2026-08-31T00:40:14.177" v="14302" actId="9405"/>
          <ac:inkMkLst>
            <pc:docMk/>
            <pc:sldMk cId="3489602131" sldId="1348"/>
            <ac:inkMk id="13" creationId="{8550B3E7-F58E-4CA7-C404-2596C2E0B04A}"/>
          </ac:inkMkLst>
        </pc:inkChg>
        <pc:inkChg chg="add">
          <ac:chgData name="Manuel Lafond" userId="34502308-0131-479c-a52b-92567eddfa82" providerId="ADAL" clId="{6C69A4BB-4FD7-4839-B44A-C42F16254999}" dt="2026-08-31T00:40:15.480" v="14303" actId="9405"/>
          <ac:inkMkLst>
            <pc:docMk/>
            <pc:sldMk cId="3489602131" sldId="1348"/>
            <ac:inkMk id="14" creationId="{4CE9C27F-DB05-2AC3-4ED6-FAC45DF45925}"/>
          </ac:inkMkLst>
        </pc:inkChg>
        <pc:inkChg chg="add">
          <ac:chgData name="Manuel Lafond" userId="34502308-0131-479c-a52b-92567eddfa82" providerId="ADAL" clId="{6C69A4BB-4FD7-4839-B44A-C42F16254999}" dt="2026-08-31T00:40:18.407" v="14304" actId="9405"/>
          <ac:inkMkLst>
            <pc:docMk/>
            <pc:sldMk cId="3489602131" sldId="1348"/>
            <ac:inkMk id="15" creationId="{0263326E-E80E-67FB-2438-043FAAB079DA}"/>
          </ac:inkMkLst>
        </pc:inkChg>
        <pc:inkChg chg="add">
          <ac:chgData name="Manuel Lafond" userId="34502308-0131-479c-a52b-92567eddfa82" providerId="ADAL" clId="{6C69A4BB-4FD7-4839-B44A-C42F16254999}" dt="2026-08-31T00:40:19.820" v="14305" actId="9405"/>
          <ac:inkMkLst>
            <pc:docMk/>
            <pc:sldMk cId="3489602131" sldId="1348"/>
            <ac:inkMk id="16" creationId="{9F935622-A1EA-A928-CABD-AEDF5A71381B}"/>
          </ac:inkMkLst>
        </pc:inkChg>
      </pc:sldChg>
      <pc:sldChg chg="delSp modSp new mod">
        <pc:chgData name="Manuel Lafond" userId="34502308-0131-479c-a52b-92567eddfa82" providerId="ADAL" clId="{6C69A4BB-4FD7-4839-B44A-C42F16254999}" dt="2026-09-01T15:48:28.220" v="15556" actId="20577"/>
        <pc:sldMkLst>
          <pc:docMk/>
          <pc:sldMk cId="3073896165" sldId="1349"/>
        </pc:sldMkLst>
        <pc:spChg chg="del">
          <ac:chgData name="Manuel Lafond" userId="34502308-0131-479c-a52b-92567eddfa82" providerId="ADAL" clId="{6C69A4BB-4FD7-4839-B44A-C42F16254999}" dt="2026-08-31T00:41:41.760" v="14355" actId="478"/>
          <ac:spMkLst>
            <pc:docMk/>
            <pc:sldMk cId="3073896165" sldId="1349"/>
            <ac:spMk id="2" creationId="{5FFE9755-87EC-9AA9-B5BB-9DDFA6939269}"/>
          </ac:spMkLst>
        </pc:spChg>
        <pc:spChg chg="mod">
          <ac:chgData name="Manuel Lafond" userId="34502308-0131-479c-a52b-92567eddfa82" providerId="ADAL" clId="{6C69A4BB-4FD7-4839-B44A-C42F16254999}" dt="2026-09-01T15:48:28.220" v="15556" actId="20577"/>
          <ac:spMkLst>
            <pc:docMk/>
            <pc:sldMk cId="3073896165" sldId="1349"/>
            <ac:spMk id="3" creationId="{7AFBAD81-77ED-276C-98F3-F109CCF7C6D3}"/>
          </ac:spMkLst>
        </pc:spChg>
      </pc:sldChg>
      <pc:sldChg chg="addSp modSp new mod">
        <pc:chgData name="Manuel Lafond" userId="34502308-0131-479c-a52b-92567eddfa82" providerId="ADAL" clId="{6C69A4BB-4FD7-4839-B44A-C42F16254999}" dt="2026-08-31T10:02:11.308" v="15209" actId="1076"/>
        <pc:sldMkLst>
          <pc:docMk/>
          <pc:sldMk cId="3768533247" sldId="1350"/>
        </pc:sldMkLst>
        <pc:picChg chg="add mod">
          <ac:chgData name="Manuel Lafond" userId="34502308-0131-479c-a52b-92567eddfa82" providerId="ADAL" clId="{6C69A4BB-4FD7-4839-B44A-C42F16254999}" dt="2026-08-31T10:02:11.308" v="15209" actId="1076"/>
          <ac:picMkLst>
            <pc:docMk/>
            <pc:sldMk cId="3768533247" sldId="1350"/>
            <ac:picMk id="5" creationId="{9CD31AD1-DBEA-B329-012F-5EC428F4395A}"/>
          </ac:picMkLst>
        </pc:picChg>
      </pc:sldChg>
      <pc:sldChg chg="addSp delSp modSp new mod">
        <pc:chgData name="Manuel Lafond" userId="34502308-0131-479c-a52b-92567eddfa82" providerId="ADAL" clId="{6C69A4BB-4FD7-4839-B44A-C42F16254999}" dt="2026-08-31T10:04:57.740" v="15215" actId="14100"/>
        <pc:sldMkLst>
          <pc:docMk/>
          <pc:sldMk cId="1561869690" sldId="1351"/>
        </pc:sldMkLst>
        <pc:spChg chg="del">
          <ac:chgData name="Manuel Lafond" userId="34502308-0131-479c-a52b-92567eddfa82" providerId="ADAL" clId="{6C69A4BB-4FD7-4839-B44A-C42F16254999}" dt="2026-08-31T10:04:52.842" v="15212" actId="478"/>
          <ac:spMkLst>
            <pc:docMk/>
            <pc:sldMk cId="1561869690" sldId="1351"/>
            <ac:spMk id="2" creationId="{67B6BAA2-B42E-4BE5-980E-8AAC8C7D71B1}"/>
          </ac:spMkLst>
        </pc:spChg>
        <pc:spChg chg="del">
          <ac:chgData name="Manuel Lafond" userId="34502308-0131-479c-a52b-92567eddfa82" providerId="ADAL" clId="{6C69A4BB-4FD7-4839-B44A-C42F16254999}" dt="2026-08-31T10:04:52.842" v="15212" actId="478"/>
          <ac:spMkLst>
            <pc:docMk/>
            <pc:sldMk cId="1561869690" sldId="1351"/>
            <ac:spMk id="3" creationId="{7DE4D7E1-0FC4-6465-C095-B28E87514292}"/>
          </ac:spMkLst>
        </pc:spChg>
        <pc:picChg chg="add mod">
          <ac:chgData name="Manuel Lafond" userId="34502308-0131-479c-a52b-92567eddfa82" providerId="ADAL" clId="{6C69A4BB-4FD7-4839-B44A-C42F16254999}" dt="2026-08-31T10:04:57.740" v="15215" actId="14100"/>
          <ac:picMkLst>
            <pc:docMk/>
            <pc:sldMk cId="1561869690" sldId="1351"/>
            <ac:picMk id="5" creationId="{2B151ED0-7122-EB75-D236-4C47FBAE9F5F}"/>
          </ac:picMkLst>
        </pc:picChg>
      </pc:sldChg>
      <pc:sldChg chg="addSp add mod">
        <pc:chgData name="Manuel Lafond" userId="34502308-0131-479c-a52b-92567eddfa82" providerId="ADAL" clId="{6C69A4BB-4FD7-4839-B44A-C42F16254999}" dt="2026-08-31T10:05:14.356" v="15217" actId="9405"/>
        <pc:sldMkLst>
          <pc:docMk/>
          <pc:sldMk cId="493745145" sldId="1352"/>
        </pc:sldMkLst>
        <pc:inkChg chg="add">
          <ac:chgData name="Manuel Lafond" userId="34502308-0131-479c-a52b-92567eddfa82" providerId="ADAL" clId="{6C69A4BB-4FD7-4839-B44A-C42F16254999}" dt="2026-08-31T10:05:14.356" v="15217" actId="9405"/>
          <ac:inkMkLst>
            <pc:docMk/>
            <pc:sldMk cId="493745145" sldId="1352"/>
            <ac:inkMk id="2" creationId="{A825E897-929F-D7DA-CA68-AABA9C4CFD05}"/>
          </ac:inkMkLst>
        </pc:inkChg>
      </pc:sldChg>
      <pc:sldChg chg="addSp delSp modSp add mod">
        <pc:chgData name="Manuel Lafond" userId="34502308-0131-479c-a52b-92567eddfa82" providerId="ADAL" clId="{6C69A4BB-4FD7-4839-B44A-C42F16254999}" dt="2026-08-31T10:13:30.734" v="15371" actId="1076"/>
        <pc:sldMkLst>
          <pc:docMk/>
          <pc:sldMk cId="852286497" sldId="1353"/>
        </pc:sldMkLst>
        <pc:spChg chg="del">
          <ac:chgData name="Manuel Lafond" userId="34502308-0131-479c-a52b-92567eddfa82" providerId="ADAL" clId="{6C69A4BB-4FD7-4839-B44A-C42F16254999}" dt="2026-08-31T10:12:23.627" v="15366" actId="478"/>
          <ac:spMkLst>
            <pc:docMk/>
            <pc:sldMk cId="852286497" sldId="1353"/>
            <ac:spMk id="3" creationId="{686768B5-DB39-359F-D55E-9DD392B5961F}"/>
          </ac:spMkLst>
        </pc:spChg>
        <pc:spChg chg="add del mod">
          <ac:chgData name="Manuel Lafond" userId="34502308-0131-479c-a52b-92567eddfa82" providerId="ADAL" clId="{6C69A4BB-4FD7-4839-B44A-C42F16254999}" dt="2026-08-31T10:12:26.620" v="15367" actId="478"/>
          <ac:spMkLst>
            <pc:docMk/>
            <pc:sldMk cId="852286497" sldId="1353"/>
            <ac:spMk id="4" creationId="{6EDDB3D1-2289-0617-A87F-C57DE23E1938}"/>
          </ac:spMkLst>
        </pc:spChg>
        <pc:picChg chg="add mod">
          <ac:chgData name="Manuel Lafond" userId="34502308-0131-479c-a52b-92567eddfa82" providerId="ADAL" clId="{6C69A4BB-4FD7-4839-B44A-C42F16254999}" dt="2026-08-31T10:12:30.817" v="15369" actId="1076"/>
          <ac:picMkLst>
            <pc:docMk/>
            <pc:sldMk cId="852286497" sldId="1353"/>
            <ac:picMk id="6" creationId="{584D3193-0623-04FC-C0E4-DBC68F13BFF3}"/>
          </ac:picMkLst>
        </pc:picChg>
        <pc:picChg chg="add mod">
          <ac:chgData name="Manuel Lafond" userId="34502308-0131-479c-a52b-92567eddfa82" providerId="ADAL" clId="{6C69A4BB-4FD7-4839-B44A-C42F16254999}" dt="2026-08-31T10:13:30.734" v="15371" actId="1076"/>
          <ac:picMkLst>
            <pc:docMk/>
            <pc:sldMk cId="852286497" sldId="1353"/>
            <ac:picMk id="8" creationId="{4EC6F40F-41E1-2946-237B-7795C0C8C5AA}"/>
          </ac:picMkLst>
        </pc:picChg>
      </pc:sldChg>
      <pc:sldChg chg="delSp modSp del mod">
        <pc:chgData name="Manuel Lafond" userId="34502308-0131-479c-a52b-92567eddfa82" providerId="ADAL" clId="{6C69A4BB-4FD7-4839-B44A-C42F16254999}" dt="2026-09-01T15:26:09.325" v="15472" actId="47"/>
        <pc:sldMkLst>
          <pc:docMk/>
          <pc:sldMk cId="964425509" sldId="1357"/>
        </pc:sldMkLst>
        <pc:spChg chg="mod">
          <ac:chgData name="Manuel Lafond" userId="34502308-0131-479c-a52b-92567eddfa82" providerId="ADAL" clId="{6C69A4BB-4FD7-4839-B44A-C42F16254999}" dt="2026-09-01T15:25:37.587" v="15462" actId="20577"/>
          <ac:spMkLst>
            <pc:docMk/>
            <pc:sldMk cId="964425509" sldId="1357"/>
            <ac:spMk id="3" creationId="{6E4E5845-C804-9965-C847-D8BE26B4E1AB}"/>
          </ac:spMkLst>
        </pc:spChg>
        <pc:inkChg chg="del">
          <ac:chgData name="Manuel Lafond" userId="34502308-0131-479c-a52b-92567eddfa82" providerId="ADAL" clId="{6C69A4BB-4FD7-4839-B44A-C42F16254999}" dt="2026-09-01T15:25:10.288" v="15373" actId="478"/>
          <ac:inkMkLst>
            <pc:docMk/>
            <pc:sldMk cId="964425509" sldId="1357"/>
            <ac:inkMk id="2" creationId="{1BE77EA1-C303-FB74-4BFC-507EEC4D739F}"/>
          </ac:inkMkLst>
        </pc:inkChg>
      </pc:sldChg>
      <pc:sldChg chg="modSp mod">
        <pc:chgData name="Manuel Lafond" userId="34502308-0131-479c-a52b-92567eddfa82" providerId="ADAL" clId="{6C69A4BB-4FD7-4839-B44A-C42F16254999}" dt="2026-09-01T15:26:00.989" v="15468" actId="27636"/>
        <pc:sldMkLst>
          <pc:docMk/>
          <pc:sldMk cId="3788746809" sldId="1358"/>
        </pc:sldMkLst>
        <pc:spChg chg="mod">
          <ac:chgData name="Manuel Lafond" userId="34502308-0131-479c-a52b-92567eddfa82" providerId="ADAL" clId="{6C69A4BB-4FD7-4839-B44A-C42F16254999}" dt="2026-09-01T15:26:00.989" v="15468" actId="27636"/>
          <ac:spMkLst>
            <pc:docMk/>
            <pc:sldMk cId="3788746809" sldId="1358"/>
            <ac:spMk id="3" creationId="{6E4E5845-C804-9965-C847-D8BE26B4E1AB}"/>
          </ac:spMkLst>
        </pc:spChg>
      </pc:sldChg>
      <pc:sldChg chg="modSp mod">
        <pc:chgData name="Manuel Lafond" userId="34502308-0131-479c-a52b-92567eddfa82" providerId="ADAL" clId="{6C69A4BB-4FD7-4839-B44A-C42F16254999}" dt="2026-09-01T15:26:06.351" v="15471" actId="27636"/>
        <pc:sldMkLst>
          <pc:docMk/>
          <pc:sldMk cId="3483282020" sldId="1359"/>
        </pc:sldMkLst>
        <pc:spChg chg="mod">
          <ac:chgData name="Manuel Lafond" userId="34502308-0131-479c-a52b-92567eddfa82" providerId="ADAL" clId="{6C69A4BB-4FD7-4839-B44A-C42F16254999}" dt="2026-09-01T15:26:06.351" v="15471" actId="27636"/>
          <ac:spMkLst>
            <pc:docMk/>
            <pc:sldMk cId="3483282020" sldId="1359"/>
            <ac:spMk id="3" creationId="{6E4E5845-C804-9965-C847-D8BE26B4E1AB}"/>
          </ac:spMkLst>
        </pc:spChg>
      </pc:sldChg>
      <pc:sldChg chg="delSp mod ord">
        <pc:chgData name="Manuel Lafond" userId="34502308-0131-479c-a52b-92567eddfa82" providerId="ADAL" clId="{6C69A4BB-4FD7-4839-B44A-C42F16254999}" dt="2026-09-01T15:49:06.358" v="15566" actId="478"/>
        <pc:sldMkLst>
          <pc:docMk/>
          <pc:sldMk cId="785742209" sldId="1361"/>
        </pc:sldMkLst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15" creationId="{F7283256-2DE2-4823-52A1-4C76108F004E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18" creationId="{F5146177-21B0-7BE2-8447-5EA8E442C4EA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22" creationId="{32DF4F50-D9CC-9338-B3A3-A72F96E1C7C2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24" creationId="{1645545E-CA10-CEC3-3AEC-BBC576D7C5B5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32" creationId="{6ABBBF74-F28F-3105-3871-A996CA6C2E68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41" creationId="{316CF6A4-1FBC-9B57-3461-1CA81213B8F9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137" creationId="{5FC59F7F-2AA8-4C60-95B2-DCA229A6BACD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142" creationId="{22B29C9B-E342-6371-4E15-038E81BB57F6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146" creationId="{DA9370DB-B9E6-4B92-B83D-0A86F3EE6C4B}"/>
          </ac:inkMkLst>
        </pc:inkChg>
        <pc:inkChg chg="del">
          <ac:chgData name="Manuel Lafond" userId="34502308-0131-479c-a52b-92567eddfa82" providerId="ADAL" clId="{6C69A4BB-4FD7-4839-B44A-C42F16254999}" dt="2026-09-01T15:49:06.358" v="15566" actId="478"/>
          <ac:inkMkLst>
            <pc:docMk/>
            <pc:sldMk cId="785742209" sldId="1361"/>
            <ac:inkMk id="148" creationId="{0A6D4FD3-5804-CA80-D8E5-368F74A6E840}"/>
          </ac:inkMkLst>
        </pc:inkChg>
      </pc:sldChg>
      <pc:sldChg chg="delSp mod">
        <pc:chgData name="Manuel Lafond" userId="34502308-0131-479c-a52b-92567eddfa82" providerId="ADAL" clId="{6C69A4BB-4FD7-4839-B44A-C42F16254999}" dt="2026-09-01T15:49:48.200" v="15571" actId="478"/>
        <pc:sldMkLst>
          <pc:docMk/>
          <pc:sldMk cId="1421255942" sldId="1363"/>
        </pc:sldMkLst>
        <pc:inkChg chg="del">
          <ac:chgData name="Manuel Lafond" userId="34502308-0131-479c-a52b-92567eddfa82" providerId="ADAL" clId="{6C69A4BB-4FD7-4839-B44A-C42F16254999}" dt="2026-09-01T15:49:48.200" v="15571" actId="478"/>
          <ac:inkMkLst>
            <pc:docMk/>
            <pc:sldMk cId="1421255942" sldId="1363"/>
            <ac:inkMk id="4" creationId="{8E50E6CF-B516-2C2A-D43C-1412B8895C35}"/>
          </ac:inkMkLst>
        </pc:inkChg>
        <pc:inkChg chg="del">
          <ac:chgData name="Manuel Lafond" userId="34502308-0131-479c-a52b-92567eddfa82" providerId="ADAL" clId="{6C69A4BB-4FD7-4839-B44A-C42F16254999}" dt="2026-09-01T15:49:45.877" v="15570" actId="478"/>
          <ac:inkMkLst>
            <pc:docMk/>
            <pc:sldMk cId="1421255942" sldId="1363"/>
            <ac:inkMk id="7" creationId="{C56432BB-B5B6-7A11-133C-16A5BB4D6273}"/>
          </ac:inkMkLst>
        </pc:inkChg>
        <pc:inkChg chg="del">
          <ac:chgData name="Manuel Lafond" userId="34502308-0131-479c-a52b-92567eddfa82" providerId="ADAL" clId="{6C69A4BB-4FD7-4839-B44A-C42F16254999}" dt="2026-09-01T15:49:48.200" v="15571" actId="478"/>
          <ac:inkMkLst>
            <pc:docMk/>
            <pc:sldMk cId="1421255942" sldId="1363"/>
            <ac:inkMk id="8" creationId="{D53AB1A4-895E-4DCA-A40D-6E54AF4AE33D}"/>
          </ac:inkMkLst>
        </pc:inkChg>
        <pc:inkChg chg="del">
          <ac:chgData name="Manuel Lafond" userId="34502308-0131-479c-a52b-92567eddfa82" providerId="ADAL" clId="{6C69A4BB-4FD7-4839-B44A-C42F16254999}" dt="2026-09-01T15:49:48.200" v="15571" actId="478"/>
          <ac:inkMkLst>
            <pc:docMk/>
            <pc:sldMk cId="1421255942" sldId="1363"/>
            <ac:inkMk id="54" creationId="{79E8F82E-6797-08C3-2606-1F0D056C8746}"/>
          </ac:inkMkLst>
        </pc:inkChg>
        <pc:inkChg chg="del">
          <ac:chgData name="Manuel Lafond" userId="34502308-0131-479c-a52b-92567eddfa82" providerId="ADAL" clId="{6C69A4BB-4FD7-4839-B44A-C42F16254999}" dt="2026-09-01T15:49:48.200" v="15571" actId="478"/>
          <ac:inkMkLst>
            <pc:docMk/>
            <pc:sldMk cId="1421255942" sldId="1363"/>
            <ac:inkMk id="59" creationId="{0FD95C85-EF5F-A1C9-47AA-53A2B2A0D8C9}"/>
          </ac:inkMkLst>
        </pc:inkChg>
        <pc:inkChg chg="del">
          <ac:chgData name="Manuel Lafond" userId="34502308-0131-479c-a52b-92567eddfa82" providerId="ADAL" clId="{6C69A4BB-4FD7-4839-B44A-C42F16254999}" dt="2026-09-01T15:49:48.200" v="15571" actId="478"/>
          <ac:inkMkLst>
            <pc:docMk/>
            <pc:sldMk cId="1421255942" sldId="1363"/>
            <ac:inkMk id="62" creationId="{A97E01E9-9712-2B2F-E389-CF650917B743}"/>
          </ac:inkMkLst>
        </pc:inkChg>
        <pc:inkChg chg="del">
          <ac:chgData name="Manuel Lafond" userId="34502308-0131-479c-a52b-92567eddfa82" providerId="ADAL" clId="{6C69A4BB-4FD7-4839-B44A-C42F16254999}" dt="2026-09-01T15:49:48.200" v="15571" actId="478"/>
          <ac:inkMkLst>
            <pc:docMk/>
            <pc:sldMk cId="1421255942" sldId="1363"/>
            <ac:inkMk id="69" creationId="{29057B11-62D0-D0C8-37DA-71AA07AA51CA}"/>
          </ac:inkMkLst>
        </pc:inkChg>
        <pc:inkChg chg="del">
          <ac:chgData name="Manuel Lafond" userId="34502308-0131-479c-a52b-92567eddfa82" providerId="ADAL" clId="{6C69A4BB-4FD7-4839-B44A-C42F16254999}" dt="2026-09-01T15:49:45.877" v="15570" actId="478"/>
          <ac:inkMkLst>
            <pc:docMk/>
            <pc:sldMk cId="1421255942" sldId="1363"/>
            <ac:inkMk id="87" creationId="{1858DA20-9342-DC96-8333-80E04830F737}"/>
          </ac:inkMkLst>
        </pc:inkChg>
      </pc:sldChg>
      <pc:sldChg chg="ord">
        <pc:chgData name="Manuel Lafond" userId="34502308-0131-479c-a52b-92567eddfa82" providerId="ADAL" clId="{6C69A4BB-4FD7-4839-B44A-C42F16254999}" dt="2026-09-01T15:50:35.392" v="15575"/>
        <pc:sldMkLst>
          <pc:docMk/>
          <pc:sldMk cId="906956272" sldId="1367"/>
        </pc:sldMkLst>
      </pc:sldChg>
      <pc:sldChg chg="delSp add mod">
        <pc:chgData name="Manuel Lafond" userId="34502308-0131-479c-a52b-92567eddfa82" providerId="ADAL" clId="{6C69A4BB-4FD7-4839-B44A-C42F16254999}" dt="2026-09-01T15:26:39.162" v="15477" actId="478"/>
        <pc:sldMkLst>
          <pc:docMk/>
          <pc:sldMk cId="999578719" sldId="1368"/>
        </pc:sldMkLst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12" creationId="{1F8A6E72-E5A9-D63D-F23B-11B94A15CD43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20" creationId="{FA6B8243-BD68-EF99-5B2F-EE77B4F40DFD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25" creationId="{F2B43A38-12F8-4A76-0323-FA430724AA11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26" creationId="{B9771057-38D3-29F6-B172-31299AB2DBEB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27" creationId="{38D6FE51-50D3-2EE4-B85C-18328AF1720C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51" creationId="{46C790B0-42B5-5281-1B03-3D1FCC6ADD3E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57" creationId="{50CFA046-1E1E-6589-BC30-3AC6A39BE78A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60" creationId="{05FC7001-EB71-7A2F-7E5D-8CCC30C9E827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61" creationId="{D30ABD2D-2B4B-5D5C-C4BE-63F38D563CE4}"/>
          </ac:inkMkLst>
        </pc:inkChg>
        <pc:inkChg chg="del">
          <ac:chgData name="Manuel Lafond" userId="34502308-0131-479c-a52b-92567eddfa82" providerId="ADAL" clId="{6C69A4BB-4FD7-4839-B44A-C42F16254999}" dt="2026-09-01T15:26:39.162" v="15477" actId="478"/>
          <ac:inkMkLst>
            <pc:docMk/>
            <pc:sldMk cId="999578719" sldId="1368"/>
            <ac:inkMk id="64" creationId="{FB1F2074-C4D1-642E-8DEF-19247436AA43}"/>
          </ac:inkMkLst>
        </pc:inkChg>
      </pc:sldChg>
      <pc:sldChg chg="delSp add mod">
        <pc:chgData name="Manuel Lafond" userId="34502308-0131-479c-a52b-92567eddfa82" providerId="ADAL" clId="{6C69A4BB-4FD7-4839-B44A-C42F16254999}" dt="2026-09-01T15:26:43.409" v="15478" actId="478"/>
        <pc:sldMkLst>
          <pc:docMk/>
          <pc:sldMk cId="3193356984" sldId="1369"/>
        </pc:sldMkLst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12" creationId="{DF03F33E-9348-E180-A678-CF88DCA9BEED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13" creationId="{9E0442B6-80AE-436E-C00A-5F028CAFD764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19" creationId="{2FF7AA81-CA35-AAB1-8C80-2440F095A946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20" creationId="{3B30FE6D-B5AA-A60C-5A72-DE8D590218BE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24" creationId="{2C226936-BEBE-7FE4-62DB-9E9DA4E45BD5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25" creationId="{AA01C6E6-4C89-3DDA-B200-414AAAAA196F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26" creationId="{42D59655-7784-D058-90A0-E97FF05B8381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27" creationId="{3F7D7F1C-2607-0641-9AA0-0958B1E41624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29" creationId="{AA922DCB-3AB8-3224-8D8A-3519223B7E13}"/>
          </ac:inkMkLst>
        </pc:inkChg>
        <pc:inkChg chg="del">
          <ac:chgData name="Manuel Lafond" userId="34502308-0131-479c-a52b-92567eddfa82" providerId="ADAL" clId="{6C69A4BB-4FD7-4839-B44A-C42F16254999}" dt="2026-09-01T15:26:43.409" v="15478" actId="478"/>
          <ac:inkMkLst>
            <pc:docMk/>
            <pc:sldMk cId="3193356984" sldId="1369"/>
            <ac:inkMk id="93" creationId="{C6F14EF1-9F96-4C32-146C-8CE0DFC536F5}"/>
          </ac:inkMkLst>
        </pc:inkChg>
      </pc:sldChg>
      <pc:sldChg chg="add">
        <pc:chgData name="Manuel Lafond" userId="34502308-0131-479c-a52b-92567eddfa82" providerId="ADAL" clId="{6C69A4BB-4FD7-4839-B44A-C42F16254999}" dt="2026-09-01T15:26:26.818" v="15475"/>
        <pc:sldMkLst>
          <pc:docMk/>
          <pc:sldMk cId="1287723300" sldId="1370"/>
        </pc:sldMkLst>
      </pc:sldChg>
      <pc:sldChg chg="addSp modSp add mod">
        <pc:chgData name="Manuel Lafond" userId="34502308-0131-479c-a52b-92567eddfa82" providerId="ADAL" clId="{6C69A4BB-4FD7-4839-B44A-C42F16254999}" dt="2026-09-01T15:29:21.393" v="15485" actId="14100"/>
        <pc:sldMkLst>
          <pc:docMk/>
          <pc:sldMk cId="2400099211" sldId="1371"/>
        </pc:sldMkLst>
        <pc:spChg chg="add mod">
          <ac:chgData name="Manuel Lafond" userId="34502308-0131-479c-a52b-92567eddfa82" providerId="ADAL" clId="{6C69A4BB-4FD7-4839-B44A-C42F16254999}" dt="2026-09-01T15:29:21.393" v="15485" actId="14100"/>
          <ac:spMkLst>
            <pc:docMk/>
            <pc:sldMk cId="2400099211" sldId="1371"/>
            <ac:spMk id="4" creationId="{894FC529-8FBB-BB7B-33CE-8C8D95772A69}"/>
          </ac:spMkLst>
        </pc:spChg>
      </pc:sldChg>
      <pc:sldChg chg="delSp add mod">
        <pc:chgData name="Manuel Lafond" userId="34502308-0131-479c-a52b-92567eddfa82" providerId="ADAL" clId="{6C69A4BB-4FD7-4839-B44A-C42F16254999}" dt="2026-09-01T15:29:31.498" v="15487" actId="478"/>
        <pc:sldMkLst>
          <pc:docMk/>
          <pc:sldMk cId="3914970254" sldId="1372"/>
        </pc:sldMkLst>
        <pc:spChg chg="del">
          <ac:chgData name="Manuel Lafond" userId="34502308-0131-479c-a52b-92567eddfa82" providerId="ADAL" clId="{6C69A4BB-4FD7-4839-B44A-C42F16254999}" dt="2026-09-01T15:29:31.498" v="15487" actId="478"/>
          <ac:spMkLst>
            <pc:docMk/>
            <pc:sldMk cId="3914970254" sldId="1372"/>
            <ac:spMk id="4" creationId="{1860A6BD-A3A4-8334-31AB-E225CF36AE33}"/>
          </ac:spMkLst>
        </pc:spChg>
      </pc:sldChg>
      <pc:sldChg chg="modSp add mod">
        <pc:chgData name="Manuel Lafond" userId="34502308-0131-479c-a52b-92567eddfa82" providerId="ADAL" clId="{6C69A4BB-4FD7-4839-B44A-C42F16254999}" dt="2026-09-01T15:45:52.562" v="15492" actId="14100"/>
        <pc:sldMkLst>
          <pc:docMk/>
          <pc:sldMk cId="1212369074" sldId="1373"/>
        </pc:sldMkLst>
        <pc:spChg chg="mod">
          <ac:chgData name="Manuel Lafond" userId="34502308-0131-479c-a52b-92567eddfa82" providerId="ADAL" clId="{6C69A4BB-4FD7-4839-B44A-C42F16254999}" dt="2026-09-01T15:45:52.562" v="15492" actId="14100"/>
          <ac:spMkLst>
            <pc:docMk/>
            <pc:sldMk cId="1212369074" sldId="1373"/>
            <ac:spMk id="4" creationId="{C3437EC9-0013-02D8-DACA-C8ED1593A92D}"/>
          </ac:spMkLst>
        </pc:spChg>
      </pc:sldChg>
      <pc:sldChg chg="delSp modSp add mod">
        <pc:chgData name="Manuel Lafond" userId="34502308-0131-479c-a52b-92567eddfa82" providerId="ADAL" clId="{6C69A4BB-4FD7-4839-B44A-C42F16254999}" dt="2026-09-01T19:49:53.128" v="15576" actId="20577"/>
        <pc:sldMkLst>
          <pc:docMk/>
          <pc:sldMk cId="1935455293" sldId="1374"/>
        </pc:sldMkLst>
        <pc:spChg chg="mod">
          <ac:chgData name="Manuel Lafond" userId="34502308-0131-479c-a52b-92567eddfa82" providerId="ADAL" clId="{6C69A4BB-4FD7-4839-B44A-C42F16254999}" dt="2026-09-01T19:49:53.128" v="15576" actId="20577"/>
          <ac:spMkLst>
            <pc:docMk/>
            <pc:sldMk cId="1935455293" sldId="1374"/>
            <ac:spMk id="3" creationId="{C77CB756-EEB9-6954-D691-3EC2694E1F8A}"/>
          </ac:spMkLst>
        </pc:spChg>
        <pc:spChg chg="del">
          <ac:chgData name="Manuel Lafond" userId="34502308-0131-479c-a52b-92567eddfa82" providerId="ADAL" clId="{6C69A4BB-4FD7-4839-B44A-C42F16254999}" dt="2026-09-01T15:45:56.567" v="15494" actId="478"/>
          <ac:spMkLst>
            <pc:docMk/>
            <pc:sldMk cId="1935455293" sldId="1374"/>
            <ac:spMk id="4" creationId="{D0D693C1-2EBC-88DA-EA98-1D740FD3057D}"/>
          </ac:spMkLst>
        </pc:spChg>
      </pc:sldChg>
      <pc:sldChg chg="add del">
        <pc:chgData name="Manuel Lafond" userId="34502308-0131-479c-a52b-92567eddfa82" providerId="ADAL" clId="{6C69A4BB-4FD7-4839-B44A-C42F16254999}" dt="2026-09-01T15:46:11.994" v="15496"/>
        <pc:sldMkLst>
          <pc:docMk/>
          <pc:sldMk cId="919653314" sldId="1375"/>
        </pc:sldMkLst>
      </pc:sldChg>
      <pc:sldChg chg="modSp add mod">
        <pc:chgData name="Manuel Lafond" userId="34502308-0131-479c-a52b-92567eddfa82" providerId="ADAL" clId="{6C69A4BB-4FD7-4839-B44A-C42F16254999}" dt="2026-09-01T19:51:53.813" v="15617"/>
        <pc:sldMkLst>
          <pc:docMk/>
          <pc:sldMk cId="3826862722" sldId="1375"/>
        </pc:sldMkLst>
        <pc:spChg chg="mod">
          <ac:chgData name="Manuel Lafond" userId="34502308-0131-479c-a52b-92567eddfa82" providerId="ADAL" clId="{6C69A4BB-4FD7-4839-B44A-C42F16254999}" dt="2026-09-01T19:51:53.813" v="15617"/>
          <ac:spMkLst>
            <pc:docMk/>
            <pc:sldMk cId="3826862722" sldId="1375"/>
            <ac:spMk id="3" creationId="{929439BE-84AB-28E6-AA00-404A06ED3A85}"/>
          </ac:spMkLst>
        </pc:spChg>
        <pc:spChg chg="mod">
          <ac:chgData name="Manuel Lafond" userId="34502308-0131-479c-a52b-92567eddfa82" providerId="ADAL" clId="{6C69A4BB-4FD7-4839-B44A-C42F16254999}" dt="2026-09-01T15:46:32.508" v="15500" actId="14100"/>
          <ac:spMkLst>
            <pc:docMk/>
            <pc:sldMk cId="3826862722" sldId="1375"/>
            <ac:spMk id="4" creationId="{DC1D5BE7-03A1-4B01-742B-2175AD2CE505}"/>
          </ac:spMkLst>
        </pc:spChg>
      </pc:sldChg>
      <pc:sldChg chg="delSp modSp add mod ord">
        <pc:chgData name="Manuel Lafond" userId="34502308-0131-479c-a52b-92567eddfa82" providerId="ADAL" clId="{6C69A4BB-4FD7-4839-B44A-C42F16254999}" dt="2026-09-01T19:53:18.925" v="15647" actId="20577"/>
        <pc:sldMkLst>
          <pc:docMk/>
          <pc:sldMk cId="3654668282" sldId="1376"/>
        </pc:sldMkLst>
        <pc:spChg chg="mod">
          <ac:chgData name="Manuel Lafond" userId="34502308-0131-479c-a52b-92567eddfa82" providerId="ADAL" clId="{6C69A4BB-4FD7-4839-B44A-C42F16254999}" dt="2026-09-01T19:53:18.925" v="15647" actId="20577"/>
          <ac:spMkLst>
            <pc:docMk/>
            <pc:sldMk cId="3654668282" sldId="1376"/>
            <ac:spMk id="3" creationId="{D1B848EE-AA19-5BEA-6B16-86419DD48E2F}"/>
          </ac:spMkLst>
        </pc:spChg>
        <pc:spChg chg="del">
          <ac:chgData name="Manuel Lafond" userId="34502308-0131-479c-a52b-92567eddfa82" providerId="ADAL" clId="{6C69A4BB-4FD7-4839-B44A-C42F16254999}" dt="2026-09-01T15:46:37.771" v="15502" actId="478"/>
          <ac:spMkLst>
            <pc:docMk/>
            <pc:sldMk cId="3654668282" sldId="1376"/>
            <ac:spMk id="4" creationId="{4FE58507-3797-A3CB-1D7B-A98A0B04050B}"/>
          </ac:spMkLst>
        </pc:spChg>
      </pc:sldChg>
      <pc:sldChg chg="delSp add mod">
        <pc:chgData name="Manuel Lafond" userId="34502308-0131-479c-a52b-92567eddfa82" providerId="ADAL" clId="{6C69A4BB-4FD7-4839-B44A-C42F16254999}" dt="2026-09-01T15:48:51.990" v="15561" actId="478"/>
        <pc:sldMkLst>
          <pc:docMk/>
          <pc:sldMk cId="3262913332" sldId="1377"/>
        </pc:sldMkLst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8" creationId="{E891917E-6B35-ADE8-555F-D17C44060527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18" creationId="{6793EB49-3666-D56A-C4F6-D0C67B4FF06B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22" creationId="{769F22D8-198A-5032-9DF4-AD8A9447AEAC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37" creationId="{7DAE7E7C-84D5-E41C-766D-B39EFA822FB2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41" creationId="{3757C465-4BDE-CB8C-DBAA-901A18619BAD}"/>
          </ac:inkMkLst>
        </pc:inkChg>
        <pc:inkChg chg="del">
          <ac:chgData name="Manuel Lafond" userId="34502308-0131-479c-a52b-92567eddfa82" providerId="ADAL" clId="{6C69A4BB-4FD7-4839-B44A-C42F16254999}" dt="2026-09-01T15:48:46.763" v="15559" actId="478"/>
          <ac:inkMkLst>
            <pc:docMk/>
            <pc:sldMk cId="3262913332" sldId="1377"/>
            <ac:inkMk id="127" creationId="{FCE3619F-DD00-1F6E-C804-41B324F276AF}"/>
          </ac:inkMkLst>
        </pc:inkChg>
        <pc:inkChg chg="del">
          <ac:chgData name="Manuel Lafond" userId="34502308-0131-479c-a52b-92567eddfa82" providerId="ADAL" clId="{6C69A4BB-4FD7-4839-B44A-C42F16254999}" dt="2026-09-01T15:48:49.979" v="15560" actId="478"/>
          <ac:inkMkLst>
            <pc:docMk/>
            <pc:sldMk cId="3262913332" sldId="1377"/>
            <ac:inkMk id="130" creationId="{EEBCA514-CE5D-40F7-808D-A6C0C8C34B28}"/>
          </ac:inkMkLst>
        </pc:inkChg>
        <pc:inkChg chg="del">
          <ac:chgData name="Manuel Lafond" userId="34502308-0131-479c-a52b-92567eddfa82" providerId="ADAL" clId="{6C69A4BB-4FD7-4839-B44A-C42F16254999}" dt="2026-09-01T15:48:51.990" v="15561" actId="478"/>
          <ac:inkMkLst>
            <pc:docMk/>
            <pc:sldMk cId="3262913332" sldId="1377"/>
            <ac:inkMk id="136" creationId="{53C05AE3-C3D4-D331-BD8F-FB7060F78BF8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140" creationId="{7A5FC0BF-3A7E-F68B-E1D3-AF4FCC5AEFA9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141" creationId="{0FB2A372-0EEF-A82A-69F5-C4893842D1DE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147" creationId="{66D2016F-211D-9DCA-7926-7DC29FBB58D0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148" creationId="{70C3CAD0-5880-3BF0-CE92-935245745D9C}"/>
          </ac:inkMkLst>
        </pc:inkChg>
        <pc:inkChg chg="del">
          <ac:chgData name="Manuel Lafond" userId="34502308-0131-479c-a52b-92567eddfa82" providerId="ADAL" clId="{6C69A4BB-4FD7-4839-B44A-C42F16254999}" dt="2026-09-01T15:48:44.326" v="15558" actId="478"/>
          <ac:inkMkLst>
            <pc:docMk/>
            <pc:sldMk cId="3262913332" sldId="1377"/>
            <ac:inkMk id="152" creationId="{0C08A7BC-F562-27DB-2CD7-26741FCF558F}"/>
          </ac:inkMkLst>
        </pc:inkChg>
      </pc:sldChg>
      <pc:sldChg chg="delSp add mod">
        <pc:chgData name="Manuel Lafond" userId="34502308-0131-479c-a52b-92567eddfa82" providerId="ADAL" clId="{6C69A4BB-4FD7-4839-B44A-C42F16254999}" dt="2026-09-01T15:49:13.326" v="15568" actId="478"/>
        <pc:sldMkLst>
          <pc:docMk/>
          <pc:sldMk cId="1238248678" sldId="1378"/>
        </pc:sldMkLst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70" creationId="{923E5D17-6032-D3B5-4A0E-A4121118438B}"/>
          </ac:inkMkLst>
        </pc:inkChg>
        <pc:inkChg chg="del">
          <ac:chgData name="Manuel Lafond" userId="34502308-0131-479c-a52b-92567eddfa82" providerId="ADAL" clId="{6C69A4BB-4FD7-4839-B44A-C42F16254999}" dt="2026-09-01T15:49:13.326" v="15568" actId="478"/>
          <ac:inkMkLst>
            <pc:docMk/>
            <pc:sldMk cId="1238248678" sldId="1378"/>
            <ac:inkMk id="136" creationId="{641FE7BB-A4FC-EFD8-A18A-CC0D48CF4BD9}"/>
          </ac:inkMkLst>
        </pc:inkChg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145" creationId="{4E336925-C683-DE74-E65C-4B406440D98F}"/>
          </ac:inkMkLst>
        </pc:inkChg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146" creationId="{462F2265-4D14-C1F9-1C47-7E4A43910C7D}"/>
          </ac:inkMkLst>
        </pc:inkChg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147" creationId="{BDA99223-A4C1-838F-1614-4B6A50D772E7}"/>
          </ac:inkMkLst>
        </pc:inkChg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148" creationId="{1E26319F-2186-46D6-45CF-8E5F49B2BED5}"/>
          </ac:inkMkLst>
        </pc:inkChg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149" creationId="{0127484D-CBC6-D001-B04F-B4B9BF6C3892}"/>
          </ac:inkMkLst>
        </pc:inkChg>
        <pc:inkChg chg="del">
          <ac:chgData name="Manuel Lafond" userId="34502308-0131-479c-a52b-92567eddfa82" providerId="ADAL" clId="{6C69A4BB-4FD7-4839-B44A-C42F16254999}" dt="2026-09-01T15:49:11.371" v="15567" actId="478"/>
          <ac:inkMkLst>
            <pc:docMk/>
            <pc:sldMk cId="1238248678" sldId="1378"/>
            <ac:inkMk id="152" creationId="{5F8645EE-614D-1FF4-F768-927F78846737}"/>
          </ac:inkMkLst>
        </pc:inkChg>
      </pc:sldChg>
      <pc:sldChg chg="add">
        <pc:chgData name="Manuel Lafond" userId="34502308-0131-479c-a52b-92567eddfa82" providerId="ADAL" clId="{6C69A4BB-4FD7-4839-B44A-C42F16254999}" dt="2026-09-01T15:48:58.170" v="15565"/>
        <pc:sldMkLst>
          <pc:docMk/>
          <pc:sldMk cId="1721174863" sldId="1379"/>
        </pc:sldMkLst>
      </pc:sldChg>
      <pc:sldChg chg="add">
        <pc:chgData name="Manuel Lafond" userId="34502308-0131-479c-a52b-92567eddfa82" providerId="ADAL" clId="{6C69A4BB-4FD7-4839-B44A-C42F16254999}" dt="2026-09-01T15:49:39.767" v="15569"/>
        <pc:sldMkLst>
          <pc:docMk/>
          <pc:sldMk cId="3894010356" sldId="1380"/>
        </pc:sldMkLst>
      </pc:sldChg>
      <pc:sldChg chg="delSp add mod">
        <pc:chgData name="Manuel Lafond" userId="34502308-0131-479c-a52b-92567eddfa82" providerId="ADAL" clId="{6C69A4BB-4FD7-4839-B44A-C42F16254999}" dt="2026-09-01T15:50:30.821" v="15573" actId="478"/>
        <pc:sldMkLst>
          <pc:docMk/>
          <pc:sldMk cId="4130348556" sldId="1381"/>
        </pc:sldMkLst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53" creationId="{8F092573-349C-15B3-0E34-291427A8306C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55" creationId="{2BAD049F-6109-8D7D-BF78-D54FA3E912CF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64" creationId="{711FE1C3-F6E4-D8E1-28A1-07ADE91318FE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65" creationId="{AFC350AC-3708-3D02-A055-C31C79711A50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68" creationId="{21AB6A53-A5AC-DCDC-A187-F5310E5B0564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72" creationId="{1DDC0F8D-69E0-2B30-E630-E325999A4B9B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75" creationId="{CC537920-CA89-42DC-20FB-4A9FB7965FB3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101" creationId="{B2112230-95BD-8D84-5F6A-B55BFD396C1F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104" creationId="{A4BE08E6-6623-4172-6080-EEC16163B72C}"/>
          </ac:inkMkLst>
        </pc:inkChg>
        <pc:inkChg chg="del">
          <ac:chgData name="Manuel Lafond" userId="34502308-0131-479c-a52b-92567eddfa82" providerId="ADAL" clId="{6C69A4BB-4FD7-4839-B44A-C42F16254999}" dt="2026-09-01T15:50:30.821" v="15573" actId="478"/>
          <ac:inkMkLst>
            <pc:docMk/>
            <pc:sldMk cId="4130348556" sldId="1381"/>
            <ac:inkMk id="107" creationId="{44984ADA-5A7F-6222-285C-C31038BA1AA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0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795 444 7129,'0'0'584,"4"0"144,-4-6 0,0 3-127,4-1-137,-3 3-464,1-2 304,2 0-160,-4-1-32,4 0-88,-4 1-8,0 0-16,0 2 32,0-3-64,0 1 32,0-12 8,0 11-48,0-1 40,0 3 0,0-13-40,0 11-8,-2-1 88,-2-13-56,0 14 40,2-5-24,1 1 40,-3 3-24,-1-10 8,-1 10 8,1-12-8,-1 12-24,6 4-8,-6-17 8,1 14 16,-2-12-24,-8 10 32,11-12 0,2 17-24,-3-2-16,-2-13-8,-10 10 40,11-10-8,-8 10-8,10-6 0,2 6 40,-16 0-40,10-12 24,-10 14-24,11-14 16,-13 14-8,19 3-8,-6-14-32,-13 9 24,13 1-8,-12-12 24,12 13 8,-1 3-16,-1-1 24,2-4-16,-11 2 16,10 1 8,-10 3 0,12-3-32,4 2 48,-14 1-48,10 0 32,-12 0-16,11 0 64,-10 0-8,15 1-72,-3 0 80,-12 1-16,10 1-48,-10 3 40,10-1 0,-4 0-56,4-2 96,-1 2 8,-10 1 24,10-1-32,-8 10 24,10-10-120,6-4 128,-16 15-40,10-8 24,-12 10 24,11-13-32,-12 14-8,17-17-96,-1 1 120,-14 14-64,12-2 16,-12-8 40,12 11-16,-9-6-96,9-9 152,0 12-24,-12 5 0,12-2-16,-12 1-48,11 1 0,5-18-64,-5 13 16,-10 5-56,12-2 40,-11 2 32,10 1 0,2-11-32,0 0 73,-4 10-17,-1 2-32,3-2-24,-1 1 16,1-3-16,5-16 56,-6 18 0,5 0 24,-1 2-8,0 0-24,2 0 8,0-15-56,0 10 64,0 4-8,4 1 88,-1 0 40,3-2 8,-1 0 32,10 2-72,-11-3 0,1-1 8,14 0 32,-14 1 24,-4-18-216,18 16 208,-13 2-8,16-3 24,-7 1-32,-1-1 40,-6-12-232,1 0 240,6 16-40,3-5 0,-2-1-56,3-6-8,-6 6-136,-10-10 120,14 3 0,0 8 32,1-9-31,-2 8-1,5-10-16,-18-3-104,12 3 56,2 2 24,3-1-40,-4 1 40,3 0-16,-8-4-64,-4-1 72,12 1 40,-1 0-48,-2-2 8,3 0-48,-1 0-24,-18 0 24,19-6 16,1 1-48,0-1 8,0-8-8,1 10-32,-14-2 40,6-3-24,7 4 8,-2-16-16,1 5 8,1 1 0,-7 1 24,-8 8-16,16-14-48,-3 0-40,0-3 24,1 0 16,1-3 32,-17 22 32,12-18-16,4-7-96,-1-3 32,-1 1-40,-1-4-1,-7 17 121,-1 3 41,7-20-90,-1 2 106,-8-2-9,10 0-72,-12 5 24,-4 27 32,15-30-80,-12 2 24,1 1 16,2 3-25,-3 1 33,-2 19 0,2-10-32,-3-9-32,4 1 40,-4 1-24,0 3 48,0 6 0,0 8 0,0-13-48,-2 2 56,0-4-48,-4 5 0,1-1 16,5 17 24,-6-15-104,-8 0-24,8 1 24,-1 9-8,-10-14 8,15 18 104,-1-1-88,-17-3-48,5-12 16,-4 18-8,3-6 8,-1 2 120,14 3-112,-19-5-40,0 1 16,-2 1-48,0 4-24,0-4-24,18 4 232,-14-3-336,-6 3-56,-1 0-48,-1 0-88,1 0-57,11 0 585,4 0-624,-16 0-88,3 0-88,-1 0-96,2 0-80,3 0 976,20 0-1001,-21 2 41,0-1 240,0 1 224,3 0 200,-1 0-3561,20-2 3857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1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346 195 7489,'0'0'696,"-1"0"288,-1-3 217,2 3-1,0-4-56,0 4-24,0 0-47,0 0-81,-1 0-992,0 0 936,1 0-96,-2 0-80,2 0-55,0 0-33,-2 0-40,0 0-72,1 0-72,-1 0-56,0 2-72,0 0 16,0 0 8,-1-1-96,1 1 65,-2 2-73,-1 0-72,0 0-208,4-3 216,-5 6-72,1-1 40,-1 0-96,-1-1 0,0 2-40,6-5-48,-6 11 0,-7-7-24,8 1 48,-9 8 0,10-10-40,1-1 16,1 0 80,-12 14-88,9-11 72,-1 8-32,-10-8-24,12 8-8,5-13 40,-7 3-88,-8 16 16,9-16-16,-1 12-24,0-12-120,4 1 192,-2 7-256,0-6-40,-10 15 72,11-5-16,-1-3-104,-5-2 344,5-5-489,1-2-327,-1 12-120,-2-12-48,-1 3-64,1 6-81,7-14 1129,-6 2-1296,1 2-256,-1 0-65,1-3-31,3 1 104,0-2 1544,0 0-1289,-1 0 217,1 0 416,0-5 256,0-1 208,2-5 192,0 7-3857,0 4 3857</inkml:trace>
  <inkml:trace contextRef="#ctx0" brushRef="#br0" timeOffset="1130">10 0 9249,'0'2'2337,"0"1"-2337,0-2 2729,0 5-481,4-1-592,-1 1-511,1 1-353,-4-2-176,0-5-616,4 6 552,-1 9-112,-3-12 80,4 3 8,-4 10-56,2-12-472,0 0 537,-2 14-105,3-12 48,1 16-72,2-8 16,-3 0-424,-3-11 344,6 15-120,-1-1 48,1-1-136,8 3 40,-14 1-48,2-15-128,2 14 56,11 3 0,-15-2-24,5 2 16,1-3 24,-3-8-72,-1-2 88,13 9-32,-15 6 48,4-5-128,-1-3 24,1-2 0,-4-13 40,4 3-112,-1 12 32,1-10-40,-4 1-88,0 10-48,0-16 216,0 1-240,0 4-144,4 1-56,-4-1-96,0-1-120,0-1 656,0-2-704,0 3-161,0-3-71,0 0-192,0 0-200,0-2-137,0 0 1465,3 0-1680,-3 0 40,0-4 119,0 0 121,0-1 224,0-2 1176,0-1-1008,0 4 95,0-10 201,0 10 168,0-13 192,0 14 352,0 3-200,0-19 80,0 14 48,0-13-1888,0 18 1960</inkml:trace>
  <inkml:trace contextRef="#ctx0" brushRef="#br0" timeOffset="1131">131 45 7129,'0'0'528,"0"0"248,-2 1 209,1 0-985,1 0 1096,0 3-64,-2 0-64,2-3-56,0 3-63,0 1-849,0-4 824,0 4-24,0 1-24,0-1 0,0 1-56,0 1-7,0-2-713,0 5 672,0-5-72,0 10-16,0-9-16,0 8-24,0-8-544,0-4 512,0 16-128,3-11 24,1 15-103,-4-7-33,4 2 16,-4-15-288,0 12 144,0 3-48,4 1 32,-4 1-56,3-3 0,-1-8-72,0 1 128,-2 5-88,4 3 56,-4-1-88,0 1-8,0-3 0,0-11 8,0 13-48,3 3 40,-3-5-88,0 3-96,4-1-184,-4-14 368,0 4-504,0 14-209,0-13-103,0 12-80,4-14-168,-4 0 1064,0-2-1144,0 4-177,0 0-199,3-1-72,-3-3-9,4 1 9,-4-4 1592,4 2-1408,-1-2 191,1 0 289,0-4 352,-1 1 240,0 0 336,0 0-168,2-12-3737,-5 15 3905</inkml:trace>
  <inkml:trace contextRef="#ctx0" brushRef="#br0" timeOffset="1132">378 330 7961,'-2'0'1769,"0"0"119,1 0-1888,0 0 1880,-1 0-399,1 0-361,-1 0-296,-2 0-176,1 0-648,2 0 600,-4-4-15,-1 0-57,1 4 24,-3-3-48,1 3-40,5 0-464,-3 0 416,-12-6-128,12 2 16,-12 1-56,10-3 24,-5 4-272,5 1 240,0-3-64,-11 0-8,10 0-104,-10 1 8,3-1-40,15 4-32,-15 0 0,8-5-32,-11 1 72,3 4 0,9-4-32,-1 4-8,-4 0 56,4 0-128,-10 0 24,10 0-16,-10 0-40,13 0 104,3 0-128,-7 0-144,-6 0-120,12 0-136,-4 0-128,1 2-168,4-2 824,-4 2-952,2 0-209,-1 0-167,0-1-104,2 1-113,1-1 1545,1 0-1512,-2 1 32,2 2 135,0-3 209,0 3 320,0 0 816,0-4-504,0 2 248,5 1-3649,-5-3 3905</inkml:trace>
  <inkml:trace contextRef="#ctx0" brushRef="#br0" timeOffset="1133">694 45 10018,'-2'1'1600,"-2"1"-280,1 1-1320,1-2 880,-2 4-319,-1 1-97,-1 0-128,-8 8-8,8-8 72,5-5-400,-15 14 360,9-9 32,-13 12 80,13-3-24,-14 1-32,18-7-416,-1-1 480,-16 12-63,3 0-1,1 1 48,-1 1-40,4-3-424,11-16 448,-5 19-16,-13 4 40,12-4-16,-10 3-48,11 1-24,3-20-384,-9 12 272,8 12-64,-10 3 1,9 0-25,-12-2 16,14-9-200,2-9 208,-12 18-48,8 0 16,1 3-112,-3-5 8,1 4-40,7-31-32,-7 29-16,1 0 0,1 3 40,-1-3 24,2 2 32,3-20-80,-1 5 128,0 10-136,0 1 136,0 1-144,0-3 40,2-6-24,0-14 72,0 20-104,0-1 104,0-2-56,0 0 16,4 0-88,-3-20 56,4 16-64,0 2-56,1-2-56,8 2-24,-10-4-64,4-5 264,-1-4-288,-4 12-96,14-3-41,-13 0-135,14 1-112,-13-5 672,-4-13-800,17 13-200,-3 1-160,-1 2-209,1-3-199,2 1-72,-12-13 1640,6 3-1665,6 10 9,1-9 112,2-1 295,1 1 353,-8-3 896,-6-1-4305,-7-2 4305</inkml:trace>
  <inkml:trace contextRef="#ctx0" brushRef="#br0" timeOffset="1877">946 458 7177,'0'0'976,"4"0"353,-1-3 207,3-1-96,-5 4-1440,3 0 1240,2-6-247,9 1-137,-12-1-80,1 1-96,11 1-32,-12 1-64,3-1-7,10-2-49,-12-8 0,11 14-48,-15-1-480,3-4 400,12-10-56,-9 15 16,12-5-24,-12 1 0,4 2-336,2-1 352,-7-3-136,17 3-8,-7-3-32,0 0 8,-2 3-184,-12 3 201,14-6-25,2 1 8,-3 1-40,1-1-16,0 1 8,-14 4-136,3 0 32,13-4-16,-12 1-24,10 3 24,-11-4 48,-1 4-64,-1 0 80,13 0 32,-11 0-16,1 0-120,1 0-8,-1 0 0,-5 0 32,4 0-104,-1 0 40,1 2 64,0 1-56,0-1 24,-4 0 32,0 0 32,0 2-72,0-1 80,0 1-48,0 1-16,0 0 24,0-4-48,0 6-48,-2-1 24,-4 9 32,1-8 40,-1 9 24,3-12-24,-9 9 24,9-6-72,-5 12-8,-8-5 24,10-6 8,-2 4 24,2-2 40,0 5-56,-10 3 88,10-1-88,-11-3 0,12 2 16,5-15 32,-18 6-96,12 13 136,-9-14-56,10 10-8,-12-10 0,16-4-8,-1 1-40,-4 12 64,1-9 72,-3-1-64,3 10 32,-1-11-64,4-3 40,-3 5-64,-1 1 56,1 1-32,-1-3 56,3 3-64,2-8 8,-2 5 8,1 1-40,0-1 40,0 1 24,2-1-16,0-2-16,0 0 80,0 2-96,0 1 64,0-1-24,0 1 16,0-3-40,0-3 8,0 4-56,4 0 80,0-2-64,-1 1 32,1-1-16,-3-1 16,4 0-112,0 1 16,-1 3 16,1 1 48,10-2 16,-13-1 16,0-1 0,12 0-56,-10 0 72,11 1-72,-12 1-8,14 2 64,-17-6 8,6 5-112,12 1 24,-13-1 72,14-1-48,-14 1 80,1-3-24,3 0 32,-3 4-88,10 1 32,-12 0-40,1 8 72,7-12-8,-9-2 8,1 4-8,1 12 64,1-12-88,-1 12 16,1-12 16,-5-4-8,3 13-72,0-9 16,0 10 72,-4-9-8,0 12 8,0-9-16,0-3 112,0 9-88,0-1-80,0 1 48,0-10-32,-2 17 40,2-21-32,-2 6 96,-2 13-16,1-3 16,-3-3-16,1 1 0,2-10-48,-2 5 48,-2-3-40,0 12 32,-8-14-8,11 13-40,-1-14 8,3-2 40,-15 14-40,12-8-16,-10 7 8,10-10 0,-14 2 16,17-6-8,-11 13 8,6-8-48,-10 1 64,12 0-32,-13-1 8,14 1 0,0 1 32,-14-5-72,10 3 0,-8 1-40,10-1-72,-8-1 152,12-5-232,-4 6-121,-8-1-135,8 1-112,-9-4-152,10-1-88,3 0 840,-3 0-992,-3 1-153,1 0-159,-1 0-184,1 0-49,2-1 1537,3-1-1576,-6 2 24,3 0 160,-1-2 151,1 0 353,3 0 360,2 0 528,-2 0-280,2-4 184,0 1-2329,0 3 2425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1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9089,'0'2'1761,"0"-1"167,0 3-463,4 0-497,-1-1-304,1 3-240,-3-5-424,2 3 288,-3 2 16,3 9 72,-3-10 64,0 10 48,0-10-488,0-3 488,0 17-31,0-5 23,0 1-80,0 2 0,4-1-88,-4-14-312,0 16 224,0 1-48,0 1-32,0 2-40,4-2-16,-3-9-88,1 0 144,-2 13-96,0-3 48,0-1-72,0 0 8,0 2 0,0-2-24,0-3 64,0 3-72,0-3-8,0-1-120,0-11 128,0 10-216,0-7-144,0 10-80,0-11-104,0 12-160,0-15 704,0-1-760,0 14-185,-2-12-135,2 3-208,0-1-112,0 0-33,0-7 1433,0 6-1440,0-1 112,0-3 167,4 0 297,-4 0 312,2-1 552,0 0-288,2 1-3665,-4-2 3953</inkml:trace>
  <inkml:trace contextRef="#ctx0" brushRef="#br0" timeOffset="1">236 229 8625,'0'3'1361,"0"-1"71,0 4-304,0-3-384,0-1-280,0 2-464,0-2 329,0 3-145,0-1 40,0 2 8,0-5 48,0 3 88,0-3-368,-2 2 376,1 2 0,-3-1 48,0 0-64,1-1-40,2-1-320,0 0 328,-3 0-88,0 1 56,1 1-96,-3-2-32,3 3-168,3-5 216,-6 4-55,0-2 31,3 4-16,-1-3-32,0-1-32,3-1-112,-3 2 120,0 0-88,1-1 32,-3 0-8,2 2-24,2-2-32,1-1 120,-3 3-80,2 2 56,0-3-40,1 1-8,-1 0 16,2-4-64,0 1 16,-2 1-24,2 0 88,0 2-16,0-1 40,0-2-104,0 0 160,0 3-120,0-2 64,0 0-48,4 1 0,-1 1-56,-3-4 72,4 6-40,0-1 8,-1-3 8,1 3-24,1-1 8,-3-2-32,2 2 16,1 1-72,10-1 24,-15 1-8,15-1 8,-15 0 32,0-2 0,5 3-56,10-1 0,-11 1-104,1 1-32,10 1-16,-15-7 208,6 6-320,8 1 8,-10-1-80,1-1-56,12-1-25,-15-3 473,1 1-576,14 2-96,-11 0-72,12-1-120,-13-1-48,9 1 912,-9-2-913,0 3-71,16-3 24,-16 1 0,15 2-40,-5-2 87,0 0 145,-1-1 208,-8 1 240,16 0 136,-16 0-3737,-6-2 3921</inkml:trace>
  <inkml:trace contextRef="#ctx0" brushRef="#br0" timeOffset="2">477 1 7809,'0'0'888,"3"1"-888,-2 0 1097,4-1-17,1 0-96,9 0-144,-12 1-88,3 1-7,-3-1-745,9 2 664,-9-1-48,3 0 16,-1-1-16,10 3-16,-11 0-24,10-1-64,-8 3 1,12-1-97,-3 1 40,-10 9-456,-5-13 456,23 1-128,-9 5-48,-8 8 8,16-10-48,-17 14 0,19-2 96,-9 1-168,0-1 72,-1 4-48,-8 0-48,18 4 40,-10 3-112,-8 3 72,16 1-40,-7 2 0,-10 1-7,-1-30-97,13 23 24,-12 12-65,13 1 50,-12 4 63,12 0-24,-16-19-48,0-6 144,13 25-72,-12-2-24,3 0 8,-1 0 0,1-4-56,-6-37 40,4 41-32,-1 0 16,1-2-48,-4-1 16,0 1-24,0-31 32,0 15-32,0 12-56,-2-1 48,-3-2 16,-1-2-120,1-11 144,3-13-176,-13 17-225,10 3-191,-10-5-104,7-2-176,-8 2-128,15-22 1000,-5 15-1201,-15 3-255,14-2-200,-13-3-113,5 2-71,11-14 1840,1 1-1744,-18 14 367,7-10 369,-1 6 416,0-8-3457,15-6 4049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2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2595 6697,'0'6'536,"-1"-2"-536,0-3 776,1 7 128,-2-3 105,2 1-217,0 9-72,0-14-40,0 0-680,-1 15 552,-1-11 40,0 1-16,0 9-55,0-13-57,0 3 24,-3 10-80,1-13 0,1 3 0,-1 1-88,-1-2-320,4-3 352,-4 7-88,1-3-8,-1 2-48,-1-1-8,1-1-24,3-3-176,-2 4 176,-3 1-48,1-1-32,-1-1 41,-1 1-49,4-4-88,1-1 120,-12 1-32,12 4-16,-3-3-64,-1-1 40,-1-2-24,8 0-24,-14 0 0,8 0-16,1 0 24,-10 0 32,13-3-24,-3 3 64,-1-4-80,1-11 184,-1 15-128,1-5-16,1 1-40,2 2 80,-3-2-184,-1-1 208,1-10-104,1 12 16,2-3 0,2 6-16,-4-5-64,3-10 72,-1 11 32,0-1-24,0-10 48,2 13-64,0 0 144,0-3-88,0-12 0,0 13-8,0-1-40,0-9-8,0 13 64,0-2-8,4-3-40,-4-9 24,3 12-40,1-3 48,-4-10 0,4 12-72,-1-2 64,1-8-16,0 10 0,-2 0-24,-1 3 72,5-14-80,-2 9 8,-1-8 16,3 10 8,-3-2 24,-2 6-48,2-3 24,3-3-80,-1 1 32,1-10 24,8 15 24,-14-3-24,0 0 88,4-2-48,2-1 120,-1 1-152,1-1 8,-2 2-16,-3 3 24,5-3-128,8 4 96,-10-4 56,0 1 16,10-1 8,-14 3-72,0-2 120,6 0-152,-1 3 24,10 0 8,-15-4-24,9 4 24,-3 0 80,-2 0-24,-1 0 8,3 0 16,9 0-32,-12 0 24,-3 0-72,6 0 40,-1 0-56,10 2 24,-11 2-32,-1-1 32,-1-1-8,2 2 64,1 1-40,10 1 144,-15-1-160,6 1-16,-2-2 8,-3-3 48,5 5-152,-3 1 280,-3 1-144,4 6-56,0-10 16,-4-3 8,0 4-192,0 2 136,0 8 72,0-10-32,0 2 24,-1 1-8,0-1 16,-1-1-32,-2-1-32,1 12 40,-1-12 64,-2 12-24,1-12 64,-1 12-32,3-12-16,-3 12-8,2-12 32,3 1-72,-3 5 72,-2-4-56,1 8 168,-1-9-96,1 1 0,-5 3-88,5-5 128,2 0-96,-3 1 144,-1-1-128,-1 3-8,-6-3-24,12-4-16,0 4-64,-4 0 48,-8-1 64,10 1-24,-3-3-16,0 0-8,-1 0 64,2 2-40,1-3 64,-10 1-80,11-2 0,0 0-8,3 0 16,-16-3-88,16 3 112,-7-4 16,1 0-24,1 0 24,5 1-56,-3-8 8,-2 11-40,1-6 0,1 1 72,0-1-24,2-3-16,1 4 48,-5 1 8,3-15-24,1 16-16,-2-12 8,2 12-24,2 2 33,-2-4-82,2-14 122,0 14-65,0-15-16,0 14 72,0-1-64,0-4-16,4 5-8,-4-10 104,4 10-88,-1-14 8,0 16 0,-2 3 64,5-22-120,-3 18 184,3-13-128,-1 12-8,1-11-24,-5 17 32,3-3-104,11-3 32,-11-10 56,-1 12 32,1-1-56,-1-3 40,0 1 72,2 7-32,10-4-40,-15-1 32,5-1-16,12 2-32,-13 1 24,1-3-16,1 3 24,8 3 24,-10-4-8,-2 4-32,2 0 56,1 0-80,10 0 56,-12 0-40,3 2-32,-1 0 112,1 3-96,0-1 160,-1 1-96,1 1-40,-1-1 32,-5-4-32,6 6-144,-3 0 64,1 10 32,-4-12 0,4 2 16,-4 0 32,0 1 40,0-2-56,0 14 16,0-15 32,0 12-48,0-13 16,0-3 40,0 7-72,0 8-24,-2-10 64,0 10-24,-2-10 40,3-2-24,-1 9 16,-2-8-64,0 1 56,-1 10-8,1-10 64,1 3-64,1-4 72,-4 1-64,0-1 72,1 3-40,-1 6-16,1-12-24,5-2 32,-6 8-40,1-1-16,-1-2 72,1 1 16,-1 0-48,4-5-16,-1 1 32,-3 0-72,1-2 176,-1 2-144,3-2 16,0 1-8,2 0 40,-3-1-192,1 0 152,-1 0 32,0 0-32,2-4 40,2 4-40,-3-4-8,1 1-40,0-1 56,-2-2-16,2 1 40,2 2-32,-1 0 64,1-11-32,0 14-16,0-6 24,0-10-56,0 12 16,0 4 8,0-18 0,0 12-88,0-10 112,0 10-56,0-12 40,1 16-16,1 0 64,-2-16-160,4 12 72,0-12 16,-1 12-8,-3-4 16,0 5 72,4 2-16,0-14 104,-1 14-168,1-3-8,0-9 16,-4 14 0,3 2-208,1-6 168,0-1 32,-1 1-16,3-1 56,-2 1-24,-1-1-24,3 1 0,-2 1 16,1 0 48,-1 1-48,-2 3 0,3-4 8,1 4-8,-3 0-48,3-4 56,-1 4-48,-4 0 40,2 0-8,1 0-16,1 0-16,-1 2 56,-4 0-40,2 0 24,0 0-8,1 1 16,1-1-16,-4 4-64,4-3 32,-4 3-8,0-6 48,3 5-72,-3-1 0,0 2 88,0-1-48,0 1 16,0-1 24,0 1-80,0-4 136,0 1-88,0 3 40,-1-2-16,0-3 48,-2 16-160,-1-12 200,2 1-80,-3 1 8,-1-1 0,5-5-16,-3 3-64,-2 2 8,1 1 32,-1-1 56,1-1-8,2-1-24,0-1 80,-2 3-56,-1-2-120,1-1 96,-1-1-40,1 2 40,4-4 0,-4 2 80,-1 1-120,1-1 104,1-2-56,-1 0 8,4 1-16,-2 0 48,-1-1-104,3 0 40,-1 0 40,0 0 8,1 0-32,0 0 72,-1 0-32,0-5 216,1 1-280,-1-2-24,2 3 32,0 2 16,0-2-240,0-1 184,0-1 104,0-1-32,0 1-16,0-10 72,0 15-96,3-5-104,-3-1 144,4-11-32,0 14-16,-4-3 176,5-8-128,-1 10-32,0-2-8,-1 1-40,-2 1 64,2-7-80,1 7-24,-1 1 32,1-3 48,0 1-33,-1 1 57,-1 2 65,2-13-65,0 15 40,1-3-96,-1-1-33,1 1 89,-5 2-64,4-2-88,0-1 80,-1 0 16,-3 4 40,4 0-8,-3-1 24,2-1 40,0 2-80,-3 0 168,4 0-152,-4 0-24,0 0 48,4 2-184,-4 1 224,3-1-96,-3 0 24,0 0 16,0-2 16,0 0-112,0 2 80,0 1-8,0 1-8,0 0 24,0-3 24,0-1 32,-1 6-40,-1-4 0,0 2-8,2 1 24,-2 0-8,2-4-16,-2 6 32,0-3 40,0-1-104,1 1 88,-3 0-80,2 1-8,-2-1 16,3 0 80,-3-1 8,0 1-48,2-3-8,1 0 88,-3 4-168,0-3 168,2 2-88,1 1-32,-3 1 40,4-6-8,-2 5-96,-2 1 32,1-1 72,1-1 0,0 0 0,1-3-8,0 1 48,-1 0-88,0 4 56,-1-3-88,1 1-8,0-2 80,2-2-216,-2 2-232,0-2-136,1 0-128,1 2-88,-2-1-89,2-1 889,0 0-984,0 2-208,0-2-112,-2 0-73,2 0-79,0 0 1456,0 0-1472,0 0-48,0 0 351,0-3 321,0 3 376,0-4 472,0 4-112,0-4-24,0 1 40,0-3-3801,0 6 3897</inkml:trace>
  <inkml:trace contextRef="#ctx0" brushRef="#br0" timeOffset="1500">715 87 6737,'4'2'440,"0"2"208,-1 1 184,1 1 121,0-1-97,-2-2-856,-1-2 736,5 5-104,-2-1-80,-4 1-32,3-1 16,-3-1-536,0-4 496,4 3 1,-4 1-73,0 0-16,0-1 24,0 3-32,0-4-400,0 2 400,0 3-96,0 8 24,-2-10-16,0 2-8,0 4-304,1-7 312,-5 2-40,1-1-24,-1 10-15,0-10-9,1 3-16,4-6-208,-5 12 200,-9-8-104,11 1 56,-3 1-16,-8 6-24,12-12-112,1 0 200,-4 3-80,-9 1-32,10-1-8,-2 1-8,-6-3-72,11-2 72,-4 4 32,-8-1-64,8-2 8,-9 0-8,10-1-48,3 0 8,-3 0 80,-10-1-88,9 0 8,1 0 40,-10 0-40,13 0 0,0 0 88,-5 0-24,-8-3-56,12 3 64,-3-6-24,1-9 8,4 15-56,-6-3 80,2-3-104,-1-9 16,1 12 16,1-3 16,2 0-24,0-2 64,-1 4-24,-1-13-32,2 12 0,0-12 24,-1 13-32,3 3 0,-2-16 8,0 12 8,2-16-24,0 16 48,0-13-24,0 16-16,0-2 8,0-11-64,4 10 24,-1-10 48,-3 10-16,3-5 0,-2 3 56,3 3-24,1-10-48,1 10 32,-3-2 0,3 1-16,-6 5 8,5-6 32,1-8-64,-1 14 16,1-6 0,-1 1-16,-2 3 24,0-2 24,3-1-48,8 1 16,-10 0 8,0 1 48,7 0-48,-8 2 56,1-3 32,2 4-48,10 0-40,-12 0 32,1-3-40,-4 2 8,13-2 8,-10 3-32,1 0 72,10 0-8,-11 0 8,-2 0-48,1 0 56,3 0-80,-1 0 64,1 2-40,-1 1 24,0 1-24,-4-4 16,4 6-24,-1-1-24,1 2 80,-1 1-16,0-1-40,-3-2 8,1 5 56,-2-6-136,0 3 8,4 0 72,-4 8 16,0-11-16,0-3 56,0 7 0,-2 7-48,0-10-40,1 10 64,-3-10-16,4-4-16,-6 13 56,3-8-48,-1 1 24,0 0 0,1 1 24,1-1-56,0 2 120,-4-5-40,3 1 40,-3 10-64,1-11-8,0 0-48,4-3 72,-4 5-32,-1-1 48,-1 1-8,1-1-48,1 1-48,3-5 16,-4 3 16,1-2-72,-1 2 40,1-2 80,-1 0-88,3-1 24,1-1 64,-4 0-24,1 0-72,-1 0 72,1 0-32,1 0-8,4 0 24,-4 0 24,1-3-88,-1-1 64,-1 0-40,1 1-16,3 1 32,0 0 48,-3-4-104,3 3 80,-1-3 8,0 1-56,1 1 24,0 2 24,-1-12-48,0 8-16,2 0 8,0-8-16,0 12 48,0 2-48,0-4 0,0-12 40,0 16 24,0-6-64,2-2 48,0 1-32,-2 4-16,4-1-24,-1-1-8,1-1 64,-1 1 16,-2 5-72,4-15 40,-1 15-40,0-6 0,-1 1 32,1 1-32,0-1 64,-1 1-40,1 0-40,2 1 40,-1-1-16,-3 4 64,0 0-16,3-4 8,1 4-24,-1 0 40,1 0-32,8-3 32,-13 2-8,2-2 48,3 3-120,-1-4 80,1 4 0,8 0-48,-14 0 40,0 0 56,6 0-40,-1 0-32,1 0 24,-1 0 0,0 0-8,-4 0-24,5 0 8,-1 2-8,-1 2 8,-1-2 8,-3 1 0,4-3-16,-4 2-72,0 0 32,4 0 48,-4 0 32,0 0-16,0-1 32,0 3-24,-2 1-80,0-1 16,0 2 16,-1-1 40,3-5 8,-6 4 64,1 1-96,-1 1 64,0-1-48,1 1 0,3-4 8,-2 1 16,-1 3-80,-1-1 80,1-1-16,-1-2 24,4 2-24,1-2 64,-5-1-48,1 1 0,-1 0-16,1 0 16,1 0-8,3-2-8,-4 2 0,2-2-8,1 0-8,-2 0 0,2 0 8,2 0 8,-1 0 72,-1-4-32,0 0-32,0 1 24,0-1-24,2-1-8,0 4 0,-2-4 8,2-1-32,0 1-16,0-1-16,0 1 32,0 3 24,0-2-48,0-1-32,0-10 0,0 15 0,4-6-24,-4 3 104,0 1-104,0-4-8,4 1-48,-1-1 32,1 1 16,-4-1-8,0 6 120,4-5-128,-4-1-48,3 1 8,-3-1 8,4 3 32,-4 1 128,0 0-80,4-4-32,-1 6 64,-3-3-8,4 3 8,-1-3 48,-2 2 8,-1-3-56,4 4 48,-4 0-16,0 0-16,0 0-8,0 0 40,0 0-48,0 2-40,0 0 16,0 0 80,0 2 16,0-2-24,0-1 72,0 3 0,0 1-88,-2-1-16,0 0 8,0-1 24,2-2 24,-4 2 0,1 1-48,1 1 40,-2 1-16,2-1 8,1-3-8,-1 2 40,-2 1-64,0 1-8,2-1 32,-1 1 8,1-3-8,2-2 8,-2 2-40,0 3-120,0-2-136,1-1-193,-3 3-231,3-6 712,0 2-952,-1-1-336,2 3-241,0-2-223,0 2-160,0-3 1912,0-1-1609,0 2 417,0 0 456,0 0 456,4 0-3593,-4-2 3873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2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0 423 7145,'0'2'1360,"6"0"473,9 1 95,-12-1-240,3 0-359,8 0-1329,-13-2 1016,2 2-168,12 0-216,-11-2-16,12 1-55,-10-1-1,1 0-560,4 0 568,-5 0-104,14 2 40,-15-2-104,16 0-16,-10 0-384,-8 0 408,12 0-128,0 0 16,1 0-8,3 0-48,-1 0-7,-14 0-233,12 0 216,3 0-96,3 0 40,0 0 0,0 0-8,-8 0-152,-2 0 192,10 0-64,3 2-32,3-2 16,-2 0 32,2 0-144,-27 0 144,29 0 64,-1 0-96,4-4-16,-2 4 8,4-3-24,0-1 72,2 0-80,0 1 32,1-1-48,3 0-40,-11 2-16,-20 1 104,34-5-72,1 1 16,-1-1-24,2 1-24,1-1 32,-40 5-32,34-3 64,9-2-64,0 1 24,1-1 0,2 0-40,-25 4 16,-2-1 64,29-3-40,0 1-56,-3-10 88,-3 15-8,-4-5-48,-40 5 56,43-15 16,-1 15-64,-1-15 56,-1 12 8,-3-3-24,-31 2-48,20-7 48,10 8-72,-5-1-32,1 0 96,-4 1 0,-12 0-40,-11 2 80,22-5-16,-7 3-64,1 3 48,-2 0-56,-2 0 16,-21 0-8,20 0-24,0 0-56,-3 0 104,-2 0-8,1 0-8,-10 0-8,3 0 16,-5 2-104,17-1 64,-16 1 8,12 0-8,-14 0 24,-2-2-16,12 2-56,-10 0-32,1 0-8,1 1-56,9-1-72,-15-2 240,3 2-240,1 0-136,2 0 16,-1-1 16,-1 1-72,-2-1 416,-1 0-368,3-1-72,0 0-161,-1 0-15,1 2-104,0-2-88,-4 2-80,3-2-128,-3 0-105,4 0-175,-4 0-136,1 0 1432,2 0-1561,-3 0-111,0 0 56,0 0 287,0 0 401,0 0 928,0 0-536,0 0 312,0 0 112,4 0-3833,-4 0 3945</inkml:trace>
  <inkml:trace contextRef="#ctx0" brushRef="#br0" timeOffset="1147">2757 261 7417,'0'2'112,"3"0"-48,1 3 40,-4 1 88,4-1 64,-3-3-256,2 0 392,-3 4 48,3-1 49,-3 1 47,0-1 8,0 0-544,0-4 552,0 4-80,0 10-40,0-13-8,0 5-40,0 0-32,-1-5-352,-1 4 360,-2 10-64,-2-10 25,1 1 15,-3 8 0,4-12-336,1-1 368,-4 4-48,-8 1-64,11 1 40,-10-1-88,9-2-208,4-4 208,-6 4 8,-8-1-80,10-1 64,-12-1-56,11 0 24,1-1-168,-6 0 160,5-1-112,-1 0 112,-8 0-32,12 0-16,-1 0-112,2 0 176,-13 0-88,12-6-16,-3 3 16,-1-3 8,0 1-32,6 4-64,-6-4 88,0 0-128,-1-10 96,3 11 8,-2-1-7,4-3-57,0-1 128,-2 4-104,-3-12-8,3 2 0,-1 10 64,3-13-80,3 16 64,-4-13 24,0 9-40,2-16-40,0 17-16,1-19 8,0 20 0,0-9 48,1-3-88,0 1 56,0 10 8,0-16 0,0 18-24,0 1 72,0-22 24,3 19 8,1-18-72,0 18 40,0-13-32,-4 17-40,3-4 8,3-12-8,-1 12 32,1-12-40,-1 14 48,1 0-40,3 0 72,-5 0-96,1-3 96,1 1-48,8-1 8,-11 2-32,-2 2 96,14-1-88,-12-1 16,3 0 32,9 4-32,-10-3-8,-2 3-16,9 0 24,-7-4-88,14 4 16,-14 0 96,12 0-56,-14 0 8,-1 0 56,13 0-24,-9 2-40,-1 2 8,14-1 0,-16 3 0,-3-6 32,15 5-80,-11 1 0,10-1-16,-10 1-8,1 1 48,-3-2 24,2 5 0,2-5-48,-1 10 40,1-9-32,-3 12 16,0-14 24,-2-2 8,-1 16-72,4-14 56,-4 10-56,0-6 56,0 10 8,0-15 0,0 9-16,-2-5-16,0 12 32,-2-12 0,-1 9 8,2-8-8,0-1 112,-2-1-48,-3 16-8,1-17 16,1 14-56,0-14-16,5-5 32,-14 8 24,12 6-16,-5-10 32,-6 1 32,8 10-16,5-14-88,-3 2 104,-11 2-112,9 1 48,-1-1 16,-8 1-32,12-5-24,1 0 104,-15 2-72,12-1 0,-3 0 24,-6-2-8,12 0 24,2 0-72,-6 0 40,-1 0-40,0-5 48,1-1-40,-9 1 56,15 2-64,-1 0 96,-3-3-88,-2-8 40,3 10-32,-1-12 16,1 13-32,2 2 40,-2-14-24,-1 11-40,0-12 8,2 10 0,1-14 32,0 17-16,0-9 16,1 7-96,0-19 80,0 19-40,0-16 56,0 18-16,0 1 64,0-17-72,3 14 0,1-15-40,0 16 8,-1-14 16,1 14 16,2-11-16,-3 10 16,3-10-8,-1 11-32,-3 2 48,2-1 8,11-1-88,-15-1 56,5-1 40,1 1-40,-2 2 24,-3 2 40,14-3-48,-11 4-16,1 0-8,10 0 8,-12-3-24,-2 2 48,4-2-64,0 3-80,1 0 72,0 0 16,-1 0 0,-2 1 56,0 0 8,2 1-80,1 1 32,-3 1-16,1 1 0,-1 0 56,-2-4-16,2 4-72,-3 1 96,4-1-48,-4 3 0,0-3 64,0 0-24,0 7-32,0-7-8,0 3 32,0 8 0,0-12 8,0 6 0,0-5 80,-2 0-16,0 12 24,-1-12 0,-1 3 0,0 6-8,4-14-80,-5 6 72,-1 1-40,1 12 56,-1-14 64,-1 2-8,5-3-144,-2 0 192,-3 3-112,0 8 24,-1-11-40,1 1 32,3-1-96,2-2 104,-5-1-72,2 3 24,-1-2-24,0 0 48,1 0-40,-1-1 8,3-1-40,-3 0 40,3 0 24,-1 0 24,2 0-96,0 0 104,-1-5-48,1-1 16,-2 1-80,2 1 24,0-1-16,2 5 40,-3-6-40,1-10-8,0 12 24,2-11-72,0 10 64,0-1-8,0-5 48,-2 6-128,2-10 120,0 9-24,0-10 8,0 12-24,0 2 56,0-14-72,4 12 8,0-12-24,-1 12 40,1-11-8,0 12-40,-1-3-56,1-12 40,0 14-8,-4-11 32,3 15 16,1-5-64,0-10 8,1 15-16,-1-5 48,-1 1 40,-3 4-40,4-4 8,0 1-8,0 3 0,-1-4-16,1 4 16,-3 0 40,2 0-80,0 0-64,1 0 24,0 0 32,-1 0 16,1 0 40,0 0-40,-4 0 24,0 0-8,3 2 24,-3 3 24,0-5 8,0 6-72,0-1-32,0 1 80,0 1-8,0 0 40,0-3-8,0 0 64,0 11-120,0-10 112,0 1-16,0 10 16,0-11-56,0-4 120,0 13-88,-2-8 0,1 10 16,-3-10 16,0 1 0,4-6-64,-3 13 104,-3-10-64,2 3 8,1 8 56,-3-13-32,3 5 40,-1 0-8,2-1-8,-2-1-64,1-1 32,-1 1-64,4-5 48,-2 4 8,-2 2 16,-1-3-16,3-1-32,-3 0-32,3-1 8,0 0 32,0-1-64,0 2 80,0-2 8,1 0 0,-1 0-56,2 0 96,-2 0-56,0-4-32,0 0-56,2 1 32,0-3-16,0 1 40,0-1-24,0 1 56,0-1-16,0-9-16,0 14-8,0-1 56,0-4-136,4 1 24,-4-1 24,4-9 40,-4 13-8,0 1 40,3-5-56,1 1-64,0-1 24,-1 1-40,1-1 8,-3 5 88,2-3-16,0-2-136,1 2 56,0 1 56,-4-1-56,2 2 96,-1 0-8,3 2-8,2 0 32,-3 0-96,1 0 0,0 0-32,1 0-64,1 0 48,-1 0 24,-1 0-16,-1 2 88,-3 0 32,0 0-56,4 3-40,0 1 48,-4 1-80,3-1 104,-3 6 24,0-9-40,0 2 32,0 1-40,0 8 0,0-10 32,-1 3-24,0-5 40,0 4 8,-1 8-128,-2-8 72,2 1 48,-1 10-24,-3-13 56,3 3-152,-1 8-200,0-12-208,-1 5-273,1-3 801,4-5-1112,-2 6-336,-3-1-377,3 1-255,-2-3 232,2-1 463,0 0 545,2 0 456,0-2-3649,0 0 4033</inkml:trace>
  <inkml:trace contextRef="#ctx0" brushRef="#br0" timeOffset="2154">2703 245 7033,'0'0'72,"0"0"-8,0 0-64,0 0 128,0 0 48,0 0 72,4 0 120,-4 0 64,4 1 48,-4 0-480,0 0 545,4 1 15,-4 0 120,3 0 48,1 2-24,-4-2-704,0 1 744,4 1-96,-4 1 1,3 1 39,1-1-8,-4 0-680,0-4 672,4 2-48,-1 12-64,1-11-8,-4 11-48,4-10-39,-4-2-465,3 9 440,1-5-128,0 12 40,-1-12-16,1 13-24,-2-16-312,0-1 368,1 20-80,1-16 16,0 17-24,-1-8-16,1-1-264,-4-15 280,4 18-56,-1-1-32,1 3-16,2-3-16,-3 5-39,-1-14-121,0 6 128,3 8-96,1 0 88,0 0 0,-1 2 8,1 0 24,-1 3-96,1 3-8,-1-3 0,1 5 16,8-1 16,-13-27-80,2 20 40,3 5-48,-1 2 32,10-3-56,-15 3 72,3-14-40,-1-1 64,13 17-48,-11 2 24,1-3-16,1 4 24,-1-6-48,-5-27 40,15 32-24,-11 0 16,1-2-8,1 4 0,10 2 0,-15-28-24,2 16 16,2 10-72,10 0 64,-11-2 40,-1 2 16,3-4 96,9-2-24,-12-2 32,1 1-88,2-3 0,8 3-8,-14-29-72,4 25 32,1 2-24,-1 0 88,2-3-32,-1 1-16,-3-17-48,2 6 152,1 11-120,1 3 120,8-5-80,-10 0-24,-1-4-48,-2-16 96,13 16-104,-14 4 144,6-2-80,0 2 24,-1-2-16,-4-17-64,4 14-24,0 5-8,10 0 8,-15 0 48,5 3 8,-2-12-32,0-4 88,2 13-40,1 0 72,9 2-152,-15 1 16,14 0 16,-14-26-40,0 32-88,15-4 160,-11 2-32,1 1 40,1-5 0,-4-15-40,1 9 16,12 9-40,-11-4 120,1 3-80,1-1 24,-2-9-40,-3-13 120,3 24-104,1-8 88,1 2-16,-1-4-8,-1 0-48,0 0-48,-1-3-48,3 0 40,-2-3 40,-1 1-8,-1-11-8,0-1 64,2 16-56,-1-5-72,1-8 112,-4 10-24,3-12-24,-2-4 48,2 6-8,1-1-104,-4 1 88,4 1-8,-4-1 32,1-5-48,1 3 64,-2 2-136,4-5 16,-4 3 64,0-2-32,0 0 24,0 0 80,0 3-40,0-3 40,0 2-24,0-3-72,0 1 72,0-2-56,0 0-80,0 0-40,0 2 56,4 0-64,-4 0 8,0-1 120,0 0-80,0 1-120,0-1-40,0-1-16,0 0-48,0 0 304,0 0-344,0 0-72,0 2-168,3 0-8,-3 0-80,0-2-129,0 0 801,0 0-840,0 0-232,0 0-96,0 0-105,-1 0-215,-1-2 1488,2 0-1688,-2-1-233,0-3-95,-2 0 264,1-8 527,-1 10 497,4 4 728,-4-4-280,2-1 128,-1-1-3865,3 6 4017</inkml:trace>
  <inkml:trace contextRef="#ctx0" brushRef="#br0" timeOffset="3240">3549 3157 7553,'0'0'336,"0"0"184,0 2 96,4 4 57,-4-4-673,0 1 624,0 3-96,0-1 24,0 3 0,4-1 32,-4 5-584,0-9 664,0-1 24,0 3 1,0 10 23,0-12-16,-2 5-56,1-5-640,0 10 616,-1-7-104,0 9-72,-3-10 16,-1 10-71,1-10-17,-1 10-72,1-9-16,-3 8-64,3-8-40,-2 1-176,7-7 216,-8 15-96,1-10 8,-10 3 32,12-1-8,-10-1-16,13-4-136,-1 1 152,-5 1-96,-8 1 168,10-1-160,-9-2 24,11-2-88,3 0 120,-5 0-200,-8 0 80,8-4 64,-1 0 40,-8 1-16,14 2-88,-3-4 80,-4-9-80,1 8 40,0-11 8,-1 14 16,5-6-64,1 1 104,-4 3-64,1-17 40,-1 5-8,2-1-16,1-1-40,1 5-32,0-8 208,0 3-216,0 1 56,2-1-8,0 15-24,0-6-152,0-5 168,4-2 40,0 3 0,-4 8-40,2-7-16,-1 6 56,3 1-64,2-10 32,-3 10 24,3-10-32,-1 12 16,-4 4-32,4-4 16,0-1-80,1 1 88,-1-1-8,1 1-32,9 0 64,-12 1-88,3 3 32,-1 0 32,10 0-24,-15 0 0,0 0 48,15 0-48,-12 0-120,3 0 136,10 2-64,-12 1 32,11-1 112,-11 2-168,12 1 64,-12 1-8,10 1 0,-11-3 16,-2 0 16,16 3-16,-14 9 0,3-10-24,9 9-24,-12-8 48,-3-7-32,4 17-24,1-12-48,-1 12 104,0-12-16,0 14 16,-1-12 88,-3 11-128,4-10 120,0 8-72,-4-1 24,0-11-32,0-3 72,0 16-88,0-2 152,0-10-136,0 10 56,-2-10-24,2-4-32,-2 4-88,-2 2 64,1-1 48,-3-1 16,0 3 8,5-5-48,-1-1 112,-4 4-104,3-4-80,-3 1 96,1-1-8,0 0-16,4-2 40,-4 4 73,-1-3-81,1-1-24,-1 0 8,0 0-48,1 0 16,-1 0-33,1 0 33,-1-5 48,1-1-56,1 3 24,2 1 65,-3-4-41,-1 1 80,3-10-64,-3 11-8,2-14-24,4 17-8,-5-13-104,-1 9 96,3-17 40,-1 5-32,0 1 40,4 9-40,-1-1 64,-1-9-136,0 3 184,0-1-96,0 0-24,2 4 8,0 8 72,0-14-128,0 11 16,0-12 56,4 3-24,0 10-8,-4 1 16,3-12 64,1 10-120,0-10 24,-1 12 32,1-2-24,-1-2 24,-1 2 24,2 6-32,2-19 64,-1 16-96,1-1 40,-3 0 0,-3 4-24,4 0-64,2 0 136,-1-3-72,1 3 24,-1-4-32,-3 4 32,0 0-64,1 0-8,3 0-41,-2 0 89,1 2 32,-1-1-8,-2 0 0,3 0 72,-1 3-80,1 2-80,-1-1 72,2 2-48,-6-6 64,3 4-56,1 1-24,0 8 32,-1-10 32,-3 3-16,2 1 32,0-1 32,-2-2-56,0 10 128,0-7-136,0 10 40,0-12-8,0-5 64,0 21-168,-2-16 256,0 10-96,-1-8-40,-1 12 48,3-16-64,-4 7-24,2 3-8,-3-6 88,3 10 8,-3-10 25,2 2-89,3-4 144,-5 0-64,1 10 112,-1-10-152,2-1 32,-1 3-32,5-8-40,-4 5-48,-1 1 48,-1 1 64,1-2 0,-1-1-56,4-3-8,0 0 80,-1 1-136,1 0 56,0-2 24,0 0-32,1 0 8,0 0 40,-2 0-32,1-6 40,0 2-8,0-1-24,0-1 16,2 6-32,-2-3-56,1-12-16,-1 11 80,0-10-24,2 10 64,-1-6-48,0 3 72,1-7-64,0-3 208,0 2-216,0 1 8,0 0-8,0 13-8,0-5-232,0-12 280,0 13-72,4-14 32,-4 14 40,3-16-104,1 16 0,-4-13 96,0 14-104,4-2 40,0 1 32,-4-10-72,3 11-64,-3 1 96,4-1 24,-4 0-16,0 4 32,4 0 88,-4 0-176,3-3 48,1 3-24,-4 0 16,2 0 48,0 0 16,-2 0-40,0 0 152,3 0-160,-3 2 8,0-1-40,4 1-168,-4 2 248,0 1-97,4 1 49,-4-1 8,0-2 24,0 2-80,0 0 40,0 1-32,0 1 104,0 1-56,0 1 24,0-4 16,0 1 32,0 1-64,0 8 8,0-10 56,-2 3-40,2-7-8,-2 14 0,0-9-24,0 9 40,-1-10 40,1 12 0,0-15-56,0 1 97,-3 15-105,1-12-16,-2 11 32,1-12 16,2 1-24,2-5 72,-3 7-16,-1-3 56,-1 1-96,1-1 0,1 1 24,3-3-40,-3 10-56,0-11 40,0 4 24,-1-3 8,1-1 8,1-1-24,1 0 72,0 1-64,-2-2 64,2 0-56,0 0-24,-1 0 8,3 0 24,-4 0-48,0 0-24,3-4 88,-1 1-32,0-3-24,1 4 16,0-1 64,-1-12-176,0 9 216,1 1-112,-1-12 32,2 15-24,0 1 112,-2-5-200,2-12 56,-2 12-8,2-14 56,0 14 0,0-14 16,0 15-104,0-14 56,4 14 0,-4-14 24,2 18-8,-1-1 72,3-15-96,-4 12 32,4-10-48,-1 11-16,-3-1 56,0 5-16,4-6-32,-4 1 80,4-1-40,-1 1-48,-3 1 8,1 3 48,2-4-72,1 2-24,-4-1 120,3 4-72,1 0 32,-4-2 16,0 0 40,4 2-96,0 0 184,-1 0-136,-3 0 24,4 0-24,-4 0 8,4 0-128,-4 0 39,3 2 41,-3 0 24,4 0 40,-4-1-16,0 2 16,0 0-56,0 3-48,0-2 64,0-1 24,3 2 0,-2-4 0,-1 1 48,0 1-24,0 3-16,0 1 16,0 0 0,0-5-24,0 4-32,-2 1-32,-2 1 24,0-1 40,1 0 8,1-3-8,0-2 72,-2 5-40,3 8 40,-5-12-15,0 5 15,3-1-72,3-7 72,-6 8-88,1-3-8,1 10 40,0-12 0,-1 3 16,1-1 24,1 1-80,-1 0 136,2-3-88,-2 1 0,3-1-24,1-2 40,-4 0-144,2 5 216,0-4-112,0-2 8,1 0 16,0 0-24,0 0-104,1 0 40,0 0 16,0 0 8,0 0-64,0 0 104,0 0-129,0-4-87,0 0-8,0 1-248,3 3-144,-3 0 616,0 0-824,4 0-280,-4-4-24,4 0-273,-4 4-199,3-3-241,-3 2 1841,0-2-2016,4-1 168,2 4 487,-3-3 489,3-1 432,-3 2 440,-1 0-144,4-1-3929,-6 3 4073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3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3435 0 9458,'0'4'392,"0"1"-32,0 1-56,0 1-56,-2 1-96,-1-1 144,-1 8-16,-2-12 80,1 3 48,4-5-408,-13 13 344,9-9 56,-10 2 8,9 12-32,-8-12-55,11 3-321,0 0 352,-17 7-88,13 1-64,-16-1 72,9 1-40,2-3-232,9-11 264,-15 14 104,-1 2-64,1-1-8,-2 1-16,-2 2-72,16-18-208,-12 10 160,-8 10-16,-2 0-40,1 0 48,-3 2 16,11-11-168,7-4 160,-19 14 56,-4 3 120,-2 1-159,0 1 23,-1 1-200,38-31 168,-41 33-176,3 0 112,-5 2 0,1 0 0,-2 6 8,27-25-112,-10 12 104,-23 16-72,1 0 64,1-2-40,-2 1 136,13-10-192,24-22 256,-36 36-64,-3-1 16,3-1-120,-3 1-24,1 1-16,44-40-48,-38 36-16,-10 7 0,0-1-16,0-1 32,-2 4 24,26-24-24,3-3 192,-29 28 40,0 1-32,4-1 0,-3-3-112,3-3-88,0 1 0,-2 0-32,1-2 8,3 2 48,-1-4 48,39-32-72,-22 18 88,-11 11-88,4-1 8,0-3 8,1 1 64,3-1 56,1-2-16,0 2-48,2-4-40,-1 2 0,1-2 24,33-32-56,-31 29 24,-2 3-24,2 1 0,1-5 24,-1-1 56,19-15-80,-3 3 120,-14 10-56,1 1 8,5-1-48,-3 0-24,5-4 0,18-18 96,-22 19-48,3 1 16,0 0 0,2-2-80,4-1 40,13-17-24,-11 10-16,-2 4-16,1-1 32,-1 1-24,3 1 64,11-10-40,1-2 56,-17 10-64,14-10-56,-9 10-32,10-12 8,0 10 88,4-15-64,-6 5-32,2 10-8,-1-9 8,2-1-72,3 1 64,-1-1-112,0 1-64,2-1 72,0-3-72,0 2 104,0-1-152,4-1-272,-1 0-216,1-2-353,1 0-79,10-5-32,-14 2 1280,4-9-1384,13 8-25,-12-11 41,14 12 176,-15-12 368,6 13 824,-1 0-473,-5-12 249,15 10 120,-14-1-8,10-10-3897,-16 15 4009</inkml:trace>
  <inkml:trace contextRef="#ctx0" brushRef="#br0" timeOffset="546">609 3088 9626,'0'3'592,"-2"3"-80,-4 9-200,-1-10-184,0 10-128,7-15 80,-15 3 40,9 12 80,-12-11 176,3 3 128,1 8 128,7-13-632,-1 1 752,-7 12-31,-1-9 7,1 1-96,-2 8-64,2-12-568,12-3 576,-14 8-104,-3-1-8,0 0-24,2 1-79,-1 6 15,15-12-376,-10 2 352,-6 2-104,1-1 48,1 1 8,-1-1-48,8-3-256,4 0 328,-9 0-104,-3 3-32,4-3-8,-1-2-48,9 0-136,7 0 136,-21 0-40,14 0-40,-11 0 16,10-4 32,-10 1-32,16 1-72,-2 0 128,-10-2-48,8-1 0,-9-10 32,12 9-80,-1-5-32,2 8 112,-3-1-72,-1-12 56,2 12 8,3-15-48,-3 5 40,3 11-96,0-9 40,1-4-16,0-3 0,0 1 0,0-2 0,3 9-24,0 1 56,2-10 9,10-2 15,-11-4-24,10 1 24,-9 2-80,-4 20 32,19-23-32,-14 0-32,16-1-16,-8-3 48,1 3-128,-11 18 128,7-14-161,-6-6-119,17 1-176,-16-1-96,12 1-160,-12 3-200,14-1-240,-15 0-249,14 2-319,-14-1-377,10 1 17,-14 22 2080,2-17-1656,2-1 487,1 4 641,8 1-1440,-14 9-2121,0 6 4089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3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7385,'0'0'1096,"0"0"233,0 0-1329,0 0 1376,4 0-304,1 0-296,-1 0-80,-1 0-31,1 0 39,-4 0-704,0 0 800,0 0-80,4 0 112,-4 2-160,0 0-39,3-2-9,-3 2-192,4 2 168,-4-1-216,4 3-24,-4-1-40,0-4-320,0 6 168,0 0 56,0 8 32,0-10 0,0 12 8,0-13-264,0-1 304,0 17-56,0-5-176,0 2 161,0-1-9,0 1-224,0-15 208,0 16 168,-2 6-96,0-4-56,0 2 0,0 2 40,2-18-264,0 8 208,0 10-96,0 2 208,-1-2-176,1 3-64,0-7-80,0-10 232,0 19-240,0 4 88,0-1 8,0 3-8,0 3 24,0-36-104,0 33 128,0 4-72,0 3 0,0 0-8,0 4-8,3 0 8,-3 2-56,4 3 40,0 3-40,-4 1 32,3-8-24,-3-37 48,4 47-64,0 2 72,1-2-32,-1 0-16,1-2 8,-4-42-16,2 29-16,1 13-48,1-1 32,-1-1 32,0 0-32,-2-21 32,-1-12 56,3 28-40,0 1-64,-1-5 88,1-3-24,-4 1 16,0-5 8,0 0-80,0-1 40,0-1-8,0 0 16,0-22-8,0 7 32,0 12-88,0-3-8,0 2 64,0 4-24,0-8 24,0-19 40,0 27 8,-2 0-40,0-2 16,-1-2 0,1 1-32,2-27 8,-2 19 8,0 4-80,2-1 88,0 1 24,-2-2-32,2-13-8,0-2 72,0 12-80,0 1-32,0-2 16,0 0 48,0-2-24,0-17 40,4 17-24,-4 0-48,4-2 16,-1 1-48,1 1 56,-3-15 8,2 8 16,0 4-96,1-2 48,0-1 24,1-6-40,-2 4 48,-2-6 0,3 0-32,1 10-48,1-10 8,-1 1 32,-1 8-16,-4-14 56,5 0-24,1 4-56,-2 1 0,-1 1-8,1-2-32,-2-2 120,0 0-88,1 3-56,1-1 48,0-1-40,-1-1-32,0 0 168,-2-2-200,-1 1-64,0 2-8,0-3-40,4 1-48,-4 0-88,0-2 448,0 0-545,0 0-167,0 0-40,0 0-24,0 0-56,0 0 4449,0 0-8066,-2-4 3512,0 1-159,0-1-112,-2 0-112,3-1 1320,1 5-1433,-4-15-47,0 11-80,2-1 103,1-10 337,-1 12 344,1-3 776,0-3-344,-1 3 192,2-10 16,0 10-3777,0 6 3913</inkml:trace>
  <inkml:trace contextRef="#ctx0" brushRef="#br0" timeOffset="528">687 2586 12146,'0'5'2393,"5"3"-1177,-1 12-664,-1-13-328,-3 14-160,0-18-64,0 8 80,0 4-104,-1 0 112,-3-1 208,-2-6 144,3 4-440,1-4 608,-4-3 57,1 16-113,-1-14-56,1 10-48,-10-3-120,15-13-328,-4 6 320,-3 13-96,-8-15-56,10 14 64,-10-12-80,13-1-152,-1 3 216,-14-4-64,10 10-40,-12-9 0,5 1 8,7 7-120,6-11 200,-19 2-72,5 1 16,1 1-8,-3-2-40,2 1 32,12-5-128,-8 2 88,-6 0-88,0-1 16,1 0 0,-1 0 16,7-2-32,4 0 89,-11 0-57,1 0-32,-3-4 8,1 0 24,1-1 16,17 5-48,-16-6 48,-1 1-40,1-10-40,-1 12-16,1-3 56,10-1-8,-3-4-8,-8 5-88,10-10-33,-13 10-143,5-12-120,10 7 392,3 7-496,-17-13-224,5-1-256,6 1-216,-10-1-305,12-4-375,5 19 1872,-5-14-2193,-9-7-287,12 2 343,-3-2 593,2-4 632,4 14 912,-1 1-4081,1 13 4081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3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6745,'3'4'1184,"3"1"208,-1-1-1392,7 7 1289,-9-8-313,12 3-224,-10-1-144,12 1-104,-13-1-504,-2-3 416,12 4-63,-10 1-129,12 8 56,-12-11-24,11 1-24,-15-4-232,5 5 288,10 9-184,-11-11 16,10 3-56,-10 1-16,3-5-48,1 1 56,-4 11-72,12-10 88,-12 3-88,14 6-16,-13-11 32,-4-2 24,15 4-96,-1 10 128,-10-9-56,16 1-32,-7 10 8,-12-16 24,2 3-88,18 2 8,-7 8 96,-1-8 16,-8 1-24,10 5-8,-6-5 88,6-2-80,1 12-32,1-12 88,1 12-32,-1-10 24,-18-7-56,20 18 112,-1-10-16,3 10 80,-2-3 40,4 0 32,-16-13-248,6 3 264,8 15-56,2-3 24,0-3-8,1 1 0,-5-4-224,-14-7 280,20 3 8,0 15 17,-1-7-41,1 2 8,2-1-32,-24-15-240,19 5 184,5 17 0,-1-5-16,1 0 0,1 1-40,-12-9-128,-4-2 168,14 9-56,1 5-80,0-4 56,3 4-48,-4-2-40,-25-18 8,28 17 72,1 3-120,-2-2 64,3 2 16,-1 0-16,-21-15-24,11 8 88,10 7-96,3 2 8,-1-2 24,0 2 0,-11-10-24,-11-8 96,20 16-24,2 0 0,-2 2-40,3-2-8,-3 0-8,-29-20-16,29 18 0,2 3-32,-2-1 56,2 0 24,0-2-16,-18-9-32,2 2 72,18 9-72,-2 5 0,0-4 8,2 0 0,-6-4-8,-23-16 8,31 16 16,-3 1-56,1 0 64,-1 2 8,-1-1 0,-26-17-40,19 14 56,7 2-88,2 2 32,0 2 0,0-2 32,-14-9-32,-7-4 48,20 13-8,1-2-56,0 4 24,0-2 8,1 0-16,-35-22 0,38 24 32,-3-2-56,1 0 72,-2 0 16,-2 1 64,-19-14-128,9 5 168,10 9-120,2-1 32,0 0-24,0 2-40,-11-7-16,-15-11 104,26 18-40,-4-3-48,6 1 56,-2 0 16,0-2 8,-30-17-96,29 16 144,-1-1-96,2 3 40,0-3 8,-1 2 1,-17-9-97,-2-2 152,18 12-80,-4-1-24,2-2-16,1 1 0,-3-4-32,-27-14 16,29 16 0,-1-1 0,1 1 32,-2-1 0,3 1-16,-3-2 0,0-1-104,1 1 16,1 0 96,-1 0-32,-11-5-8,-11-6 80,20 13-16,-1-1-64,-1-1 0,0 0 16,0-1 0,1 1 8,-3-7-64,2 10 48,-2-3-8,1-1 8,1 1 40,-2-8-80,0 14 0,2-14 64,-4 13 16,-2-14-48,-16-4 56,20 18 16,0-13-120,-1 10 112,1-10-8,0 10 16,-18-16-72,12 5 120,4 12-144,2-10 104,-4 8 24,2-10-32,-10 2-72,-3-2 152,11 0-88,0 11-32,-2-10 24,1 9-8,-3-10-48,-16-6 48,17 15-40,-1-10-48,-1 1-16,2 8 40,-3-10 32,-8 3-16,14 1-72,-14-1-56,14 1-8,-15-1-32,8-3 168,-9-3-144,0 5-104,10-1-144,-10 1 15,2-1-55,8-1-24,-12-3 456,-4 4-472,8-3-208,-1 1-48,1 1-88,-1 0-128,-3-3 944,0 1-1081,4 0-207,-3 2-256,1-1-97,0 1-87,-1-1 1728,-3-2-1872,4 1 239,-4-1 361,5 1 472,-1 0 464,2 0-3625,-5-2 3961,-2 0 0</inkml:trace>
  <inkml:trace contextRef="#ctx0" brushRef="#br0" timeOffset="751">4664 2327 7409,'0'0'1272,"4"0"-47,-1 0 63,0 0-1288,-2 0 952,3 0-232,-1 0-192,-3 0-32,4 2 33,0 0-1,-4-2-528,0 3 584,5 1-104,-1 0-24,0 3-8,-1-1-48,-1-3-400,0 1 432,4 11-32,-3-12-88,3 12 17,-1-9 55,0 7-384,-4-12 376,4 7 64,10 10-56,-15-1-48,6-10-8,8 15-80,-13-17-248,2 7 272,2 4-64,12 2 0,-13 1 48,1-4 8,6-3-264,-5-6 264,-3 12-24,14 1-56,-13-1 24,10 0 25,-8-1-1,-6-16-232,5 15 192,12 2-88,-13-1 32,12 1-56,-10 0 64,0-10-144,2 3 168,-2 7-160,10-1 0,-12-3 8,11 3-24,-12-2 8,-2-12 56,4 14 40,10 1-88,-15-1 0,5 3 64,1-3-64,-5-14-8,3 12 64,0 1-104,0-1-16,-1 4 80,1-3-32,-4-5 8,0-3 80,0 10-32,0-3-56,0-1-8,0 1-24,-4-1 40,4-13-16,-5 13 16,-1-6-40,1 10 64,-3-12 0,-6 10-72,12-14 48,-2 2 40,-14 3-120,12-1 48,-14 1 48,5 0 0,3-3-16,8-2 64,-13 5-64,1-1-32,-3-1 8,1 1 24,0-3-8,16-2 8,-17 0 8,1 1-112,-2 0 72,1 0 16,1-2 16,9 0 0,1 0 32,-12 0-24,2 0-32,-1 0 8,1 0 16,3 0 0,13 0-144,-14-4-88,-1-1-152,3 1-96,-1 0-121,8 1-103,1 2 704,-9-2-848,8-1-184,-11-1-112,12 1-177,-12-1-239,12-1-208,-9 2-257,12-1-103,-5-1 439,3 1 497,-1-1 536,6 6 656,-5-5-4065,5 5 4065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49.93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804 629 5441,'-2'0'584,"-1"-4"376,-3 1 264,2 3 113,3-4-329,-3 4-384,2-4-264,-2 1-184,1-3-104,3 6-72,-4-15 40,-2 12-72,1-3 32,-1-8 0,-1 10-16,0-5 16,-1-1 64,3 5-48,-3-13 24,-8 12 48,10-14-32,-7 8-56,10 9 104,-3-15-48,-8 1-24,8 1-8,-10-3-24,10 3 32,1 11-32,-8-7 24,5-8-72,-12 2 32,13-1 0,-14-3 0,11 10 16,6 6 32,-11-13-16,0 5 40,1-3-56,-1 1-40,0-3-88,15 18 128,-14-16-232,-3 2-88,10 0-40,-14 1-16,14-1-112,-10 9-48,10-12-129,-9 14-79,10-10-32,-11 8 64,13-5 712,3 7-568,-16 1 176,12-3 184,-10 1 144,10-1 48,-1 1-16,5 2 32,-5-9-32,-2 8-40,1 1 8,0-1 48,1 4-8,3-2 24,1 0 8,-6 2-24,3 0-1361,1 0-2391,4 0 3768</inkml:trace>
  <inkml:trace contextRef="#ctx0" brushRef="#br0" timeOffset="521">742 605 5289,'-2'2'152,"0"2"168,-2-1 256,0-1 216,3 0 152,-3 0-72,4-2-872,-2 2 737,-2 0-193,3-1-96,-3 1 0,-2 0-32,3-2-416,1 0 480,-5 0 8,-1 0-64,1 0 32,-10 0-32,12-4-23,4 4-401,-13-3 408,7-3-88,-12 1 72,12-12-56,-15 13-8,15-2-328,-3-2 336,-6 4-144,-3-11 8,1 10 24,0-12-32,1 13-192,13 3 200,-16-21-40,0 16-80,-2-16 8,2 17 8,-2-17-56,17 18-40,-12-9 48,-6-2-64,1 1-24,2 8 56,0-12 32,8 14-48,4 2 56,-11-18 0,1 5-88,1 1-208,1 8-104,0-10 344,15 15-512,-15-2-136,1-3-72,-2-8-136,3 14-129,6-6-159,1 4 1144,-6-1-1376,6-1-320,-12 0 135,12 0 329,-8 4 440,11 0 792,3 0-256,-14 0 144,11 0-2377,4 0 2489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53.28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1058 451 4608,'-6'0'1081,"-8"0"-577,6-4 80,-8 4 16,10-3-184,2 2-416,-8-2 192,6-3-136,-11 1-64,10-1 0,-13 1-8,8 1 16,7 2 8,-11-3 16,-4-10-32,-1 11-8,1-10 8,-2 10-8,20 4 16,-18-16 0,-2 10 0,0-10 40,2 10 32,1-11 40,9 16-112,0-1 128,-10-15-16,3 14 56,-1-16-96,1 4-32,3 2-40,12 12 16,-15-16-104,2 2 8,-1 10 0,1-13-24,1 12-64,10 1 168,-9-12-176,6 0-112,-14 1-64,14-1-56,-11 3-88,13 4 496,2 5-432,-15-10 72,12 0 168,-12 10 96,12-12 48,-10 12-8,16 4 56,-6-13-112,-8 11-3729,14 3 3841</inkml:trace>
  <inkml:trace contextRef="#ctx0" brushRef="#br0" timeOffset="346">927 547 5801,'-3'0'672,"-5"0"176,-8 0 104,8 0-160,-8-4-279,8 4-217,-12 0-136,15-6-120,-15 3-40,18 3 0,-19-6 16,3-10 8,-4 16 24,-2-6 56,4-10 80,14 16-184,-10 0 280,-6-15 80,1 11 88,1-1 16,-2-12-16,8 17-448,6 0 440,-14-5-120,0-16 8,0 18-192,2-3-32,-1-10-8,20 16-96,-18 0-48,1-15 56,-1 11-8,1 1 24,-2-3-8,1 1 40,1-1-88,-2-10 8,1 16-72,1-6-88,2 2 184,12 3-256,-13-5-192,-1 2-104,-1-1-104,1-1-112,0 1-112,15 4 880,-11-4-1001,-1 2-111,1-1 32,-1 0 264,-2-1 280,3 1 304,-1 0 208,8 1-24,-10-1-16,12 4-3713,5 0 3777</inkml:trace>
  <inkml:trace contextRef="#ctx0" brushRef="#br0" timeOffset="781">942 648 5697,'-6'0'648,"-8"0"184,8 0 104,-12-4-208,13 4-728,2 0 472,-15-4-223,3 1-89,-3 3-104,1-4-24,-5 0-16,20 4-16,-18-3-24,-5-1 16,-3 0 64,0-1 104,-1-1 32,14 4-192,1 1 312,-16-5 0,-1 2 0,0 1-56,-1-3-56,5 3-200,23 3 144,-27-4-80,1 0 24,1 1-8,-2-1-24,1 4-24,22 0-32,-13 0-16,-10-4-136,3 4-144,-1-3-192,1 3-344,10 0 832,8 0-1105,-17 0-223,-1 0 168,3 0 320,-3 0 368,2 0 352,25 0 120,-24 0-3857,25 0 3857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52.11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3 406 5841,'0'0'88,"0"0"0,-2 0 72,2 0 16,0-3 120,0 3 128,0 0-424,0 0 456,0-4 96,0 0 40,0 1 56,4 3 49,-1-4 55,1-1 32,0 1 16,-1 0-16,3-1-16,-1-1-39,-5 6-729,15-15 632,-11 12-8,12-3-88,-10-10-32,12 12-80,-16 2-424,2-2 376,16-1-80,-5-10-64,-10 12 16,17-3-64,-9 2-184,-9 3 201,12-14-57,3 11 104,1-11-224,0 12 16,0-3-24,-17 4-16,15-12-112,4 10 104,2-1 24,0-12-56,-1 13-72,-8 1 112,-2 1-128,13-17-153,3 14-39,-1-12-64,-2 12-72,-1-9 456,-23 13-488,26-3-64,-3-1-40,1-12 16,0 12-24,-2-10-56,-18 14 656,10-3-737,6-11-135,-2 11-88,0-1-80,1-12-89,-9 15 1129,-6 0-1184,12-3 192,-1-12 232,0 17 328,-12-3 320,12-1 24,-17 4 88,5 0-2233,-5 0 2233</inkml:trace>
  <inkml:trace contextRef="#ctx0" brushRef="#br0" timeOffset="506">78 436 6881,'4'0'2168,"11"0"-23,-10 0-49,14 0-687,-14 2-593,19 0-368,-19-2-448,6 1 272,4 1-256,-9 0 0,16 0-16,-17-2 56,19 0 72,-9 0 24,1 0 80,3 0-8,-1-4 8,1 4-32,-17 0-200,14 0 152,6 0-40,-2 0 16,2 0-24,2 0-96,-12 0-8,0 0 8,14 0-64,0 0 96,-2 0-184,1 0-64,-1 0 208,-20 0-288,22 0-240,1 0 72,-1 0-56,2 0-96,-3 0-104,-18 0 712,12 0-841,5 0-231,0 0-200,-2 0-144,-2 0-65,-8 0 1481,-5 0-1136,11 0 328,-2 2 376,3 0 296,1 0-3825,-20-2 3961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49:50.96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0 771 6521,'0'0'1048,"4"-3"280,-1-1-1328,-1 2 1489,4-2-385,9 1-408,-15-1-280,5-1-176,9-1-240,-13 6 112,3-15-24,10 12-32,-10-12 80,11 9 48,-12-14 96,3 15-280,3-4 353,-5-6-81,12-2 64,-10-1-56,12-1-72,-14 6-208,-2 8 216,16-15-160,-12 1 72,12-1-72,-13 0-32,18-2 56,-23 19-80,5-18-48,15-3 16,-14 2 56,14-4 8,-14 2-8,6 12-24,-1 1 56,4-15-88,2 0-56,-12 2-64,17 0-56,-17 5 208,-4 16-264,19-17-112,-14-2-88,10 0-81,-10 2-79,10 1-96,-14 14 720,2-8-768,10-4-136,-10 1-32,11 1 15,-12 10-39,1-5 960,-2 5-752,13 1 184,-12-1 224,3-1 224,-1 1 40,1 1 24,-6 4 56,15 0-80,-15 0-3817,0 0 3897</inkml:trace>
  <inkml:trace contextRef="#ctx0" brushRef="#br0" timeOffset="705">46 749 6937,'0'0'1208,"0"-3"249,6-1-105,-4 2-1352,1-2 936,12 1-360,-11-1-216,12 0-184,-12 1-64,7-2-112,-7 4 136,-1-4-24,14-1 208,-12 2 89,14-10 71,-14 10 88,15-12-32,-5 12-48,2-2-56,1-8-8,0 8-40,-6-3-384,-5 3 352,11 3-40,2-12-120,3 11-96,-3-10-32,1 10-64,-20 4 32,21-15-32,0 10-32,0-10-16,0 9-56,2-8-32,-15 12 136,6 0-160,9-14-112,0 10-8,-2-12-80,0 12-96,-6-5 456,-10 7-472,16 1-128,-2-12-32,0 11-56,-3-10-105,0 10-47,-16 4 840,3-6-936,18 1-72,-16 1-48,12 4-25,-12-3 81,1 3 1000,0 0-712,-3 0 248,1 0 272,1 0 128,-1 1-8,1 5-496,-6-1-3337,0-5 3905</inkml:trace>
  <inkml:trace contextRef="#ctx0" brushRef="#br0" timeOffset="706">54 727 7865,'14'0'1993,"-8"0"263,20 0-392,-6 0-759,-2 0-497,4 0-256,0 0-176,0 0-72,2 0-88,0 0 0,0 0-24,-23 0 8,22 0-64,-1-3 32,4 3 32,-1-4 32,1 0-8,-14 3-24,4-1 32,11-2-160,3 0-24,-1 0-40,1 1-48,-5-2 240,-19 4-240,23-2-104,1 3-56,-3-4-96,1 0-57,-2 1-103,-21 3 656,15 0-816,2-4-136,-1 4-96,-1 0-9,-2-4 17,-7 4 1040,-3 0-848,8 0 256,-1 0 208,0 0 224,-10 0 72,15 2 88,-18-2-128,4 2-3793,-6-2 3921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27.90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804 629 5441,'-2'0'584,"-1"-4"376,-3 1 264,2 3 113,3-4-329,-3 4-384,2-4-264,-2 1-184,1-3-104,3 6-72,-4-15 40,-2 12-72,1-3 32,-1-8 0,-1 10-16,0-5 16,-1-1 64,3 5-48,-3-13 24,-8 12 48,10-14-32,-7 8-56,10 9 104,-3-15-48,-8 1-24,8 1-8,-10-3-24,10 3 32,1 11-32,-8-7 24,5-8-72,-12 2 32,13-1 0,-14-3 0,11 10 16,6 6 32,-11-13-16,0 5 40,1-3-56,-1 1-40,0-3-88,15 18 128,-14-16-232,-3 2-88,10 0-40,-14 1-16,14-1-112,-10 9-48,10-12-129,-9 14-79,10-10-32,-11 8 64,13-5 712,3 7-568,-16 1 176,12-3 184,-10 1 144,10-1 48,-1 1-16,5 2 32,-5-9-32,-2 8-40,1 1 8,0-1 48,1 4-8,3-2 24,1 0 8,-6 2-24,3 0-1361,1 0-2391,4 0 3768</inkml:trace>
  <inkml:trace contextRef="#ctx0" brushRef="#br0" timeOffset="1">742 605 5289,'-2'2'152,"0"2"168,-2-1 256,0-1 216,3 0 152,-3 0-72,4-2-872,-2 2 737,-2 0-193,3-1-96,-3 1 0,-2 0-32,3-2-416,1 0 480,-5 0 8,-1 0-64,1 0 32,-10 0-32,12-4-23,4 4-401,-13-3 408,7-3-88,-12 1 72,12-12-56,-15 13-8,15-2-328,-3-2 336,-6 4-144,-3-11 8,1 10 24,0-12-32,1 13-192,13 3 200,-16-21-40,0 16-80,-2-16 8,2 17 8,-2-17-56,17 18-40,-12-9 48,-6-2-64,1 1-24,2 8 56,0-12 32,8 14-48,4 2 56,-11-18 0,1 5-88,1 1-208,1 8-104,0-10 344,15 15-512,-15-2-136,1-3-72,-2-8-136,3 14-129,6-6-159,1 4 1144,-6-1-1376,6-1-320,-12 0 135,12 0 329,-8 4 440,11 0 792,3 0-256,-14 0 144,11 0-2377,4 0 2489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27.91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1058 451 4608,'-6'0'1081,"-8"0"-577,6-4 80,-8 4 16,10-3-184,2 2-416,-8-2 192,6-3-136,-11 1-64,10-1 0,-13 1-8,8 1 16,7 2 8,-11-3 16,-4-10-32,-1 11-8,1-10 8,-2 10-8,20 4 16,-18-16 0,-2 10 0,0-10 40,2 10 32,1-11 40,9 16-112,0-1 128,-10-15-16,3 14 56,-1-16-96,1 4-32,3 2-40,12 12 16,-15-16-104,2 2 8,-1 10 0,1-13-24,1 12-64,10 1 168,-9-12-176,6 0-112,-14 1-64,14-1-56,-11 3-88,13 4 496,2 5-432,-15-10 72,12 0 168,-12 10 96,12-12 48,-10 12-8,16 4 56,-6-13-112,-8 11-3729,14 3 3841</inkml:trace>
  <inkml:trace contextRef="#ctx0" brushRef="#br0" timeOffset="1">927 547 5801,'-3'0'672,"-5"0"176,-8 0 104,8 0-160,-8-4-279,8 4-217,-12 0-136,15-6-120,-15 3-40,18 3 0,-19-6 16,3-10 8,-4 16 24,-2-6 56,4-10 80,14 16-184,-10 0 280,-6-15 80,1 11 88,1-1 16,-2-12-16,8 17-448,6 0 440,-14-5-120,0-16 8,0 18-192,2-3-32,-1-10-8,20 16-96,-18 0-48,1-15 56,-1 11-8,1 1 24,-2-3-8,1 1 40,1-1-88,-2-10 8,1 16-72,1-6-88,2 2 184,12 3-256,-13-5-192,-1 2-104,-1-1-104,1-1-112,0 1-112,15 4 880,-11-4-1001,-1 2-111,1-1 32,-1 0 264,-2-1 280,3 1 304,-1 0 208,8 1-24,-10-1-16,12 4-3713,5 0 3777</inkml:trace>
  <inkml:trace contextRef="#ctx0" brushRef="#br0" timeOffset="2">942 648 5697,'-6'0'648,"-8"0"184,8 0 104,-12-4-208,13 4-728,2 0 472,-15-4-223,3 1-89,-3 3-104,1-4-24,-5 0-16,20 4-16,-18-3-24,-5-1 16,-3 0 64,0-1 104,-1-1 32,14 4-192,1 1 312,-16-5 0,-1 2 0,0 1-56,-1-3-56,5 3-200,23 3 144,-27-4-80,1 0 24,1 1-8,-2-1-24,1 4-24,22 0-32,-13 0-16,-10-4-136,3 4-144,-1-3-192,1 3-344,10 0 832,8 0-1105,-17 0-223,-1 0 168,3 0 320,-3 0 368,2 0 352,25 0 120,-24 0-3857,25 0 3857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27.91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3 406 5841,'0'0'88,"0"0"0,-2 0 72,2 0 16,0-3 120,0 3 128,0 0-424,0 0 456,0-4 96,0 0 40,0 1 56,4 3 49,-1-4 55,1-1 32,0 1 16,-1 0-16,3-1-16,-1-1-39,-5 6-729,15-15 632,-11 12-8,12-3-88,-10-10-32,12 12-80,-16 2-424,2-2 376,16-1-80,-5-10-64,-10 12 16,17-3-64,-9 2-184,-9 3 201,12-14-57,3 11 104,1-11-224,0 12 16,0-3-24,-17 4-16,15-12-112,4 10 104,2-1 24,0-12-56,-1 13-72,-8 1 112,-2 1-128,13-17-153,3 14-39,-1-12-64,-2 12-72,-1-9 456,-23 13-488,26-3-64,-3-1-40,1-12 16,0 12-24,-2-10-56,-18 14 656,10-3-737,6-11-135,-2 11-88,0-1-80,1-12-89,-9 15 1129,-6 0-1184,12-3 192,-1-12 232,0 17 328,-12-3 320,12-1 24,-17 4 88,5 0-2233,-5 0 2233</inkml:trace>
  <inkml:trace contextRef="#ctx0" brushRef="#br0" timeOffset="1">78 436 6881,'4'0'2168,"11"0"-23,-10 0-49,14 0-687,-14 2-593,19 0-368,-19-2-448,6 1 272,4 1-256,-9 0 0,16 0-16,-17-2 56,19 0 72,-9 0 24,1 0 80,3 0-8,-1-4 8,1 4-32,-17 0-200,14 0 152,6 0-40,-2 0 16,2 0-24,2 0-96,-12 0-8,0 0 8,14 0-64,0 0 96,-2 0-184,1 0-64,-1 0 208,-20 0-288,22 0-240,1 0 72,-1 0-56,2 0-96,-3 0-104,-18 0 712,12 0-841,5 0-231,0 0-200,-2 0-144,-2 0-65,-8 0 1481,-5 0-1136,11 0 328,-2 2 376,3 0 296,1 0-3825,-20-2 3961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27.91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0 771 6521,'0'0'1048,"4"-3"280,-1-1-1328,-1 2 1489,4-2-385,9 1-408,-15-1-280,5-1-176,9-1-240,-13 6 112,3-15-24,10 12-32,-10-12 80,11 9 48,-12-14 96,3 15-280,3-4 353,-5-6-81,12-2 64,-10-1-56,12-1-72,-14 6-208,-2 8 216,16-15-160,-12 1 72,12-1-72,-13 0-32,18-2 56,-23 19-80,5-18-48,15-3 16,-14 2 56,14-4 8,-14 2-8,6 12-24,-1 1 56,4-15-88,2 0-56,-12 2-64,17 0-56,-17 5 208,-4 16-264,19-17-112,-14-2-88,10 0-81,-10 2-79,10 1-96,-14 14 720,2-8-768,10-4-136,-10 1-32,11 1 15,-12 10-39,1-5 960,-2 5-752,13 1 184,-12-1 224,3-1 224,-1 1 40,1 1 24,-6 4 56,15 0-80,-15 0-3817,0 0 3897</inkml:trace>
  <inkml:trace contextRef="#ctx0" brushRef="#br0" timeOffset="1">46 749 6937,'0'0'1208,"0"-3"249,6-1-105,-4 2-1352,1-2 936,12 1-360,-11-1-216,12 0-184,-12 1-64,7-2-112,-7 4 136,-1-4-24,14-1 208,-12 2 89,14-10 71,-14 10 88,15-12-32,-5 12-48,2-2-56,1-8-8,0 8-40,-6-3-384,-5 3 352,11 3-40,2-12-120,3 11-96,-3-10-32,1 10-64,-20 4 32,21-15-32,0 10-32,0-10-16,0 9-56,2-8-32,-15 12 136,6 0-160,9-14-112,0 10-8,-2-12-80,0 12-96,-6-5 456,-10 7-472,16 1-128,-2-12-32,0 11-56,-3-10-105,0 10-47,-16 4 840,3-6-936,18 1-72,-16 1-48,12 4-25,-12-3 81,1 3 1000,0 0-712,-3 0 248,1 0 272,1 0 128,-1 1-8,1 5-496,-6-1-3337,0-5 3905</inkml:trace>
  <inkml:trace contextRef="#ctx0" brushRef="#br0" timeOffset="2">54 727 7865,'14'0'1993,"-8"0"263,20 0-392,-6 0-759,-2 0-497,4 0-256,0 0-176,0 0-72,2 0-88,0 0 0,0 0-24,-23 0 8,22 0-64,-1-3 32,4 3 32,-1-4 32,1 0-8,-14 3-24,4-1 32,11-2-160,3 0-24,-1 0-40,1 1-48,-5-2 240,-19 4-240,23-2-104,1 3-56,-3-4-96,1 0-57,-2 1-103,-21 3 656,15 0-816,2-4-136,-1 4-96,-1 0-9,-2-4 17,-7 4 1040,-3 0-848,8 0 256,-1 0 208,0 0 224,-10 0 72,15 2 88,-18-2-128,4 2-3793,-6-2 3921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2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3018 6697,'0'6'536,"-1"-2"-536,0-3 776,1 7 128,-2-3 105,2 1-217,0 9-72,0-14-40,0 0-680,-1 15 552,-1-11 40,0 1-16,0 9-55,0-13-57,0 3 24,-3 10-80,1-13 0,1 3 0,-1 1-88,-1-2-320,4-3 352,-4 7-88,1-3-8,-1 2-48,-1-1-8,1-1-24,3-3-176,-2 4 176,-3 1-48,1-1-32,-1-1 41,-1 1-49,4-4-88,1-1 120,-12 1-32,12 4-16,-3-3-64,-1-1 40,-1-2-24,8 0-24,-14 0 0,8 0-16,1 0 24,-10 0 32,13-3-24,-3 3 64,-1-4-80,1-11 184,-1 15-128,1-5-16,1 1-40,2 2 80,-3-2-184,-1-1 208,1-10-104,1 12 16,2-3 0,2 6-16,-4-5-64,3-10 72,-1 11 32,0-1-24,0-10 48,2 13-64,0 0 144,0-3-88,0-12 0,0 13-8,0-1-40,0-9-8,0 13 64,0-2-8,4-3-40,-4-9 24,3 12-40,1-3 48,-4-10 0,4 12-72,-1-2 64,1-8-16,0 10 0,-2 0-24,-1 3 72,5-14-80,-2 9 8,-1-8 16,3 10 8,-3-2 24,-2 6-48,2-3 24,3-3-80,-1 1 32,1-10 24,8 15 24,-14-3-24,0 0 88,4-2-48,2-1 120,-1 1-152,1-1 8,-2 2-16,-3 3 24,5-3-128,8 4 96,-10-4 56,0 1 16,10-1 8,-14 3-72,0-2 120,6 0-152,-1 3 24,10 0 8,-15-4-24,9 4 24,-3 0 80,-2 0-24,-1 0 8,3 0 16,9 0-32,-12 0 24,-3 0-72,6 0 40,-1 0-56,10 2 24,-11 2-32,-1-1 32,-1-1-8,2 2 64,1 1-40,10 1 144,-15-1-160,6 1-16,-2-2 8,-3-3 48,5 5-152,-3 1 280,-3 1-144,4 6-56,0-10 16,-4-3 8,0 4-192,0 2 136,0 8 72,0-10-32,0 2 24,-1 1-8,0-1 16,-1-1-32,-2-1-32,1 12 40,-1-12 64,-2 12-24,1-12 64,-1 12-32,3-12-16,-3 12-8,2-12 32,3 1-72,-3 5 72,-2-4-56,1 8 168,-1-9-96,1 1 0,-5 3-88,5-5 128,2 0-96,-3 1 144,-1-1-128,-1 3-8,-6-3-24,12-4-16,0 4-64,-4 0 48,-8-1 64,10 1-24,-3-3-16,0 0-8,-1 0 64,2 2-40,1-3 64,-10 1-80,11-2 0,0 0-8,3 0 16,-16-3-88,16 3 112,-7-4 16,1 0-24,1 0 24,5 1-56,-3-8 8,-2 11-40,1-6 0,1 1 72,0-1-24,2-3-16,1 4 48,-5 1 8,3-15-24,1 16-16,-2-12 8,2 12-24,2 2 33,-2-4-82,2-14 122,0 14-65,0-15-16,0 14 72,0-1-64,0-4-16,4 5-8,-4-10 104,4 10-88,-1-14 8,0 16 0,-2 3 64,5-22-120,-3 18 184,3-13-128,-1 12-8,1-11-24,-5 17 32,3-3-104,11-3 32,-11-10 56,-1 12 32,1-1-56,-1-3 40,0 1 72,2 7-32,10-4-40,-15-1 32,5-1-16,12 2-32,-13 1 24,1-3-16,1 3 24,8 3 24,-10-4-8,-2 4-32,2 0 56,1 0-80,10 0 56,-12 0-40,3 2-32,-1 0 112,1 3-96,0-1 160,-1 1-96,1 1-40,-1-1 32,-5-4-32,6 6-144,-3 0 64,1 10 32,-4-12 0,4 2 16,-4 0 32,0 1 40,0-2-56,0 14 16,0-15 32,0 12-48,0-13 16,0-3 40,0 7-72,0 8-24,-2-10 64,0 10-24,-2-10 40,3-2-24,-1 9 16,-2-8-64,0 1 56,-1 10-8,1-10 64,1 3-64,1-4 72,-4 1-64,0-1 72,1 3-40,-1 6-16,1-12-24,5-2 32,-6 8-40,1-1-16,-1-2 72,1 1 16,-1 0-48,4-5-16,-1 1 32,-3 0-72,1-2 176,-1 2-144,3-2 16,0 1-8,2 0 40,-3-1-192,1 0 152,-1 0 32,0 0-32,2-4 40,2 4-40,-3-4-8,1 1-40,0-1 56,-2-2-16,2 1 40,2 2-32,-1 0 64,1-11-32,0 14-16,0-6 24,0-10-56,0 12 16,0 4 8,0-18 0,0 12-88,0-10 112,0 10-56,0-12 40,1 16-16,1 0 64,-2-16-160,4 12 72,0-12 16,-1 12-8,-3-4 16,0 5 72,4 2-16,0-14 104,-1 14-168,1-3-8,0-9 16,-4 14 0,3 2-208,1-6 168,0-1 32,-1 1-16,3-1 56,-2 1-24,-1-1-24,3 1 0,-2 1 16,1 0 48,-1 1-48,-2 3 0,3-4 8,1 4-8,-3 0-48,3-4 56,-1 4-48,-4 0 40,2 0-8,1 0-16,1 0-16,-1 2 56,-4 0-40,2 0 24,0 0-8,1 1 16,1-1-16,-4 4-64,4-3 32,-4 3-8,0-6 48,3 5-72,-3-1 0,0 2 88,0-1-48,0 1 16,0-1 24,0 1-80,0-4 136,0 1-88,0 3 40,-1-2-16,0-3 48,-2 16-160,-1-12 200,2 1-80,-3 1 8,-1-1 0,5-5-16,-3 3-64,-2 2 8,1 1 32,-1-1 56,1-1-8,2-1-24,0-1 80,-2 3-56,-1-2-120,1-1 96,-1-1-40,1 2 40,4-4 0,-4 2 80,-1 1-120,1-1 104,1-2-56,-1 0 8,4 1-16,-2 0 48,-1-1-104,3 0 40,-1 0 40,0 0 8,1 0-32,0 0 72,-1 0-32,0-5 216,1 1-280,-1-2-24,2 3 32,0 2 16,0-2-240,0-1 184,0-1 104,0-1-32,0 1-16,0-10 72,0 15-96,3-5-104,-3-1 144,4-11-32,0 14-16,-4-3 176,5-8-128,-1 10-32,0-2-8,-1 1-40,-2 1 64,2-7-80,1 7-24,-1 1 32,1-3 48,0 1-33,-1 1 57,-1 2 65,2-13-65,0 15 40,1-3-96,-1-1-33,1 1 89,-5 2-64,4-2-88,0-1 80,-1 0 16,-3 4 40,4 0-8,-3-1 24,2-1 40,0 2-80,-3 0 168,4 0-152,-4 0-24,0 0 48,4 2-184,-4 1 224,3-1-96,-3 0 24,0 0 16,0-2 16,0 0-112,0 2 80,0 1-8,0 1-8,0 0 24,0-3 24,0-1 32,-1 6-40,-1-4 0,0 2-8,2 1 24,-2 0-8,2-4-16,-2 6 32,0-3 40,0-1-104,1 1 88,-3 0-80,2 1-8,-2-1 16,3 0 80,-3-1 8,0 1-48,2-3-8,1 0 88,-3 4-168,0-3 168,2 2-88,1 1-32,-3 1 40,4-6-8,-2 5-96,-2 1 32,1-1 72,1-1 0,0 0 0,1-3-8,0 1 48,-1 0-88,0 4 56,-1-3-88,1 1-8,0-2 80,2-2-216,-2 2-232,0-2-136,1 0-128,1 2-88,-2-1-89,2-1 889,0 0-984,0 2-208,0-2-112,-2 0-73,2 0-79,0 0 1456,0 0-1472,0 0-48,0 0 351,0-3 321,0 3 376,0-4 472,0 4-112,0-4-24,0 1 40,0-3-3801,0 6 3897</inkml:trace>
  <inkml:trace contextRef="#ctx0" brushRef="#br0" timeOffset="1">199 2882 6617,'0'2'248,"0"0"112,-2-2 160,2 0-520,0 0 696,0 0-24,0 0-15,0 0-73,0 0-88,0 0-48,0 0-4001,0 0 7514,0-4-3561,0 1 88,0-1 24,0 0 56,0 2-568,0 1 625,0-3-25,0-2-48,0 1 32,0-1-40,0 1-544,0 5 472,0-6 48,0-10-152,0 12 0,0-1-16,0-12-63,0 16-289,0-2 312,0-2-72,0-13 72,3 12-80,-3-11 0,3 14-232,-2 1 232,-1-15-80,4 3 232,-1 8-224,-3-18 24,4 8-40,-4 15-144,4-15-80,0-2 144,-1 1-16,1-3 32,0 0 8,-3 11-88,1-2 144,2-10-80,0 3 112,-1-2-120,1-2-16,-1 3-40,-2 16 88,2-19-176,1-4 208,0 4-32,-1 0-48,1 0 64,-3 18-104,4-11-8,0-7 8,1 0 40,-1-2 64,1 2 0,-3 8-104,-1 4 144,4-14-8,-1 0-112,1 0 40,-1-3-8,-1 2-56,-4 24 32,4-28 16,-1-1-88,3 3 104,-3-1-40,1 2 25,-2 17-49,2-9 96,1-10-152,1 1 144,-1-5-88,1 3 32,-2 7-32,-3 15 96,5-25-112,-1 3 72,-1-4-64,1 1-24,1-2 64,-5 29-32,3-24 8,11-5-48,-15-3 64,6 2-64,-1 0 32,-2 16 8,0 3 64,2-13-88,-1-3 72,0 3-48,-4 1-8,3 3 8,-3 23-8,0-24-8,4 4-48,-4-2 64,4 2 40,-4 2-48,0 14 8,0-9 56,3-1-96,-3-1 0,4 3 64,-4-3-32,0 13 8,0 3 80,4-22 8,-1 18-72,-3-13 16,0 12-8,4-10-16,-4 14-8,0-2 40,0-16-104,4 14 96,-1-10-40,-3 10-24,2 0 32,0-3 96,2 4-128,-1-10 88,1 12-24,-4-12-16,3 10-16,-2 4 56,-1-13-80,0 10 56,3-2 8,-3 3-72,0-1 80,0 3-48,0-3-16,4 0-80,-4 0 96,0 4-64,0 0-8,0-2 72,0 1 16,0 1-128,0 0 40,0 0 16,0 0-24,0 0 80,0 0-64,0 0-105,0 0-55,0 0-40,0 0-40,0 0 0,0 0 1633,0 1-2986,0-1 1193,0 2 24,0 0-96,0 0-64,0-1 600,0 0-608,0 4-169,0-3-111,0 2-120,0 1-192,0-3-120,0-2 1320,0 2-1425,0 2-103,0-3 56,0 3 175,0 2 369,0-5 928,0-1-544,0 2 328,0 0 144,-2 0-16,2 0-1296,0-2 1384,0 0-3857,0 0 3857</inkml:trace>
  <inkml:trace contextRef="#ctx0" brushRef="#br0" timeOffset="2">715 510 6737,'4'2'440,"0"2"208,-1 1 184,1 1 121,0-1-97,-2-2-856,-1-2 736,5 5-104,-2-1-80,-4 1-32,3-1 16,-3-1-536,0-4 496,4 3 1,-4 1-73,0 0-16,0-1 24,0 3-32,0-4-400,0 2 400,0 3-96,0 8 24,-2-10-16,0 2-8,0 4-304,1-7 312,-5 2-40,1-1-24,-1 10-15,0-10-9,1 3-16,4-6-208,-5 12 200,-9-8-104,11 1 56,-3 1-16,-8 6-24,12-12-112,1 0 200,-4 3-80,-9 1-32,10-1-8,-2 1-8,-6-3-72,11-2 72,-4 4 32,-8-1-64,8-2 8,-9 0-8,10-1-48,3 0 8,-3 0 80,-10-1-88,9 0 8,1 0 40,-10 0-40,13 0 0,0 0 88,-5 0-24,-8-3-56,12 3 64,-3-6-24,1-9 8,4 15-56,-6-3 80,2-3-104,-1-9 16,1 12 16,1-3 16,2 0-24,0-2 64,-1 4-24,-1-13-32,2 12 0,0-12 24,-1 13-32,3 3 0,-2-16 8,0 12 8,2-16-24,0 16 48,0-13-24,0 16-16,0-2 8,0-11-64,4 10 24,-1-10 48,-3 10-16,3-5 0,-2 3 56,3 3-24,1-10-48,1 10 32,-3-2 0,3 1-16,-6 5 8,5-6 32,1-8-64,-1 14 16,1-6 0,-1 1-16,-2 3 24,0-2 24,3-1-48,8 1 16,-10 0 8,0 1 48,7 0-48,-8 2 56,1-3 32,2 4-48,10 0-40,-12 0 32,1-3-40,-4 2 8,13-2 8,-10 3-32,1 0 72,10 0-8,-11 0 8,-2 0-48,1 0 56,3 0-80,-1 0 64,1 2-40,-1 1 24,0 1-24,-4-4 16,4 6-24,-1-1-24,1 2 80,-1 1-16,0-1-40,-3-2 8,1 5 56,-2-6-136,0 3 8,4 0 72,-4 8 16,0-11-16,0-3 56,0 7 0,-2 7-48,0-10-40,1 10 64,-3-10-16,4-4-16,-6 13 56,3-8-48,-1 1 24,0 0 0,1 1 24,1-1-56,0 2 120,-4-5-40,3 1 40,-3 10-64,1-11-8,0 0-48,4-3 72,-4 5-32,-1-1 48,-1 1-8,1-1-48,1 1-48,3-5 16,-4 3 16,1-2-72,-1 2 40,1-2 80,-1 0-88,3-1 24,1-1 64,-4 0-24,1 0-72,-1 0 72,1 0-32,1 0-8,4 0 24,-4 0 24,1-3-88,-1-1 64,-1 0-40,1 1-16,3 1 32,0 0 48,-3-4-104,3 3 80,-1-3 8,0 1-56,1 1 24,0 2 24,-1-12-48,0 8-16,2 0 8,0-8-16,0 12 48,0 2-48,0-4 0,0-12 40,0 16 24,0-6-64,2-2 48,0 1-32,-2 4-16,4-1-24,-1-1-8,1-1 64,-1 1 16,-2 5-72,4-15 40,-1 15-40,0-6 0,-1 1 32,1 1-32,0-1 64,-1 1-40,1 0-40,2 1 40,-1-1-16,-3 4 64,0 0-16,3-4 8,1 4-24,-1 0 40,1 0-32,8-3 32,-13 2-8,2-2 48,3 3-120,-1-4 80,1 4 0,8 0-48,-14 0 40,0 0 56,6 0-40,-1 0-32,1 0 24,-1 0 0,0 0-8,-4 0-24,5 0 8,-1 2-8,-1 2 8,-1-2 8,-3 1 0,4-3-16,-4 2-72,0 0 32,4 0 48,-4 0 32,0 0-16,0-1 32,0 3-24,-2 1-80,0-1 16,0 2 16,-1-1 40,3-5 8,-6 4 64,1 1-96,-1 1 64,0-1-48,1 1 0,3-4 8,-2 1 16,-1 3-80,-1-1 80,1-1-16,-1-2 24,4 2-24,1-2 64,-5-1-48,1 1 0,-1 0-16,1 0 16,1 0-8,3-2-8,-4 2 0,2-2-8,1 0-8,-2 0 0,2 0 8,2 0 8,-1 0 72,-1-4-32,0 0-32,0 1 24,0-1-24,2-1-8,0 4 0,-2-4 8,2-1-32,0 1-16,0-1-16,0 1 32,0 3 24,0-2-48,0-1-32,0-10 0,0 15 0,4-6-24,-4 3 104,0 1-104,0-4-8,4 1-48,-1-1 32,1 1 16,-4-1-8,0 6 120,4-5-128,-4-1-48,3 1 8,-3-1 8,4 3 32,-4 1 128,0 0-80,4-4-32,-1 6 64,-3-3-8,4 3 8,-1-3 48,-2 2 8,-1-3-56,4 4 48,-4 0-16,0 0-16,0 0-8,0 0 40,0 0-48,0 2-40,0 0 16,0 0 80,0 2 16,0-2-24,0-1 72,0 3 0,0 1-88,-2-1-16,0 0 8,0-1 24,2-2 24,-4 2 0,1 1-48,1 1 40,-2 1-16,2-1 8,1-3-8,-1 2 40,-2 1-64,0 1-8,2-1 32,-1 1 8,1-3-8,2-2 8,-2 2-40,0 3-120,0-2-136,1-1-193,-3 3-231,3-6 712,0 2-952,-1-1-336,2 3-241,0-2-223,0 2-160,0-3 1912,0-1-1609,0 2 417,0 0 456,0 0 456,4 0-3593,-4-2 3873</inkml:trace>
  <inkml:trace contextRef="#ctx0" brushRef="#br0" timeOffset="4">3505 261 7417,'0'2'112,"3"0"-48,1 3 40,-4 1 88,4-1 64,-3-3-256,2 0 392,-3 4 48,3-1 49,-3 1 47,0-1 8,0 0-544,0-4 552,0 4-80,0 10-40,0-13-8,0 5-40,0 0-32,-1-5-352,-1 4 360,-2 10-64,-2-10 25,1 1 15,-3 8 0,4-12-336,1-1 368,-4 4-48,-8 1-64,11 1 40,-10-1-88,9-2-208,4-4 208,-6 4 8,-8-1-80,10-1 64,-12-1-56,11 0 24,1-1-168,-6 0 160,5-1-112,-1 0 112,-8 0-32,12 0-16,-1 0-112,2 0 176,-13 0-88,12-6-16,-3 3 16,-1-3 8,0 1-32,6 4-64,-6-4 88,0 0-128,-1-10 96,3 11 8,-2-1-7,4-3-57,0-1 128,-2 4-104,-3-12-8,3 2 0,-1 10 64,3-13-80,3 16 64,-4-13 24,0 9-40,2-16-40,0 17-16,1-19 8,0 20 0,0-9 48,1-3-88,0 1 56,0 10 8,0-16 0,0 18-24,0 1 72,0-22 24,3 19 8,1-18-72,0 18 40,0-13-32,-4 17-40,3-4 8,3-12-8,-1 12 32,1-12-40,-1 14 48,1 0-40,3 0 72,-5 0-96,1-3 96,1 1-48,8-1 8,-11 2-32,-2 2 96,14-1-88,-12-1 16,3 0 32,9 4-32,-10-3-8,-2 3-16,9 0 24,-7-4-88,14 4 16,-14 0 96,12 0-56,-14 0 8,-1 0 56,13 0-24,-9 2-40,-1 2 8,14-1 0,-16 3 0,-3-6 32,15 5-80,-11 1 0,10-1-16,-10 1-8,1 1 48,-3-2 24,2 5 0,2-5-48,-1 10 40,1-9-32,-3 12 16,0-14 24,-2-2 8,-1 16-72,4-14 56,-4 10-56,0-6 56,0 10 8,0-15 0,0 9-16,-2-5-16,0 12 32,-2-12 0,-1 9 8,2-8-8,0-1 112,-2-1-48,-3 16-8,1-17 16,1 14-56,0-14-16,5-5 32,-14 8 24,12 6-16,-5-10 32,-6 1 32,8 10-16,5-14-88,-3 2 104,-11 2-112,9 1 48,-1-1 16,-8 1-32,12-5-24,1 0 104,-15 2-72,12-1 0,-3 0 24,-6-2-8,12 0 24,2 0-72,-6 0 40,-1 0-40,0-5 48,1-1-40,-9 1 56,15 2-64,-1 0 96,-3-3-88,-2-8 40,3 10-32,-1-12 16,1 13-32,2 2 40,-2-14-24,-1 11-40,0-12 8,2 10 0,1-14 32,0 17-16,0-9 16,1 7-96,0-19 80,0 19-40,0-16 56,0 18-16,0 1 64,0-17-72,3 14 0,1-15-40,0 16 8,-1-14 16,1 14 16,2-11-16,-3 10 16,3-10-8,-1 11-32,-3 2 48,2-1 8,11-1-88,-15-1 56,5-1 40,1 1-40,-2 2 24,-3 2 40,14-3-48,-11 4-16,1 0-8,10 0 8,-12-3-24,-2 2 48,4-2-64,0 3-80,1 0 72,0 0 16,-1 0 0,-2 1 56,0 0 8,2 1-80,1 1 32,-3 1-16,1 1 0,-1 0 56,-2-4-16,2 4-72,-3 1 96,4-1-48,-4 3 0,0-3 64,0 0-24,0 7-32,0-7-8,0 3 32,0 8 0,0-12 8,0 6 0,0-5 80,-2 0-16,0 12 24,-1-12 0,-1 3 0,0 6-8,4-14-80,-5 6 72,-1 1-40,1 12 56,-1-14 64,-1 2-8,5-3-144,-2 0 192,-3 3-112,0 8 24,-1-11-40,1 1 32,3-1-96,2-2 104,-5-1-72,2 3 24,-1-2-24,0 0 48,1 0-40,-1-1 8,3-1-40,-3 0 40,3 0 24,-1 0 24,2 0-96,0 0 104,-1-5-48,1-1 16,-2 1-80,2 1 24,0-1-16,2 5 40,-3-6-40,1-10-8,0 12 24,2-11-72,0 10 64,0-1-8,0-5 48,-2 6-128,2-10 120,0 9-24,0-10 8,0 12-24,0 2 56,0-14-72,4 12 8,0-12-24,-1 12 40,1-11-8,0 12-40,-1-3-56,1-12 40,0 14-8,-4-11 32,3 15 16,1-5-64,0-10 8,1 15-16,-1-5 48,-1 1 40,-3 4-40,4-4 8,0 1-8,0 3 0,-1-4-16,1 4 16,-3 0 40,2 0-80,0 0-64,1 0 24,0 0 32,-1 0 16,1 0 40,0 0-40,-4 0 24,0 0-8,3 2 24,-3 3 24,0-5 8,0 6-72,0-1-32,0 1 80,0 1-8,0 0 40,0-3-8,0 0 64,0 11-120,0-10 112,0 1-16,0 10 16,0-11-56,0-4 120,0 13-88,-2-8 0,1 10 16,-3-10 16,0 1 0,4-6-64,-3 13 104,-3-10-64,2 3 8,1 8 56,-3-13-32,3 5 40,-1 0-8,2-1-8,-2-1-64,1-1 32,-1 1-64,4-5 48,-2 4 8,-2 2 16,-1-3-16,3-1-32,-3 0-32,3-1 8,0 0 32,0-1-64,0 2 80,0-2 8,1 0 0,-1 0-56,2 0 96,-2 0-56,0-4-32,0 0-56,2 1 32,0-3-16,0 1 40,0-1-24,0 1 56,0-1-16,0-9-16,0 14-8,0-1 56,0-4-136,4 1 24,-4-1 24,4-9 40,-4 13-8,0 1 40,3-5-56,1 1-64,0-1 24,-1 1-40,1-1 8,-3 5 88,2-3-16,0-2-136,1 2 56,0 1 56,-4-1-56,2 2 96,-1 0-8,3 2-8,2 0 32,-3 0-96,1 0 0,0 0-32,1 0-64,1 0 48,-1 0 24,-1 0-16,-1 2 88,-3 0 32,0 0-56,4 3-40,0 1 48,-4 1-80,3-1 104,-3 6 24,0-9-40,0 2 32,0 1-40,0 8 0,0-10 32,-1 3-24,0-5 40,0 4 8,-1 8-128,-2-8 72,2 1 48,-1 10-24,-3-13 56,3 3-152,-1 8-200,0-12-208,-1 5-273,1-3 801,4-5-1112,-2 6-336,-3-1-377,3 1-255,-2-3 232,2-1 463,0 0 545,2 0 456,0-2-3649,0 0 4033</inkml:trace>
  <inkml:trace contextRef="#ctx0" brushRef="#br0" timeOffset="5">3451 245 7033,'0'0'72,"0"0"-8,0 0-64,0 0 128,0 0 48,0 0 72,4 0 120,-4 0 64,4 1 48,-4 0-480,0 0 545,4 1 15,-4 0 120,3 0 48,1 2-24,-4-2-704,0 1 744,4 1-96,-4 1 1,3 1 39,1-1-8,-4 0-680,0-4 672,4 2-48,-1 12-64,1-11-8,-4 11-48,4-10-39,-4-2-465,3 9 440,1-5-128,0 12 40,-1-12-16,1 13-24,-2-16-312,0-1 368,1 20-80,1-16 16,0 17-24,-1-8-16,1-1-264,-4-15 280,4 18-56,-1-1-32,1 3-16,2-3-16,-3 5-39,-1-14-121,0 6 128,3 8-96,1 0 88,0 0 0,-1 2 8,1 0 24,-1 3-96,1 3-8,-1-3 0,1 5 16,8-1 16,-13-27-80,2 20 40,3 5-48,-1 2 32,10-3-56,-15 3 72,3-14-40,-1-1 64,13 17-48,-11 2 24,1-3-16,1 4 24,-1-6-48,-5-27 40,15 32-24,-11 0 16,1-2-8,1 4 0,10 2 0,-15-28-24,2 16 16,2 10-72,10 0 64,-11-2 40,-1 2 16,3-4 96,9-2-24,-12-2 32,1 1-88,2-3 0,8 3-8,-14-29-72,4 25 32,1 2-24,-1 0 88,2-3-32,-1 1-16,-3-17-48,2 6 152,1 11-120,1 3 120,8-5-80,-10 0-24,-1-4-48,-2-16 96,13 16-104,-14 4 144,6-2-80,0 2 24,-1-2-16,-4-17-64,4 14-24,0 5-8,10 0 8,-15 0 48,5 3 8,-2-12-32,0-4 88,2 13-40,1 0 72,9 2-152,-15 1 16,14 0 16,-14-26-40,0 32-88,15-4 160,-11 2-32,1 1 40,1-5 0,-4-15-40,1 9 16,12 9-40,-11-4 120,1 3-80,1-1 24,-2-9-40,-3-13 120,3 24-104,1-8 88,1 2-16,-1-4-8,-1 0-48,0 0-48,-1-3-48,3 0 40,-2-3 40,-1 1-8,-1-11-8,0-1 64,2 16-56,-1-5-72,1-8 112,-4 10-24,3-12-24,-2-4 48,2 6-8,1-1-104,-4 1 88,4 1-8,-4-1 32,1-5-48,1 3 64,-2 2-136,4-5 16,-4 3 64,0-2-32,0 0 24,0 0 80,0 3-40,0-3 40,0 2-24,0-3-72,0 1 72,0-2-56,0 0-80,0 0-40,0 2 56,4 0-64,-4 0 8,0-1 120,0 0-80,0 1-120,0-1-40,0-1-16,0 0-48,0 0 304,0 0-344,0 0-72,0 2-168,3 0-8,-3 0-80,0-2-129,0 0 801,0 0-840,0 0-232,0 0-96,0 0-105,-1 0-215,-1-2 1488,2 0-1688,-2-1-233,0-3-95,-2 0 264,1-8 527,-1 10 497,4 4 728,-4-4-280,2-1 128,-1-1-3865,3 6 4017</inkml:trace>
  <inkml:trace contextRef="#ctx0" brushRef="#br0" timeOffset="6">4297 3157 7553,'0'0'336,"0"0"184,0 2 96,4 4 57,-4-4-673,0 1 624,0 3-96,0-1 24,0 3 0,4-1 32,-4 5-584,0-9 664,0-1 24,0 3 1,0 10 23,0-12-16,-2 5-56,1-5-640,0 10 616,-1-7-104,0 9-72,-3-10 16,-1 10-71,1-10-17,-1 10-72,1-9-16,-3 8-64,3-8-40,-2 1-176,7-7 216,-8 15-96,1-10 8,-10 3 32,12-1-8,-10-1-16,13-4-136,-1 1 152,-5 1-96,-8 1 168,10-1-160,-9-2 24,11-2-88,3 0 120,-5 0-200,-8 0 80,8-4 64,-1 0 40,-8 1-16,14 2-88,-3-4 80,-4-9-80,1 8 40,0-11 8,-1 14 16,5-6-64,1 1 104,-4 3-64,1-17 40,-1 5-8,2-1-16,1-1-40,1 5-32,0-8 208,0 3-216,0 1 56,2-1-8,0 15-24,0-6-152,0-5 168,4-2 40,0 3 0,-4 8-40,2-7-16,-1 6 56,3 1-64,2-10 32,-3 10 24,3-10-32,-1 12 16,-4 4-32,4-4 16,0-1-80,1 1 88,-1-1-8,1 1-32,9 0 64,-12 1-88,3 3 32,-1 0 32,10 0-24,-15 0 0,0 0 48,15 0-48,-12 0-120,3 0 136,10 2-64,-12 1 32,11-1 112,-11 2-168,12 1 64,-12 1-8,10 1 0,-11-3 16,-2 0 16,16 3-16,-14 9 0,3-10-24,9 9-24,-12-8 48,-3-7-32,4 17-24,1-12-48,-1 12 104,0-12-16,0 14 16,-1-12 88,-3 11-128,4-10 120,0 8-72,-4-1 24,0-11-32,0-3 72,0 16-88,0-2 152,0-10-136,0 10 56,-2-10-24,2-4-32,-2 4-88,-2 2 64,1-1 48,-3-1 16,0 3 8,5-5-48,-1-1 112,-4 4-104,3-4-80,-3 1 96,1-1-8,0 0-16,4-2 40,-4 4 73,-1-3-81,1-1-24,-1 0 8,0 0-48,1 0 16,-1 0-33,1 0 33,-1-5 48,1-1-56,1 3 24,2 1 65,-3-4-41,-1 1 80,3-10-64,-3 11-8,2-14-24,4 17-8,-5-13-104,-1 9 96,3-17 40,-1 5-32,0 1 40,4 9-40,-1-1 64,-1-9-136,0 3 184,0-1-96,0 0-24,2 4 8,0 8 72,0-14-128,0 11 16,0-12 56,4 3-24,0 10-8,-4 1 16,3-12 64,1 10-120,0-10 24,-1 12 32,1-2-24,-1-2 24,-1 2 24,2 6-32,2-19 64,-1 16-96,1-1 40,-3 0 0,-3 4-24,4 0-64,2 0 136,-1-3-72,1 3 24,-1-4-32,-3 4 32,0 0-64,1 0-8,3 0-41,-2 0 89,1 2 32,-1-1-8,-2 0 0,3 0 72,-1 3-80,1 2-80,-1-1 72,2 2-48,-6-6 64,3 4-56,1 1-24,0 8 32,-1-10 32,-3 3-16,2 1 32,0-1 32,-2-2-56,0 10 128,0-7-136,0 10 40,0-12-8,0-5 64,0 21-168,-2-16 256,0 10-96,-1-8-40,-1 12 48,3-16-64,-4 7-24,2 3-8,-3-6 88,3 10 8,-3-10 25,2 2-89,3-4 144,-5 0-64,1 10 112,-1-10-152,2-1 32,-1 3-32,5-8-40,-4 5-48,-1 1 48,-1 1 64,1-2 0,-1-1-56,4-3-8,0 0 80,-1 1-136,1 0 56,0-2 24,0 0-32,1 0 8,0 0 40,-2 0-32,1-6 40,0 2-8,0-1-24,0-1 16,2 6-32,-2-3-56,1-12-16,-1 11 80,0-10-24,2 10 64,-1-6-48,0 3 72,1-7-64,0-3 208,0 2-216,0 1 8,0 0-8,0 13-8,0-5-232,0-12 280,0 13-72,4-14 32,-4 14 40,3-16-104,1 16 0,-4-13 96,0 14-104,4-2 40,0 1 32,-4-10-72,3 11-64,-3 1 96,4-1 24,-4 0-16,0 4 32,4 0 88,-4 0-176,3-3 48,1 3-24,-4 0 16,2 0 48,0 0 16,-2 0-40,0 0 152,3 0-160,-3 2 8,0-1-40,4 1-168,-4 2 248,0 1-97,4 1 49,-4-1 8,0-2 24,0 2-80,0 0 40,0 1-32,0 1 104,0 1-56,0 1 24,0-4 16,0 1 32,0 1-64,0 8 8,0-10 56,-2 3-40,2-7-8,-2 14 0,0-9-24,0 9 40,-1-10 40,1 12 0,0-15-56,0 1 97,-3 15-105,1-12-16,-2 11 32,1-12 16,2 1-24,2-5 72,-3 7-16,-1-3 56,-1 1-96,1-1 0,1 1 24,3-3-40,-3 10-56,0-11 40,0 4 24,-1-3 8,1-1 8,1-1-24,1 0 72,0 1-64,-2-2 64,2 0-56,0 0-24,-1 0 8,3 0 24,-4 0-48,0 0-24,3-4 88,-1 1-32,0-3-24,1 4 16,0-1 64,-1-12-176,0 9 216,1 1-112,-1-12 32,2 15-24,0 1 112,-2-5-200,2-12 56,-2 12-8,2-14 56,0 14 0,0-14 16,0 15-104,0-14 56,4 14 0,-4-14 24,2 18-8,-1-1 72,3-15-96,-4 12 32,4-10-48,-1 11-16,-3-1 56,0 5-16,4-6-32,-4 1 80,4-1-40,-1 1-48,-3 1 8,1 3 48,2-4-72,1 2-24,-4-1 120,3 4-72,1 0 32,-4-2 16,0 0 40,4 2-96,0 0 184,-1 0-136,-3 0 24,4 0-24,-4 0 8,4 0-128,-4 0 39,3 2 41,-3 0 24,4 0 40,-4-1-16,0 2 16,0 0-56,0 3-48,0-2 64,0-1 24,3 2 0,-2-4 0,-1 1 48,0 1-24,0 3-16,0 1 16,0 0 0,0-5-24,0 4-32,-2 1-32,-2 1 24,0-1 40,1 0 8,1-3-8,0-2 72,-2 5-40,3 8 40,-5-12-15,0 5 15,3-1-72,3-7 72,-6 8-88,1-3-8,1 10 40,0-12 0,-1 3 16,1-1 24,1 1-80,-1 0 136,2-3-88,-2 1 0,3-1-24,1-2 40,-4 0-144,2 5 216,0-4-112,0-2 8,1 0 16,0 0-24,0 0-104,1 0 40,0 0 16,0 0 8,0 0-64,0 0 104,0 0-129,0-4-87,0 0-8,0 1-248,3 3-144,-3 0 616,0 0-824,4 0-280,-4-4-24,4 0-273,-4 4-199,3-3-241,-3 2 1841,0-2-2016,4-1 168,2 4 487,-3-3 489,3-1 432,-3 2 440,-1 0-144,4-1-3929,-6 3 4073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44.31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804 629 5441,'-2'0'584,"-1"-4"376,-3 1 264,2 3 113,3-4-329,-3 4-384,2-4-264,-2 1-184,1-3-104,3 6-72,-4-15 40,-2 12-72,1-3 32,-1-8 0,-1 10-16,0-5 16,-1-1 64,3 5-48,-3-13 24,-8 12 48,10-14-32,-7 8-56,10 9 104,-3-15-48,-8 1-24,8 1-8,-10-3-24,10 3 32,1 11-32,-8-7 24,5-8-72,-12 2 32,13-1 0,-14-3 0,11 10 16,6 6 32,-11-13-16,0 5 40,1-3-56,-1 1-40,0-3-88,15 18 128,-14-16-232,-3 2-88,10 0-40,-14 1-16,14-1-112,-10 9-48,10-12-129,-9 14-79,10-10-32,-11 8 64,13-5 712,3 7-568,-16 1 176,12-3 184,-10 1 144,10-1 48,-1 1-16,5 2 32,-5-9-32,-2 8-40,1 1 8,0-1 48,1 4-8,3-2 24,1 0 8,-6 2-24,3 0-1361,1 0-2391,4 0 3768</inkml:trace>
  <inkml:trace contextRef="#ctx0" brushRef="#br0" timeOffset="1">742 605 5289,'-2'2'152,"0"2"168,-2-1 256,0-1 216,3 0 152,-3 0-72,4-2-872,-2 2 737,-2 0-193,3-1-96,-3 1 0,-2 0-32,3-2-416,1 0 480,-5 0 8,-1 0-64,1 0 32,-10 0-32,12-4-23,4 4-401,-13-3 408,7-3-88,-12 1 72,12-12-56,-15 13-8,15-2-328,-3-2 336,-6 4-144,-3-11 8,1 10 24,0-12-32,1 13-192,13 3 200,-16-21-40,0 16-80,-2-16 8,2 17 8,-2-17-56,17 18-40,-12-9 48,-6-2-64,1 1-24,2 8 56,0-12 32,8 14-48,4 2 56,-11-18 0,1 5-88,1 1-208,1 8-104,0-10 344,15 15-512,-15-2-136,1-3-72,-2-8-136,3 14-129,6-6-159,1 4 1144,-6-1-1376,6-1-320,-12 0 135,12 0 329,-8 4 440,11 0 792,3 0-256,-14 0 144,11 0-2377,4 0 2489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44.321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1058 451 4608,'-6'0'1081,"-8"0"-577,6-4 80,-8 4 16,10-3-184,2 2-416,-8-2 192,6-3-136,-11 1-64,10-1 0,-13 1-8,8 1 16,7 2 8,-11-3 16,-4-10-32,-1 11-8,1-10 8,-2 10-8,20 4 16,-18-16 0,-2 10 0,0-10 40,2 10 32,1-11 40,9 16-112,0-1 128,-10-15-16,3 14 56,-1-16-96,1 4-32,3 2-40,12 12 16,-15-16-104,2 2 8,-1 10 0,1-13-24,1 12-64,10 1 168,-9-12-176,6 0-112,-14 1-64,14-1-56,-11 3-88,13 4 496,2 5-432,-15-10 72,12 0 168,-12 10 96,12-12 48,-10 12-8,16 4 56,-6-13-112,-8 11-3729,14 3 3841</inkml:trace>
  <inkml:trace contextRef="#ctx0" brushRef="#br0" timeOffset="1">927 547 5801,'-3'0'672,"-5"0"176,-8 0 104,8 0-160,-8-4-279,8 4-217,-12 0-136,15-6-120,-15 3-40,18 3 0,-19-6 16,3-10 8,-4 16 24,-2-6 56,4-10 80,14 16-184,-10 0 280,-6-15 80,1 11 88,1-1 16,-2-12-16,8 17-448,6 0 440,-14-5-120,0-16 8,0 18-192,2-3-32,-1-10-8,20 16-96,-18 0-48,1-15 56,-1 11-8,1 1 24,-2-3-8,1 1 40,1-1-88,-2-10 8,1 16-72,1-6-88,2 2 184,12 3-256,-13-5-192,-1 2-104,-1-1-104,1-1-112,0 1-112,15 4 880,-11-4-1001,-1 2-111,1-1 32,-1 0 264,-2-1 280,3 1 304,-1 0 208,8 1-24,-10-1-16,12 4-3713,5 0 3777</inkml:trace>
  <inkml:trace contextRef="#ctx0" brushRef="#br0" timeOffset="2">942 648 5697,'-6'0'648,"-8"0"184,8 0 104,-12-4-208,13 4-728,2 0 472,-15-4-223,3 1-89,-3 3-104,1-4-24,-5 0-16,20 4-16,-18-3-24,-5-1 16,-3 0 64,0-1 104,-1-1 32,14 4-192,1 1 312,-16-5 0,-1 2 0,0 1-56,-1-3-56,5 3-200,23 3 144,-27-4-80,1 0 24,1 1-8,-2-1-24,1 4-24,22 0-32,-13 0-16,-10-4-136,3 4-144,-1-3-192,1 3-344,10 0 832,8 0-1105,-17 0-223,-1 0 168,3 0 320,-3 0 368,2 0 352,25 0 120,-24 0-3857,25 0 3857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44.32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3 406 5841,'0'0'88,"0"0"0,-2 0 72,2 0 16,0-3 120,0 3 128,0 0-424,0 0 456,0-4 96,0 0 40,0 1 56,4 3 49,-1-4 55,1-1 32,0 1 16,-1 0-16,3-1-16,-1-1-39,-5 6-729,15-15 632,-11 12-8,12-3-88,-10-10-32,12 12-80,-16 2-424,2-2 376,16-1-80,-5-10-64,-10 12 16,17-3-64,-9 2-184,-9 3 201,12-14-57,3 11 104,1-11-224,0 12 16,0-3-24,-17 4-16,15-12-112,4 10 104,2-1 24,0-12-56,-1 13-72,-8 1 112,-2 1-128,13-17-153,3 14-39,-1-12-64,-2 12-72,-1-9 456,-23 13-488,26-3-64,-3-1-40,1-12 16,0 12-24,-2-10-56,-18 14 656,10-3-737,6-11-135,-2 11-88,0-1-80,1-12-89,-9 15 1129,-6 0-1184,12-3 192,-1-12 232,0 17 328,-12-3 320,12-1 24,-17 4 88,5 0-2233,-5 0 2233</inkml:trace>
  <inkml:trace contextRef="#ctx0" brushRef="#br0" timeOffset="1">78 436 6881,'4'0'2168,"11"0"-23,-10 0-49,14 0-687,-14 2-593,19 0-368,-19-2-448,6 1 272,4 1-256,-9 0 0,16 0-16,-17-2 56,19 0 72,-9 0 24,1 0 80,3 0-8,-1-4 8,1 4-32,-17 0-200,14 0 152,6 0-40,-2 0 16,2 0-24,2 0-96,-12 0-8,0 0 8,14 0-64,0 0 96,-2 0-184,1 0-64,-1 0 208,-20 0-288,22 0-240,1 0 72,-1 0-56,2 0-96,-3 0-104,-18 0 712,12 0-841,5 0-231,0 0-200,-2 0-144,-2 0-65,-8 0 1481,-5 0-1136,11 0 328,-2 2 376,3 0 296,1 0-3825,-20-2 3961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44.32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0 771 6521,'0'0'1048,"4"-3"280,-1-1-1328,-1 2 1489,4-2-385,9 1-408,-15-1-280,5-1-176,9-1-240,-13 6 112,3-15-24,10 12-32,-10-12 80,11 9 48,-12-14 96,3 15-280,3-4 353,-5-6-81,12-2 64,-10-1-56,12-1-72,-14 6-208,-2 8 216,16-15-160,-12 1 72,12-1-72,-13 0-32,18-2 56,-23 19-80,5-18-48,15-3 16,-14 2 56,14-4 8,-14 2-8,6 12-24,-1 1 56,4-15-88,2 0-56,-12 2-64,17 0-56,-17 5 208,-4 16-264,19-17-112,-14-2-88,10 0-81,-10 2-79,10 1-96,-14 14 720,2-8-768,10-4-136,-10 1-32,11 1 15,-12 10-39,1-5 960,-2 5-752,13 1 184,-12-1 224,3-1 224,-1 1 40,1 1 24,-6 4 56,15 0-80,-15 0-3817,0 0 3897</inkml:trace>
  <inkml:trace contextRef="#ctx0" brushRef="#br0" timeOffset="1">46 749 6937,'0'0'1208,"0"-3"249,6-1-105,-4 2-1352,1-2 936,12 1-360,-11-1-216,12 0-184,-12 1-64,7-2-112,-7 4 136,-1-4-24,14-1 208,-12 2 89,14-10 71,-14 10 88,15-12-32,-5 12-48,2-2-56,1-8-8,0 8-40,-6-3-384,-5 3 352,11 3-40,2-12-120,3 11-96,-3-10-32,1 10-64,-20 4 32,21-15-32,0 10-32,0-10-16,0 9-56,2-8-32,-15 12 136,6 0-160,9-14-112,0 10-8,-2-12-80,0 12-96,-6-5 456,-10 7-472,16 1-128,-2-12-32,0 11-56,-3-10-105,0 10-47,-16 4 840,3-6-936,18 1-72,-16 1-48,12 4-25,-12-3 81,1 3 1000,0 0-712,-3 0 248,1 0 272,1 0 128,-1 1-8,1 5-496,-6-1-3337,0-5 3905</inkml:trace>
  <inkml:trace contextRef="#ctx0" brushRef="#br0" timeOffset="2">54 727 7865,'14'0'1993,"-8"0"263,20 0-392,-6 0-759,-2 0-497,4 0-256,0 0-176,0 0-72,2 0-88,0 0 0,0 0-24,-23 0 8,22 0-64,-1-3 32,4 3 32,-1-4 32,1 0-8,-14 3-24,4-1 32,11-2-160,3 0-24,-1 0-40,1 1-48,-5-2 240,-19 4-240,23-2-104,1 3-56,-3-4-96,1 0-57,-2 1-103,-21 3 656,15 0-816,2-4-136,-1 4-96,-1 0-9,-2-4 17,-7 4 1040,-3 0-848,8 0 256,-1 0 208,0 0 224,-10 0 72,15 2 88,-18-2-128,4 2-3793,-6-2 3921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1:4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3018 6697,'0'6'536,"-1"-2"-536,0-3 776,1 7 128,-2-3 105,2 1-217,0 9-72,0-14-40,0 0-680,-1 15 552,-1-11 40,0 1-16,0 9-55,0-13-57,0 3 24,-3 10-80,1-13 0,1 3 0,-1 1-88,-1-2-320,4-3 352,-4 7-88,1-3-8,-1 2-48,-1-1-8,1-1-24,3-3-176,-2 4 176,-3 1-48,1-1-32,-1-1 41,-1 1-49,4-4-88,1-1 120,-12 1-32,12 4-16,-3-3-64,-1-1 40,-1-2-24,8 0-24,-14 0 0,8 0-16,1 0 24,-10 0 32,13-3-24,-3 3 64,-1-4-80,1-11 184,-1 15-128,1-5-16,1 1-40,2 2 80,-3-2-184,-1-1 208,1-10-104,1 12 16,2-3 0,2 6-16,-4-5-64,3-10 72,-1 11 32,0-1-24,0-10 48,2 13-64,0 0 144,0-3-88,0-12 0,0 13-8,0-1-40,0-9-8,0 13 64,0-2-8,4-3-40,-4-9 24,3 12-40,1-3 48,-4-10 0,4 12-72,-1-2 64,1-8-16,0 10 0,-2 0-24,-1 3 72,5-14-80,-2 9 8,-1-8 16,3 10 8,-3-2 24,-2 6-48,2-3 24,3-3-80,-1 1 32,1-10 24,8 15 24,-14-3-24,0 0 88,4-2-48,2-1 120,-1 1-152,1-1 8,-2 2-16,-3 3 24,5-3-128,8 4 96,-10-4 56,0 1 16,10-1 8,-14 3-72,0-2 120,6 0-152,-1 3 24,10 0 8,-15-4-24,9 4 24,-3 0 80,-2 0-24,-1 0 8,3 0 16,9 0-32,-12 0 24,-3 0-72,6 0 40,-1 0-56,10 2 24,-11 2-32,-1-1 32,-1-1-8,2 2 64,1 1-40,10 1 144,-15-1-160,6 1-16,-2-2 8,-3-3 48,5 5-152,-3 1 280,-3 1-144,4 6-56,0-10 16,-4-3 8,0 4-192,0 2 136,0 8 72,0-10-32,0 2 24,-1 1-8,0-1 16,-1-1-32,-2-1-32,1 12 40,-1-12 64,-2 12-24,1-12 64,-1 12-32,3-12-16,-3 12-8,2-12 32,3 1-72,-3 5 72,-2-4-56,1 8 168,-1-9-96,1 1 0,-5 3-88,5-5 128,2 0-96,-3 1 144,-1-1-128,-1 3-8,-6-3-24,12-4-16,0 4-64,-4 0 48,-8-1 64,10 1-24,-3-3-16,0 0-8,-1 0 64,2 2-40,1-3 64,-10 1-80,11-2 0,0 0-8,3 0 16,-16-3-88,16 3 112,-7-4 16,1 0-24,1 0 24,5 1-56,-3-8 8,-2 11-40,1-6 0,1 1 72,0-1-24,2-3-16,1 4 48,-5 1 8,3-15-24,1 16-16,-2-12 8,2 12-24,2 2 33,-2-4-82,2-14 122,0 14-65,0-15-16,0 14 72,0-1-64,0-4-16,4 5-8,-4-10 104,4 10-88,-1-14 8,0 16 0,-2 3 64,5-22-120,-3 18 184,3-13-128,-1 12-8,1-11-24,-5 17 32,3-3-104,11-3 32,-11-10 56,-1 12 32,1-1-56,-1-3 40,0 1 72,2 7-32,10-4-40,-15-1 32,5-1-16,12 2-32,-13 1 24,1-3-16,1 3 24,8 3 24,-10-4-8,-2 4-32,2 0 56,1 0-80,10 0 56,-12 0-40,3 2-32,-1 0 112,1 3-96,0-1 160,-1 1-96,1 1-40,-1-1 32,-5-4-32,6 6-144,-3 0 64,1 10 32,-4-12 0,4 2 16,-4 0 32,0 1 40,0-2-56,0 14 16,0-15 32,0 12-48,0-13 16,0-3 40,0 7-72,0 8-24,-2-10 64,0 10-24,-2-10 40,3-2-24,-1 9 16,-2-8-64,0 1 56,-1 10-8,1-10 64,1 3-64,1-4 72,-4 1-64,0-1 72,1 3-40,-1 6-16,1-12-24,5-2 32,-6 8-40,1-1-16,-1-2 72,1 1 16,-1 0-48,4-5-16,-1 1 32,-3 0-72,1-2 176,-1 2-144,3-2 16,0 1-8,2 0 40,-3-1-192,1 0 152,-1 0 32,0 0-32,2-4 40,2 4-40,-3-4-8,1 1-40,0-1 56,-2-2-16,2 1 40,2 2-32,-1 0 64,1-11-32,0 14-16,0-6 24,0-10-56,0 12 16,0 4 8,0-18 0,0 12-88,0-10 112,0 10-56,0-12 40,1 16-16,1 0 64,-2-16-160,4 12 72,0-12 16,-1 12-8,-3-4 16,0 5 72,4 2-16,0-14 104,-1 14-168,1-3-8,0-9 16,-4 14 0,3 2-208,1-6 168,0-1 32,-1 1-16,3-1 56,-2 1-24,-1-1-24,3 1 0,-2 1 16,1 0 48,-1 1-48,-2 3 0,3-4 8,1 4-8,-3 0-48,3-4 56,-1 4-48,-4 0 40,2 0-8,1 0-16,1 0-16,-1 2 56,-4 0-40,2 0 24,0 0-8,1 1 16,1-1-16,-4 4-64,4-3 32,-4 3-8,0-6 48,3 5-72,-3-1 0,0 2 88,0-1-48,0 1 16,0-1 24,0 1-80,0-4 136,0 1-88,0 3 40,-1-2-16,0-3 48,-2 16-160,-1-12 200,2 1-80,-3 1 8,-1-1 0,5-5-16,-3 3-64,-2 2 8,1 1 32,-1-1 56,1-1-8,2-1-24,0-1 80,-2 3-56,-1-2-120,1-1 96,-1-1-40,1 2 40,4-4 0,-4 2 80,-1 1-120,1-1 104,1-2-56,-1 0 8,4 1-16,-2 0 48,-1-1-104,3 0 40,-1 0 40,0 0 8,1 0-32,0 0 72,-1 0-32,0-5 216,1 1-280,-1-2-24,2 3 32,0 2 16,0-2-240,0-1 184,0-1 104,0-1-32,0 1-16,0-10 72,0 15-96,3-5-104,-3-1 144,4-11-32,0 14-16,-4-3 176,5-8-128,-1 10-32,0-2-8,-1 1-40,-2 1 64,2-7-80,1 7-24,-1 1 32,1-3 48,0 1-33,-1 1 57,-1 2 65,2-13-65,0 15 40,1-3-96,-1-1-33,1 1 89,-5 2-64,4-2-88,0-1 80,-1 0 16,-3 4 40,4 0-8,-3-1 24,2-1 40,0 2-80,-3 0 168,4 0-152,-4 0-24,0 0 48,4 2-184,-4 1 224,3-1-96,-3 0 24,0 0 16,0-2 16,0 0-112,0 2 80,0 1-8,0 1-8,0 0 24,0-3 24,0-1 32,-1 6-40,-1-4 0,0 2-8,2 1 24,-2 0-8,2-4-16,-2 6 32,0-3 40,0-1-104,1 1 88,-3 0-80,2 1-8,-2-1 16,3 0 80,-3-1 8,0 1-48,2-3-8,1 0 88,-3 4-168,0-3 168,2 2-88,1 1-32,-3 1 40,4-6-8,-2 5-96,-2 1 32,1-1 72,1-1 0,0 0 0,1-3-8,0 1 48,-1 0-88,0 4 56,-1-3-88,1 1-8,0-2 80,2-2-216,-2 2-232,0-2-136,1 0-128,1 2-88,-2-1-89,2-1 889,0 0-984,0 2-208,0-2-112,-2 0-73,2 0-79,0 0 1456,0 0-1472,0 0-48,0 0 351,0-3 321,0 3 376,0-4 472,0 4-112,0-4-24,0 1 40,0-3-3801,0 6 3897</inkml:trace>
  <inkml:trace contextRef="#ctx0" brushRef="#br0" timeOffset="1">199 2882 6617,'0'2'248,"0"0"112,-2-2 160,2 0-520,0 0 696,0 0-24,0 0-15,0 0-73,0 0-88,0 0-48,0 0-4001,0 0 7514,0-4-3561,0 1 88,0-1 24,0 0 56,0 2-568,0 1 625,0-3-25,0-2-48,0 1 32,0-1-40,0 1-544,0 5 472,0-6 48,0-10-152,0 12 0,0-1-16,0-12-63,0 16-289,0-2 312,0-2-72,0-13 72,3 12-80,-3-11 0,3 14-232,-2 1 232,-1-15-80,4 3 232,-1 8-224,-3-18 24,4 8-40,-4 15-144,4-15-80,0-2 144,-1 1-16,1-3 32,0 0 8,-3 11-88,1-2 144,2-10-80,0 3 112,-1-2-120,1-2-16,-1 3-40,-2 16 88,2-19-176,1-4 208,0 4-32,-1 0-48,1 0 64,-3 18-104,4-11-8,0-7 8,1 0 40,-1-2 64,1 2 0,-3 8-104,-1 4 144,4-14-8,-1 0-112,1 0 40,-1-3-8,-1 2-56,-4 24 32,4-28 16,-1-1-88,3 3 104,-3-1-40,1 2 25,-2 17-49,2-9 96,1-10-152,1 1 144,-1-5-88,1 3 32,-2 7-32,-3 15 96,5-25-112,-1 3 72,-1-4-64,1 1-24,1-2 64,-5 29-32,3-24 8,11-5-48,-15-3 64,6 2-64,-1 0 32,-2 16 8,0 3 64,2-13-88,-1-3 72,0 3-48,-4 1-8,3 3 8,-3 23-8,0-24-8,4 4-48,-4-2 64,4 2 40,-4 2-48,0 14 8,0-9 56,3-1-96,-3-1 0,4 3 64,-4-3-32,0 13 8,0 3 80,4-22 8,-1 18-72,-3-13 16,0 12-8,4-10-16,-4 14-8,0-2 40,0-16-104,4 14 96,-1-10-40,-3 10-24,2 0 32,0-3 96,2 4-128,-1-10 88,1 12-24,-4-12-16,3 10-16,-2 4 56,-1-13-80,0 10 56,3-2 8,-3 3-72,0-1 80,0 3-48,0-3-16,4 0-80,-4 0 96,0 4-64,0 0-8,0-2 72,0 1 16,0 1-128,0 0 40,0 0 16,0 0-24,0 0 80,0 0-64,0 0-105,0 0-55,0 0-40,0 0-40,0 0 0,0 0 1633,0 1-2986,0-1 1193,0 2 24,0 0-96,0 0-64,0-1 600,0 0-608,0 4-169,0-3-111,0 2-120,0 1-192,0-3-120,0-2 1320,0 2-1425,0 2-103,0-3 56,0 3 175,0 2 369,0-5 928,0-1-544,0 2 328,0 0 144,-2 0-16,2 0-1296,0-2 1384,0 0-3857,0 0 3857</inkml:trace>
  <inkml:trace contextRef="#ctx0" brushRef="#br0" timeOffset="2">715 510 6737,'4'2'440,"0"2"208,-1 1 184,1 1 121,0-1-97,-2-2-856,-1-2 736,5 5-104,-2-1-80,-4 1-32,3-1 16,-3-1-536,0-4 496,4 3 1,-4 1-73,0 0-16,0-1 24,0 3-32,0-4-400,0 2 400,0 3-96,0 8 24,-2-10-16,0 2-8,0 4-304,1-7 312,-5 2-40,1-1-24,-1 10-15,0-10-9,1 3-16,4-6-208,-5 12 200,-9-8-104,11 1 56,-3 1-16,-8 6-24,12-12-112,1 0 200,-4 3-80,-9 1-32,10-1-8,-2 1-8,-6-3-72,11-2 72,-4 4 32,-8-1-64,8-2 8,-9 0-8,10-1-48,3 0 8,-3 0 80,-10-1-88,9 0 8,1 0 40,-10 0-40,13 0 0,0 0 88,-5 0-24,-8-3-56,12 3 64,-3-6-24,1-9 8,4 15-56,-6-3 80,2-3-104,-1-9 16,1 12 16,1-3 16,2 0-24,0-2 64,-1 4-24,-1-13-32,2 12 0,0-12 24,-1 13-32,3 3 0,-2-16 8,0 12 8,2-16-24,0 16 48,0-13-24,0 16-16,0-2 8,0-11-64,4 10 24,-1-10 48,-3 10-16,3-5 0,-2 3 56,3 3-24,1-10-48,1 10 32,-3-2 0,3 1-16,-6 5 8,5-6 32,1-8-64,-1 14 16,1-6 0,-1 1-16,-2 3 24,0-2 24,3-1-48,8 1 16,-10 0 8,0 1 48,7 0-48,-8 2 56,1-3 32,2 4-48,10 0-40,-12 0 32,1-3-40,-4 2 8,13-2 8,-10 3-32,1 0 72,10 0-8,-11 0 8,-2 0-48,1 0 56,3 0-80,-1 0 64,1 2-40,-1 1 24,0 1-24,-4-4 16,4 6-24,-1-1-24,1 2 80,-1 1-16,0-1-40,-3-2 8,1 5 56,-2-6-136,0 3 8,4 0 72,-4 8 16,0-11-16,0-3 56,0 7 0,-2 7-48,0-10-40,1 10 64,-3-10-16,4-4-16,-6 13 56,3-8-48,-1 1 24,0 0 0,1 1 24,1-1-56,0 2 120,-4-5-40,3 1 40,-3 10-64,1-11-8,0 0-48,4-3 72,-4 5-32,-1-1 48,-1 1-8,1-1-48,1 1-48,3-5 16,-4 3 16,1-2-72,-1 2 40,1-2 80,-1 0-88,3-1 24,1-1 64,-4 0-24,1 0-72,-1 0 72,1 0-32,1 0-8,4 0 24,-4 0 24,1-3-88,-1-1 64,-1 0-40,1 1-16,3 1 32,0 0 48,-3-4-104,3 3 80,-1-3 8,0 1-56,1 1 24,0 2 24,-1-12-48,0 8-16,2 0 8,0-8-16,0 12 48,0 2-48,0-4 0,0-12 40,0 16 24,0-6-64,2-2 48,0 1-32,-2 4-16,4-1-24,-1-1-8,1-1 64,-1 1 16,-2 5-72,4-15 40,-1 15-40,0-6 0,-1 1 32,1 1-32,0-1 64,-1 1-40,1 0-40,2 1 40,-1-1-16,-3 4 64,0 0-16,3-4 8,1 4-24,-1 0 40,1 0-32,8-3 32,-13 2-8,2-2 48,3 3-120,-1-4 80,1 4 0,8 0-48,-14 0 40,0 0 56,6 0-40,-1 0-32,1 0 24,-1 0 0,0 0-8,-4 0-24,5 0 8,-1 2-8,-1 2 8,-1-2 8,-3 1 0,4-3-16,-4 2-72,0 0 32,4 0 48,-4 0 32,0 0-16,0-1 32,0 3-24,-2 1-80,0-1 16,0 2 16,-1-1 40,3-5 8,-6 4 64,1 1-96,-1 1 64,0-1-48,1 1 0,3-4 8,-2 1 16,-1 3-80,-1-1 80,1-1-16,-1-2 24,4 2-24,1-2 64,-5-1-48,1 1 0,-1 0-16,1 0 16,1 0-8,3-2-8,-4 2 0,2-2-8,1 0-8,-2 0 0,2 0 8,2 0 8,-1 0 72,-1-4-32,0 0-32,0 1 24,0-1-24,2-1-8,0 4 0,-2-4 8,2-1-32,0 1-16,0-1-16,0 1 32,0 3 24,0-2-48,0-1-32,0-10 0,0 15 0,4-6-24,-4 3 104,0 1-104,0-4-8,4 1-48,-1-1 32,1 1 16,-4-1-8,0 6 120,4-5-128,-4-1-48,3 1 8,-3-1 8,4 3 32,-4 1 128,0 0-80,4-4-32,-1 6 64,-3-3-8,4 3 8,-1-3 48,-2 2 8,-1-3-56,4 4 48,-4 0-16,0 0-16,0 0-8,0 0 40,0 0-48,0 2-40,0 0 16,0 0 80,0 2 16,0-2-24,0-1 72,0 3 0,0 1-88,-2-1-16,0 0 8,0-1 24,2-2 24,-4 2 0,1 1-48,1 1 40,-2 1-16,2-1 8,1-3-8,-1 2 40,-2 1-64,0 1-8,2-1 32,-1 1 8,1-3-8,2-2 8,-2 2-40,0 3-120,0-2-136,1-1-193,-3 3-231,3-6 712,0 2-952,-1-1-336,2 3-241,0-2-223,0 2-160,0-3 1912,0-1-1609,0 2 417,0 0 456,0 0 456,4 0-3593,-4-2 3873</inkml:trace>
  <inkml:trace contextRef="#ctx0" brushRef="#br0" timeOffset="3">748 423 7145,'0'2'1360,"6"0"473,9 1 95,-12-1-240,3 0-359,8 0-1329,-13-2 1016,2 2-168,12 0-216,-11-2-16,12 1-55,-10-1-1,1 0-560,4 0 568,-5 0-104,14 2 40,-15-2-104,16 0-16,-10 0-384,-8 0 408,12 0-128,0 0 16,1 0-8,3 0-48,-1 0-7,-14 0-233,12 0 216,3 0-96,3 0 40,0 0 0,0 0-8,-8 0-152,-2 0 192,10 0-64,3 2-32,3-2 16,-2 0 32,2 0-144,-27 0 144,29 0 64,-1 0-96,4-4-16,-2 4 8,4-3-24,0-1 72,2 0-80,0 1 32,1-1-48,3 0-40,-11 2-16,-20 1 104,34-5-72,1 1 16,-1-1-24,2 1-24,1-1 32,-40 5-32,34-3 64,9-2-64,0 1 24,1-1 0,2 0-40,-25 4 16,-2-1 64,29-3-40,0 1-56,-3-10 88,-3 15-8,-4-5-48,-40 5 56,43-15 16,-1 15-64,-1-15 56,-1 12 8,-3-3-24,-31 2-48,20-7 48,10 8-72,-5-1-32,1 0 96,-4 1 0,-12 0-40,-11 2 80,22-5-16,-7 3-64,1 3 48,-2 0-56,-2 0 16,-21 0-8,20 0-24,0 0-56,-3 0 104,-2 0-8,1 0-8,-10 0-8,3 0 16,-5 2-104,17-1 64,-16 1 8,12 0-8,-14 0 24,-2-2-16,12 2-56,-10 0-32,1 0-8,1 1-56,9-1-72,-15-2 240,3 2-240,1 0-136,2 0 16,-1-1 16,-1 1-72,-2-1 416,-1 0-368,3-1-72,0 0-161,-1 0-15,1 2-104,0-2-88,-4 2-80,3-2-128,-3 0-105,4 0-175,-4 0-136,1 0 1432,2 0-1561,-3 0-111,0 0 56,0 0 287,0 0 401,0 0 928,0 0-536,0 0 312,0 0 112,4 0-3833,-4 0 3945</inkml:trace>
  <inkml:trace contextRef="#ctx0" brushRef="#br0" timeOffset="4">3505 261 7417,'0'2'112,"3"0"-48,1 3 40,-4 1 88,4-1 64,-3-3-256,2 0 392,-3 4 48,3-1 49,-3 1 47,0-1 8,0 0-544,0-4 552,0 4-80,0 10-40,0-13-8,0 5-40,0 0-32,-1-5-352,-1 4 360,-2 10-64,-2-10 25,1 1 15,-3 8 0,4-12-336,1-1 368,-4 4-48,-8 1-64,11 1 40,-10-1-88,9-2-208,4-4 208,-6 4 8,-8-1-80,10-1 64,-12-1-56,11 0 24,1-1-168,-6 0 160,5-1-112,-1 0 112,-8 0-32,12 0-16,-1 0-112,2 0 176,-13 0-88,12-6-16,-3 3 16,-1-3 8,0 1-32,6 4-64,-6-4 88,0 0-128,-1-10 96,3 11 8,-2-1-7,4-3-57,0-1 128,-2 4-104,-3-12-8,3 2 0,-1 10 64,3-13-80,3 16 64,-4-13 24,0 9-40,2-16-40,0 17-16,1-19 8,0 20 0,0-9 48,1-3-88,0 1 56,0 10 8,0-16 0,0 18-24,0 1 72,0-22 24,3 19 8,1-18-72,0 18 40,0-13-32,-4 17-40,3-4 8,3-12-8,-1 12 32,1-12-40,-1 14 48,1 0-40,3 0 72,-5 0-96,1-3 96,1 1-48,8-1 8,-11 2-32,-2 2 96,14-1-88,-12-1 16,3 0 32,9 4-32,-10-3-8,-2 3-16,9 0 24,-7-4-88,14 4 16,-14 0 96,12 0-56,-14 0 8,-1 0 56,13 0-24,-9 2-40,-1 2 8,14-1 0,-16 3 0,-3-6 32,15 5-80,-11 1 0,10-1-16,-10 1-8,1 1 48,-3-2 24,2 5 0,2-5-48,-1 10 40,1-9-32,-3 12 16,0-14 24,-2-2 8,-1 16-72,4-14 56,-4 10-56,0-6 56,0 10 8,0-15 0,0 9-16,-2-5-16,0 12 32,-2-12 0,-1 9 8,2-8-8,0-1 112,-2-1-48,-3 16-8,1-17 16,1 14-56,0-14-16,5-5 32,-14 8 24,12 6-16,-5-10 32,-6 1 32,8 10-16,5-14-88,-3 2 104,-11 2-112,9 1 48,-1-1 16,-8 1-32,12-5-24,1 0 104,-15 2-72,12-1 0,-3 0 24,-6-2-8,12 0 24,2 0-72,-6 0 40,-1 0-40,0-5 48,1-1-40,-9 1 56,15 2-64,-1 0 96,-3-3-88,-2-8 40,3 10-32,-1-12 16,1 13-32,2 2 40,-2-14-24,-1 11-40,0-12 8,2 10 0,1-14 32,0 17-16,0-9 16,1 7-96,0-19 80,0 19-40,0-16 56,0 18-16,0 1 64,0-17-72,3 14 0,1-15-40,0 16 8,-1-14 16,1 14 16,2-11-16,-3 10 16,3-10-8,-1 11-32,-3 2 48,2-1 8,11-1-88,-15-1 56,5-1 40,1 1-40,-2 2 24,-3 2 40,14-3-48,-11 4-16,1 0-8,10 0 8,-12-3-24,-2 2 48,4-2-64,0 3-80,1 0 72,0 0 16,-1 0 0,-2 1 56,0 0 8,2 1-80,1 1 32,-3 1-16,1 1 0,-1 0 56,-2-4-16,2 4-72,-3 1 96,4-1-48,-4 3 0,0-3 64,0 0-24,0 7-32,0-7-8,0 3 32,0 8 0,0-12 8,0 6 0,0-5 80,-2 0-16,0 12 24,-1-12 0,-1 3 0,0 6-8,4-14-80,-5 6 72,-1 1-40,1 12 56,-1-14 64,-1 2-8,5-3-144,-2 0 192,-3 3-112,0 8 24,-1-11-40,1 1 32,3-1-96,2-2 104,-5-1-72,2 3 24,-1-2-24,0 0 48,1 0-40,-1-1 8,3-1-40,-3 0 40,3 0 24,-1 0 24,2 0-96,0 0 104,-1-5-48,1-1 16,-2 1-80,2 1 24,0-1-16,2 5 40,-3-6-40,1-10-8,0 12 24,2-11-72,0 10 64,0-1-8,0-5 48,-2 6-128,2-10 120,0 9-24,0-10 8,0 12-24,0 2 56,0-14-72,4 12 8,0-12-24,-1 12 40,1-11-8,0 12-40,-1-3-56,1-12 40,0 14-8,-4-11 32,3 15 16,1-5-64,0-10 8,1 15-16,-1-5 48,-1 1 40,-3 4-40,4-4 8,0 1-8,0 3 0,-1-4-16,1 4 16,-3 0 40,2 0-80,0 0-64,1 0 24,0 0 32,-1 0 16,1 0 40,0 0-40,-4 0 24,0 0-8,3 2 24,-3 3 24,0-5 8,0 6-72,0-1-32,0 1 80,0 1-8,0 0 40,0-3-8,0 0 64,0 11-120,0-10 112,0 1-16,0 10 16,0-11-56,0-4 120,0 13-88,-2-8 0,1 10 16,-3-10 16,0 1 0,4-6-64,-3 13 104,-3-10-64,2 3 8,1 8 56,-3-13-32,3 5 40,-1 0-8,2-1-8,-2-1-64,1-1 32,-1 1-64,4-5 48,-2 4 8,-2 2 16,-1-3-16,3-1-32,-3 0-32,3-1 8,0 0 32,0-1-64,0 2 80,0-2 8,1 0 0,-1 0-56,2 0 96,-2 0-56,0-4-32,0 0-56,2 1 32,0-3-16,0 1 40,0-1-24,0 1 56,0-1-16,0-9-16,0 14-8,0-1 56,0-4-136,4 1 24,-4-1 24,4-9 40,-4 13-8,0 1 40,3-5-56,1 1-64,0-1 24,-1 1-40,1-1 8,-3 5 88,2-3-16,0-2-136,1 2 56,0 1 56,-4-1-56,2 2 96,-1 0-8,3 2-8,2 0 32,-3 0-96,1 0 0,0 0-32,1 0-64,1 0 48,-1 0 24,-1 0-16,-1 2 88,-3 0 32,0 0-56,4 3-40,0 1 48,-4 1-80,3-1 104,-3 6 24,0-9-40,0 2 32,0 1-40,0 8 0,0-10 32,-1 3-24,0-5 40,0 4 8,-1 8-128,-2-8 72,2 1 48,-1 10-24,-3-13 56,3 3-152,-1 8-200,0-12-208,-1 5-273,1-3 801,4-5-1112,-2 6-336,-3-1-377,3 1-255,-2-3 232,2-1 463,0 0 545,2 0 456,0-2-3649,0 0 4033</inkml:trace>
  <inkml:trace contextRef="#ctx0" brushRef="#br0" timeOffset="6">4297 3157 7553,'0'0'336,"0"0"184,0 2 96,4 4 57,-4-4-673,0 1 624,0 3-96,0-1 24,0 3 0,4-1 32,-4 5-584,0-9 664,0-1 24,0 3 1,0 10 23,0-12-16,-2 5-56,1-5-640,0 10 616,-1-7-104,0 9-72,-3-10 16,-1 10-71,1-10-17,-1 10-72,1-9-16,-3 8-64,3-8-40,-2 1-176,7-7 216,-8 15-96,1-10 8,-10 3 32,12-1-8,-10-1-16,13-4-136,-1 1 152,-5 1-96,-8 1 168,10-1-160,-9-2 24,11-2-88,3 0 120,-5 0-200,-8 0 80,8-4 64,-1 0 40,-8 1-16,14 2-88,-3-4 80,-4-9-80,1 8 40,0-11 8,-1 14 16,5-6-64,1 1 104,-4 3-64,1-17 40,-1 5-8,2-1-16,1-1-40,1 5-32,0-8 208,0 3-216,0 1 56,2-1-8,0 15-24,0-6-152,0-5 168,4-2 40,0 3 0,-4 8-40,2-7-16,-1 6 56,3 1-64,2-10 32,-3 10 24,3-10-32,-1 12 16,-4 4-32,4-4 16,0-1-80,1 1 88,-1-1-8,1 1-32,9 0 64,-12 1-88,3 3 32,-1 0 32,10 0-24,-15 0 0,0 0 48,15 0-48,-12 0-120,3 0 136,10 2-64,-12 1 32,11-1 112,-11 2-168,12 1 64,-12 1-8,10 1 0,-11-3 16,-2 0 16,16 3-16,-14 9 0,3-10-24,9 9-24,-12-8 48,-3-7-32,4 17-24,1-12-48,-1 12 104,0-12-16,0 14 16,-1-12 88,-3 11-128,4-10 120,0 8-72,-4-1 24,0-11-32,0-3 72,0 16-88,0-2 152,0-10-136,0 10 56,-2-10-24,2-4-32,-2 4-88,-2 2 64,1-1 48,-3-1 16,0 3 8,5-5-48,-1-1 112,-4 4-104,3-4-80,-3 1 96,1-1-8,0 0-16,4-2 40,-4 4 73,-1-3-81,1-1-24,-1 0 8,0 0-48,1 0 16,-1 0-33,1 0 33,-1-5 48,1-1-56,1 3 24,2 1 65,-3-4-41,-1 1 80,3-10-64,-3 11-8,2-14-24,4 17-8,-5-13-104,-1 9 96,3-17 40,-1 5-32,0 1 40,4 9-40,-1-1 64,-1-9-136,0 3 184,0-1-96,0 0-24,2 4 8,0 8 72,0-14-128,0 11 16,0-12 56,4 3-24,0 10-8,-4 1 16,3-12 64,1 10-120,0-10 24,-1 12 32,1-2-24,-1-2 24,-1 2 24,2 6-32,2-19 64,-1 16-96,1-1 40,-3 0 0,-3 4-24,4 0-64,2 0 136,-1-3-72,1 3 24,-1-4-32,-3 4 32,0 0-64,1 0-8,3 0-41,-2 0 89,1 2 32,-1-1-8,-2 0 0,3 0 72,-1 3-80,1 2-80,-1-1 72,2 2-48,-6-6 64,3 4-56,1 1-24,0 8 32,-1-10 32,-3 3-16,2 1 32,0-1 32,-2-2-56,0 10 128,0-7-136,0 10 40,0-12-8,0-5 64,0 21-168,-2-16 256,0 10-96,-1-8-40,-1 12 48,3-16-64,-4 7-24,2 3-8,-3-6 88,3 10 8,-3-10 25,2 2-89,3-4 144,-5 0-64,1 10 112,-1-10-152,2-1 32,-1 3-32,5-8-40,-4 5-48,-1 1 48,-1 1 64,1-2 0,-1-1-56,4-3-8,0 0 80,-1 1-136,1 0 56,0-2 24,0 0-32,1 0 8,0 0 40,-2 0-32,1-6 40,0 2-8,0-1-24,0-1 16,2 6-32,-2-3-56,1-12-16,-1 11 80,0-10-24,2 10 64,-1-6-48,0 3 72,1-7-64,0-3 208,0 2-216,0 1 8,0 0-8,0 13-8,0-5-232,0-12 280,0 13-72,4-14 32,-4 14 40,3-16-104,1 16 0,-4-13 96,0 14-104,4-2 40,0 1 32,-4-10-72,3 11-64,-3 1 96,4-1 24,-4 0-16,0 4 32,4 0 88,-4 0-176,3-3 48,1 3-24,-4 0 16,2 0 48,0 0 16,-2 0-40,0 0 152,3 0-160,-3 2 8,0-1-40,4 1-168,-4 2 248,0 1-97,4 1 49,-4-1 8,0-2 24,0 2-80,0 0 40,0 1-32,0 1 104,0 1-56,0 1 24,0-4 16,0 1 32,0 1-64,0 8 8,0-10 56,-2 3-40,2-7-8,-2 14 0,0-9-24,0 9 40,-1-10 40,1 12 0,0-15-56,0 1 97,-3 15-105,1-12-16,-2 11 32,1-12 16,2 1-24,2-5 72,-3 7-16,-1-3 56,-1 1-96,1-1 0,1 1 24,3-3-40,-3 10-56,0-11 40,0 4 24,-1-3 8,1-1 8,1-1-24,1 0 72,0 1-64,-2-2 64,2 0-56,0 0-24,-1 0 8,3 0 24,-4 0-48,0 0-24,3-4 88,-1 1-32,0-3-24,1 4 16,0-1 64,-1-12-176,0 9 216,1 1-112,-1-12 32,2 15-24,0 1 112,-2-5-200,2-12 56,-2 12-8,2-14 56,0 14 0,0-14 16,0 15-104,0-14 56,4 14 0,-4-14 24,2 18-8,-1-1 72,3-15-96,-4 12 32,4-10-48,-1 11-16,-3-1 56,0 5-16,4-6-32,-4 1 80,4-1-40,-1 1-48,-3 1 8,1 3 48,2-4-72,1 2-24,-4-1 120,3 4-72,1 0 32,-4-2 16,0 0 40,4 2-96,0 0 184,-1 0-136,-3 0 24,4 0-24,-4 0 8,4 0-128,-4 0 39,3 2 41,-3 0 24,4 0 40,-4-1-16,0 2 16,0 0-56,0 3-48,0-2 64,0-1 24,3 2 0,-2-4 0,-1 1 48,0 1-24,0 3-16,0 1 16,0 0 0,0-5-24,0 4-32,-2 1-32,-2 1 24,0-1 40,1 0 8,1-3-8,0-2 72,-2 5-40,3 8 40,-5-12-15,0 5 15,3-1-72,3-7 72,-6 8-88,1-3-8,1 10 40,0-12 0,-1 3 16,1-1 24,1 1-80,-1 0 136,2-3-88,-2 1 0,3-1-24,1-2 40,-4 0-144,2 5 216,0-4-112,0-2 8,1 0 16,0 0-24,0 0-104,1 0 40,0 0 16,0 0 8,0 0-64,0 0 104,0 0-129,0-4-87,0 0-8,0 1-248,3 3-144,-3 0 616,0 0-824,4 0-280,-4-4-24,4 0-273,-4 4-199,3-3-241,-3 2 1841,0-2-2016,4-1 168,2 4 487,-3-3 489,3-1 432,-3 2 440,-1 0-144,4-1-3929,-6 3 4073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16.96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804 629 5441,'-2'0'584,"-1"-4"376,-3 1 264,2 3 113,3-4-329,-3 4-384,2-4-264,-2 1-184,1-3-104,3 6-72,-4-15 40,-2 12-72,1-3 32,-1-8 0,-1 10-16,0-5 16,-1-1 64,3 5-48,-3-13 24,-8 12 48,10-14-32,-7 8-56,10 9 104,-3-15-48,-8 1-24,8 1-8,-10-3-24,10 3 32,1 11-32,-8-7 24,5-8-72,-12 2 32,13-1 0,-14-3 0,11 10 16,6 6 32,-11-13-16,0 5 40,1-3-56,-1 1-40,0-3-88,15 18 128,-14-16-232,-3 2-88,10 0-40,-14 1-16,14-1-112,-10 9-48,10-12-129,-9 14-79,10-10-32,-11 8 64,13-5 712,3 7-568,-16 1 176,12-3 184,-10 1 144,10-1 48,-1 1-16,5 2 32,-5-9-32,-2 8-40,1 1 8,0-1 48,1 4-8,3-2 24,1 0 8,-6 2-24,3 0-1361,1 0-2391,4 0 3768</inkml:trace>
  <inkml:trace contextRef="#ctx0" brushRef="#br0" timeOffset="1">742 605 5289,'-2'2'152,"0"2"168,-2-1 256,0-1 216,3 0 152,-3 0-72,4-2-872,-2 2 737,-2 0-193,3-1-96,-3 1 0,-2 0-32,3-2-416,1 0 480,-5 0 8,-1 0-64,1 0 32,-10 0-32,12-4-23,4 4-401,-13-3 408,7-3-88,-12 1 72,12-12-56,-15 13-8,15-2-328,-3-2 336,-6 4-144,-3-11 8,1 10 24,0-12-32,1 13-192,13 3 200,-16-21-40,0 16-80,-2-16 8,2 17 8,-2-17-56,17 18-40,-12-9 48,-6-2-64,1 1-24,2 8 56,0-12 32,8 14-48,4 2 56,-11-18 0,1 5-88,1 1-208,1 8-104,0-10 344,15 15-512,-15-2-136,1-3-72,-2-8-136,3 14-129,6-6-159,1 4 1144,-6-1-1376,6-1-320,-12 0 135,12 0 329,-8 4 440,11 0 792,3 0-256,-14 0 144,11 0-2377,4 0 2489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16.96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1058 451 4608,'-6'0'1081,"-8"0"-577,6-4 80,-8 4 16,10-3-184,2 2-416,-8-2 192,6-3-136,-11 1-64,10-1 0,-13 1-8,8 1 16,7 2 8,-11-3 16,-4-10-32,-1 11-8,1-10 8,-2 10-8,20 4 16,-18-16 0,-2 10 0,0-10 40,2 10 32,1-11 40,9 16-112,0-1 128,-10-15-16,3 14 56,-1-16-96,1 4-32,3 2-40,12 12 16,-15-16-104,2 2 8,-1 10 0,1-13-24,1 12-64,10 1 168,-9-12-176,6 0-112,-14 1-64,14-1-56,-11 3-88,13 4 496,2 5-432,-15-10 72,12 0 168,-12 10 96,12-12 48,-10 12-8,16 4 56,-6-13-112,-8 11-3729,14 3 3841</inkml:trace>
  <inkml:trace contextRef="#ctx0" brushRef="#br0" timeOffset="1">927 547 5801,'-3'0'672,"-5"0"176,-8 0 104,8 0-160,-8-4-279,8 4-217,-12 0-136,15-6-120,-15 3-40,18 3 0,-19-6 16,3-10 8,-4 16 24,-2-6 56,4-10 80,14 16-184,-10 0 280,-6-15 80,1 11 88,1-1 16,-2-12-16,8 17-448,6 0 440,-14-5-120,0-16 8,0 18-192,2-3-32,-1-10-8,20 16-96,-18 0-48,1-15 56,-1 11-8,1 1 24,-2-3-8,1 1 40,1-1-88,-2-10 8,1 16-72,1-6-88,2 2 184,12 3-256,-13-5-192,-1 2-104,-1-1-104,1-1-112,0 1-112,15 4 880,-11-4-1001,-1 2-111,1-1 32,-1 0 264,-2-1 280,3 1 304,-1 0 208,8 1-24,-10-1-16,12 4-3713,5 0 3777</inkml:trace>
  <inkml:trace contextRef="#ctx0" brushRef="#br0" timeOffset="2">942 648 5697,'-6'0'648,"-8"0"184,8 0 104,-12-4-208,13 4-728,2 0 472,-15-4-223,3 1-89,-3 3-104,1-4-24,-5 0-16,20 4-16,-18-3-24,-5-1 16,-3 0 64,0-1 104,-1-1 32,14 4-192,1 1 312,-16-5 0,-1 2 0,0 1-56,-1-3-56,5 3-200,23 3 144,-27-4-80,1 0 24,1 1-8,-2-1-24,1 4-24,22 0-32,-13 0-16,-10-4-136,3 4-144,-1-3-192,1 3-344,10 0 832,8 0-1105,-17 0-223,-1 0 168,3 0 320,-3 0 368,2 0 352,25 0 120,-24 0-3857,25 0 3857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16.97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3 406 5841,'0'0'88,"0"0"0,-2 0 72,2 0 16,0-3 120,0 3 128,0 0-424,0 0 456,0-4 96,0 0 40,0 1 56,4 3 49,-1-4 55,1-1 32,0 1 16,-1 0-16,3-1-16,-1-1-39,-5 6-729,15-15 632,-11 12-8,12-3-88,-10-10-32,12 12-80,-16 2-424,2-2 376,16-1-80,-5-10-64,-10 12 16,17-3-64,-9 2-184,-9 3 201,12-14-57,3 11 104,1-11-224,0 12 16,0-3-24,-17 4-16,15-12-112,4 10 104,2-1 24,0-12-56,-1 13-72,-8 1 112,-2 1-128,13-17-153,3 14-39,-1-12-64,-2 12-72,-1-9 456,-23 13-488,26-3-64,-3-1-40,1-12 16,0 12-24,-2-10-56,-18 14 656,10-3-737,6-11-135,-2 11-88,0-1-80,1-12-89,-9 15 1129,-6 0-1184,12-3 192,-1-12 232,0 17 328,-12-3 320,12-1 24,-17 4 88,5 0-2233,-5 0 2233</inkml:trace>
  <inkml:trace contextRef="#ctx0" brushRef="#br0" timeOffset="1">78 436 6881,'4'0'2168,"11"0"-23,-10 0-49,14 0-687,-14 2-593,19 0-368,-19-2-448,6 1 272,4 1-256,-9 0 0,16 0-16,-17-2 56,19 0 72,-9 0 24,1 0 80,3 0-8,-1-4 8,1 4-32,-17 0-200,14 0 152,6 0-40,-2 0 16,2 0-24,2 0-96,-12 0-8,0 0 8,14 0-64,0 0 96,-2 0-184,1 0-64,-1 0 208,-20 0-288,22 0-240,1 0 72,-1 0-56,2 0-96,-3 0-104,-18 0 712,12 0-841,5 0-231,0 0-200,-2 0-144,-2 0-65,-8 0 1481,-5 0-1136,11 0 328,-2 2 376,3 0 296,1 0-3825,-20-2 3961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16.97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0 771 6521,'0'0'1048,"4"-3"280,-1-1-1328,-1 2 1489,4-2-385,9 1-408,-15-1-280,5-1-176,9-1-240,-13 6 112,3-15-24,10 12-32,-10-12 80,11 9 48,-12-14 96,3 15-280,3-4 353,-5-6-81,12-2 64,-10-1-56,12-1-72,-14 6-208,-2 8 216,16-15-160,-12 1 72,12-1-72,-13 0-32,18-2 56,-23 19-80,5-18-48,15-3 16,-14 2 56,14-4 8,-14 2-8,6 12-24,-1 1 56,4-15-88,2 0-56,-12 2-64,17 0-56,-17 5 208,-4 16-264,19-17-112,-14-2-88,10 0-81,-10 2-79,10 1-96,-14 14 720,2-8-768,10-4-136,-10 1-32,11 1 15,-12 10-39,1-5 960,-2 5-752,13 1 184,-12-1 224,3-1 224,-1 1 40,1 1 24,-6 4 56,15 0-80,-15 0-3817,0 0 3897</inkml:trace>
  <inkml:trace contextRef="#ctx0" brushRef="#br0" timeOffset="1">46 749 6937,'0'0'1208,"0"-3"249,6-1-105,-4 2-1352,1-2 936,12 1-360,-11-1-216,12 0-184,-12 1-64,7-2-112,-7 4 136,-1-4-24,14-1 208,-12 2 89,14-10 71,-14 10 88,15-12-32,-5 12-48,2-2-56,1-8-8,0 8-40,-6-3-384,-5 3 352,11 3-40,2-12-120,3 11-96,-3-10-32,1 10-64,-20 4 32,21-15-32,0 10-32,0-10-16,0 9-56,2-8-32,-15 12 136,6 0-160,9-14-112,0 10-8,-2-12-80,0 12-96,-6-5 456,-10 7-472,16 1-128,-2-12-32,0 11-56,-3-10-105,0 10-47,-16 4 840,3-6-936,18 1-72,-16 1-48,12 4-25,-12-3 81,1 3 1000,0 0-712,-3 0 248,1 0 272,1 0 128,-1 1-8,1 5-496,-6-1-3337,0-5 3905</inkml:trace>
  <inkml:trace contextRef="#ctx0" brushRef="#br0" timeOffset="2">54 727 7865,'14'0'1993,"-8"0"263,20 0-392,-6 0-759,-2 0-497,4 0-256,0 0-176,0 0-72,2 0-88,0 0 0,0 0-24,-23 0 8,22 0-64,-1-3 32,4 3 32,-1-4 32,1 0-8,-14 3-24,4-1 32,11-2-160,3 0-24,-1 0-40,1 1-48,-5-2 240,-19 4-240,23-2-104,1 3-56,-3-4-96,1 0-57,-2 1-103,-21 3 656,15 0-816,2-4-136,-1 4-96,-1 0-9,-2-4 17,-7 4 1040,-3 0-848,8 0 256,-1 0 208,0 0 224,-10 0 72,15 2 88,-18-2-128,4 2-3793,-6-2 3921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16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3018 6697,'0'6'536,"-1"-2"-536,0-3 776,1 7 128,-2-3 105,2 1-217,0 9-72,0-14-40,0 0-680,-1 15 552,-1-11 40,0 1-16,0 9-55,0-13-57,0 3 24,-3 10-80,1-13 0,1 3 0,-1 1-88,-1-2-320,4-3 352,-4 7-88,1-3-8,-1 2-48,-1-1-8,1-1-24,3-3-176,-2 4 176,-3 1-48,1-1-32,-1-1 41,-1 1-49,4-4-88,1-1 120,-12 1-32,12 4-16,-3-3-64,-1-1 40,-1-2-24,8 0-24,-14 0 0,8 0-16,1 0 24,-10 0 32,13-3-24,-3 3 64,-1-4-80,1-11 184,-1 15-128,1-5-16,1 1-40,2 2 80,-3-2-184,-1-1 208,1-10-104,1 12 16,2-3 0,2 6-16,-4-5-64,3-10 72,-1 11 32,0-1-24,0-10 48,2 13-64,0 0 144,0-3-88,0-12 0,0 13-8,0-1-40,0-9-8,0 13 64,0-2-8,4-3-40,-4-9 24,3 12-40,1-3 48,-4-10 0,4 12-72,-1-2 64,1-8-16,0 10 0,-2 0-24,-1 3 72,5-14-80,-2 9 8,-1-8 16,3 10 8,-3-2 24,-2 6-48,2-3 24,3-3-80,-1 1 32,1-10 24,8 15 24,-14-3-24,0 0 88,4-2-48,2-1 120,-1 1-152,1-1 8,-2 2-16,-3 3 24,5-3-128,8 4 96,-10-4 56,0 1 16,10-1 8,-14 3-72,0-2 120,6 0-152,-1 3 24,10 0 8,-15-4-24,9 4 24,-3 0 80,-2 0-24,-1 0 8,3 0 16,9 0-32,-12 0 24,-3 0-72,6 0 40,-1 0-56,10 2 24,-11 2-32,-1-1 32,-1-1-8,2 2 64,1 1-40,10 1 144,-15-1-160,6 1-16,-2-2 8,-3-3 48,5 5-152,-3 1 280,-3 1-144,4 6-56,0-10 16,-4-3 8,0 4-192,0 2 136,0 8 72,0-10-32,0 2 24,-1 1-8,0-1 16,-1-1-32,-2-1-32,1 12 40,-1-12 64,-2 12-24,1-12 64,-1 12-32,3-12-16,-3 12-8,2-12 32,3 1-72,-3 5 72,-2-4-56,1 8 168,-1-9-96,1 1 0,-5 3-88,5-5 128,2 0-96,-3 1 144,-1-1-128,-1 3-8,-6-3-24,12-4-16,0 4-64,-4 0 48,-8-1 64,10 1-24,-3-3-16,0 0-8,-1 0 64,2 2-40,1-3 64,-10 1-80,11-2 0,0 0-8,3 0 16,-16-3-88,16 3 112,-7-4 16,1 0-24,1 0 24,5 1-56,-3-8 8,-2 11-40,1-6 0,1 1 72,0-1-24,2-3-16,1 4 48,-5 1 8,3-15-24,1 16-16,-2-12 8,2 12-24,2 2 33,-2-4-82,2-14 122,0 14-65,0-15-16,0 14 72,0-1-64,0-4-16,4 5-8,-4-10 104,4 10-88,-1-14 8,0 16 0,-2 3 64,5-22-120,-3 18 184,3-13-128,-1 12-8,1-11-24,-5 17 32,3-3-104,11-3 32,-11-10 56,-1 12 32,1-1-56,-1-3 40,0 1 72,2 7-32,10-4-40,-15-1 32,5-1-16,12 2-32,-13 1 24,1-3-16,1 3 24,8 3 24,-10-4-8,-2 4-32,2 0 56,1 0-80,10 0 56,-12 0-40,3 2-32,-1 0 112,1 3-96,0-1 160,-1 1-96,1 1-40,-1-1 32,-5-4-32,6 6-144,-3 0 64,1 10 32,-4-12 0,4 2 16,-4 0 32,0 1 40,0-2-56,0 14 16,0-15 32,0 12-48,0-13 16,0-3 40,0 7-72,0 8-24,-2-10 64,0 10-24,-2-10 40,3-2-24,-1 9 16,-2-8-64,0 1 56,-1 10-8,1-10 64,1 3-64,1-4 72,-4 1-64,0-1 72,1 3-40,-1 6-16,1-12-24,5-2 32,-6 8-40,1-1-16,-1-2 72,1 1 16,-1 0-48,4-5-16,-1 1 32,-3 0-72,1-2 176,-1 2-144,3-2 16,0 1-8,2 0 40,-3-1-192,1 0 152,-1 0 32,0 0-32,2-4 40,2 4-40,-3-4-8,1 1-40,0-1 56,-2-2-16,2 1 40,2 2-32,-1 0 64,1-11-32,0 14-16,0-6 24,0-10-56,0 12 16,0 4 8,0-18 0,0 12-88,0-10 112,0 10-56,0-12 40,1 16-16,1 0 64,-2-16-160,4 12 72,0-12 16,-1 12-8,-3-4 16,0 5 72,4 2-16,0-14 104,-1 14-168,1-3-8,0-9 16,-4 14 0,3 2-208,1-6 168,0-1 32,-1 1-16,3-1 56,-2 1-24,-1-1-24,3 1 0,-2 1 16,1 0 48,-1 1-48,-2 3 0,3-4 8,1 4-8,-3 0-48,3-4 56,-1 4-48,-4 0 40,2 0-8,1 0-16,1 0-16,-1 2 56,-4 0-40,2 0 24,0 0-8,1 1 16,1-1-16,-4 4-64,4-3 32,-4 3-8,0-6 48,3 5-72,-3-1 0,0 2 88,0-1-48,0 1 16,0-1 24,0 1-80,0-4 136,0 1-88,0 3 40,-1-2-16,0-3 48,-2 16-160,-1-12 200,2 1-80,-3 1 8,-1-1 0,5-5-16,-3 3-64,-2 2 8,1 1 32,-1-1 56,1-1-8,2-1-24,0-1 80,-2 3-56,-1-2-120,1-1 96,-1-1-40,1 2 40,4-4 0,-4 2 80,-1 1-120,1-1 104,1-2-56,-1 0 8,4 1-16,-2 0 48,-1-1-104,3 0 40,-1 0 40,0 0 8,1 0-32,0 0 72,-1 0-32,0-5 216,1 1-280,-1-2-24,2 3 32,0 2 16,0-2-240,0-1 184,0-1 104,0-1-32,0 1-16,0-10 72,0 15-96,3-5-104,-3-1 144,4-11-32,0 14-16,-4-3 176,5-8-128,-1 10-32,0-2-8,-1 1-40,-2 1 64,2-7-80,1 7-24,-1 1 32,1-3 48,0 1-33,-1 1 57,-1 2 65,2-13-65,0 15 40,1-3-96,-1-1-33,1 1 89,-5 2-64,4-2-88,0-1 80,-1 0 16,-3 4 40,4 0-8,-3-1 24,2-1 40,0 2-80,-3 0 168,4 0-152,-4 0-24,0 0 48,4 2-184,-4 1 224,3-1-96,-3 0 24,0 0 16,0-2 16,0 0-112,0 2 80,0 1-8,0 1-8,0 0 24,0-3 24,0-1 32,-1 6-40,-1-4 0,0 2-8,2 1 24,-2 0-8,2-4-16,-2 6 32,0-3 40,0-1-104,1 1 88,-3 0-80,2 1-8,-2-1 16,3 0 80,-3-1 8,0 1-48,2-3-8,1 0 88,-3 4-168,0-3 168,2 2-88,1 1-32,-3 1 40,4-6-8,-2 5-96,-2 1 32,1-1 72,1-1 0,0 0 0,1-3-8,0 1 48,-1 0-88,0 4 56,-1-3-88,1 1-8,0-2 80,2-2-216,-2 2-232,0-2-136,1 0-128,1 2-88,-2-1-89,2-1 889,0 0-984,0 2-208,0-2-112,-2 0-73,2 0-79,0 0 1456,0 0-1472,0 0-48,0 0 351,0-3 321,0 3 376,0-4 472,0 4-112,0-4-24,0 1 40,0-3-3801,0 6 3897</inkml:trace>
  <inkml:trace contextRef="#ctx0" brushRef="#br0" timeOffset="1">199 2882 6617,'0'2'248,"0"0"112,-2-2 160,2 0-520,0 0 696,0 0-24,0 0-15,0 0-73,0 0-88,0 0-48,0 0-4001,0 0 7514,0-4-3561,0 1 88,0-1 24,0 0 56,0 2-568,0 1 625,0-3-25,0-2-48,0 1 32,0-1-40,0 1-544,0 5 472,0-6 48,0-10-152,0 12 0,0-1-16,0-12-63,0 16-289,0-2 312,0-2-72,0-13 72,3 12-80,-3-11 0,3 14-232,-2 1 232,-1-15-80,4 3 232,-1 8-224,-3-18 24,4 8-40,-4 15-144,4-15-80,0-2 144,-1 1-16,1-3 32,0 0 8,-3 11-88,1-2 144,2-10-80,0 3 112,-1-2-120,1-2-16,-1 3-40,-2 16 88,2-19-176,1-4 208,0 4-32,-1 0-48,1 0 64,-3 18-104,4-11-8,0-7 8,1 0 40,-1-2 64,1 2 0,-3 8-104,-1 4 144,4-14-8,-1 0-112,1 0 40,-1-3-8,-1 2-56,-4 24 32,4-28 16,-1-1-88,3 3 104,-3-1-40,1 2 25,-2 17-49,2-9 96,1-10-152,1 1 144,-1-5-88,1 3 32,-2 7-32,-3 15 96,5-25-112,-1 3 72,-1-4-64,1 1-24,1-2 64,-5 29-32,3-24 8,11-5-48,-15-3 64,6 2-64,-1 0 32,-2 16 8,0 3 64,2-13-88,-1-3 72,0 3-48,-4 1-8,3 3 8,-3 23-8,0-24-8,4 4-48,-4-2 64,4 2 40,-4 2-48,0 14 8,0-9 56,3-1-96,-3-1 0,4 3 64,-4-3-32,0 13 8,0 3 80,4-22 8,-1 18-72,-3-13 16,0 12-8,4-10-16,-4 14-8,0-2 40,0-16-104,4 14 96,-1-10-40,-3 10-24,2 0 32,0-3 96,2 4-128,-1-10 88,1 12-24,-4-12-16,3 10-16,-2 4 56,-1-13-80,0 10 56,3-2 8,-3 3-72,0-1 80,0 3-48,0-3-16,4 0-80,-4 0 96,0 4-64,0 0-8,0-2 72,0 1 16,0 1-128,0 0 40,0 0 16,0 0-24,0 0 80,0 0-64,0 0-105,0 0-55,0 0-40,0 0-40,0 0 0,0 0 1633,0 1-2986,0-1 1193,0 2 24,0 0-96,0 0-64,0-1 600,0 0-608,0 4-169,0-3-111,0 2-120,0 1-192,0-3-120,0-2 1320,0 2-1425,0 2-103,0-3 56,0 3 175,0 2 369,0-5 928,0-1-544,0 2 328,0 0 144,-2 0-16,2 0-1296,0-2 1384,0 0-3857,0 0 3857</inkml:trace>
  <inkml:trace contextRef="#ctx0" brushRef="#br0" timeOffset="2">715 510 6737,'4'2'440,"0"2"208,-1 1 184,1 1 121,0-1-97,-2-2-856,-1-2 736,5 5-104,-2-1-80,-4 1-32,3-1 16,-3-1-536,0-4 496,4 3 1,-4 1-73,0 0-16,0-1 24,0 3-32,0-4-400,0 2 400,0 3-96,0 8 24,-2-10-16,0 2-8,0 4-304,1-7 312,-5 2-40,1-1-24,-1 10-15,0-10-9,1 3-16,4-6-208,-5 12 200,-9-8-104,11 1 56,-3 1-16,-8 6-24,12-12-112,1 0 200,-4 3-80,-9 1-32,10-1-8,-2 1-8,-6-3-72,11-2 72,-4 4 32,-8-1-64,8-2 8,-9 0-8,10-1-48,3 0 8,-3 0 80,-10-1-88,9 0 8,1 0 40,-10 0-40,13 0 0,0 0 88,-5 0-24,-8-3-56,12 3 64,-3-6-24,1-9 8,4 15-56,-6-3 80,2-3-104,-1-9 16,1 12 16,1-3 16,2 0-24,0-2 64,-1 4-24,-1-13-32,2 12 0,0-12 24,-1 13-32,3 3 0,-2-16 8,0 12 8,2-16-24,0 16 48,0-13-24,0 16-16,0-2 8,0-11-64,4 10 24,-1-10 48,-3 10-16,3-5 0,-2 3 56,3 3-24,1-10-48,1 10 32,-3-2 0,3 1-16,-6 5 8,5-6 32,1-8-64,-1 14 16,1-6 0,-1 1-16,-2 3 24,0-2 24,3-1-48,8 1 16,-10 0 8,0 1 48,7 0-48,-8 2 56,1-3 32,2 4-48,10 0-40,-12 0 32,1-3-40,-4 2 8,13-2 8,-10 3-32,1 0 72,10 0-8,-11 0 8,-2 0-48,1 0 56,3 0-80,-1 0 64,1 2-40,-1 1 24,0 1-24,-4-4 16,4 6-24,-1-1-24,1 2 80,-1 1-16,0-1-40,-3-2 8,1 5 56,-2-6-136,0 3 8,4 0 72,-4 8 16,0-11-16,0-3 56,0 7 0,-2 7-48,0-10-40,1 10 64,-3-10-16,4-4-16,-6 13 56,3-8-48,-1 1 24,0 0 0,1 1 24,1-1-56,0 2 120,-4-5-40,3 1 40,-3 10-64,1-11-8,0 0-48,4-3 72,-4 5-32,-1-1 48,-1 1-8,1-1-48,1 1-48,3-5 16,-4 3 16,1-2-72,-1 2 40,1-2 80,-1 0-88,3-1 24,1-1 64,-4 0-24,1 0-72,-1 0 72,1 0-32,1 0-8,4 0 24,-4 0 24,1-3-88,-1-1 64,-1 0-40,1 1-16,3 1 32,0 0 48,-3-4-104,3 3 80,-1-3 8,0 1-56,1 1 24,0 2 24,-1-12-48,0 8-16,2 0 8,0-8-16,0 12 48,0 2-48,0-4 0,0-12 40,0 16 24,0-6-64,2-2 48,0 1-32,-2 4-16,4-1-24,-1-1-8,1-1 64,-1 1 16,-2 5-72,4-15 40,-1 15-40,0-6 0,-1 1 32,1 1-32,0-1 64,-1 1-40,1 0-40,2 1 40,-1-1-16,-3 4 64,0 0-16,3-4 8,1 4-24,-1 0 40,1 0-32,8-3 32,-13 2-8,2-2 48,3 3-120,-1-4 80,1 4 0,8 0-48,-14 0 40,0 0 56,6 0-40,-1 0-32,1 0 24,-1 0 0,0 0-8,-4 0-24,5 0 8,-1 2-8,-1 2 8,-1-2 8,-3 1 0,4-3-16,-4 2-72,0 0 32,4 0 48,-4 0 32,0 0-16,0-1 32,0 3-24,-2 1-80,0-1 16,0 2 16,-1-1 40,3-5 8,-6 4 64,1 1-96,-1 1 64,0-1-48,1 1 0,3-4 8,-2 1 16,-1 3-80,-1-1 80,1-1-16,-1-2 24,4 2-24,1-2 64,-5-1-48,1 1 0,-1 0-16,1 0 16,1 0-8,3-2-8,-4 2 0,2-2-8,1 0-8,-2 0 0,2 0 8,2 0 8,-1 0 72,-1-4-32,0 0-32,0 1 24,0-1-24,2-1-8,0 4 0,-2-4 8,2-1-32,0 1-16,0-1-16,0 1 32,0 3 24,0-2-48,0-1-32,0-10 0,0 15 0,4-6-24,-4 3 104,0 1-104,0-4-8,4 1-48,-1-1 32,1 1 16,-4-1-8,0 6 120,4-5-128,-4-1-48,3 1 8,-3-1 8,4 3 32,-4 1 128,0 0-80,4-4-32,-1 6 64,-3-3-8,4 3 8,-1-3 48,-2 2 8,-1-3-56,4 4 48,-4 0-16,0 0-16,0 0-8,0 0 40,0 0-48,0 2-40,0 0 16,0 0 80,0 2 16,0-2-24,0-1 72,0 3 0,0 1-88,-2-1-16,0 0 8,0-1 24,2-2 24,-4 2 0,1 1-48,1 1 40,-2 1-16,2-1 8,1-3-8,-1 2 40,-2 1-64,0 1-8,2-1 32,-1 1 8,1-3-8,2-2 8,-2 2-40,0 3-120,0-2-136,1-1-193,-3 3-231,3-6 712,0 2-952,-1-1-336,2 3-241,0-2-223,0 2-160,0-3 1912,0-1-1609,0 2 417,0 0 456,0 0 456,4 0-3593,-4-2 3873</inkml:trace>
  <inkml:trace contextRef="#ctx0" brushRef="#br0" timeOffset="3">748 423 7145,'0'2'1360,"6"0"473,9 1 95,-12-1-240,3 0-359,8 0-1329,-13-2 1016,2 2-168,12 0-216,-11-2-16,12 1-55,-10-1-1,1 0-560,4 0 568,-5 0-104,14 2 40,-15-2-104,16 0-16,-10 0-384,-8 0 408,12 0-128,0 0 16,1 0-8,3 0-48,-1 0-7,-14 0-233,12 0 216,3 0-96,3 0 40,0 0 0,0 0-8,-8 0-152,-2 0 192,10 0-64,3 2-32,3-2 16,-2 0 32,2 0-144,-27 0 144,29 0 64,-1 0-96,4-4-16,-2 4 8,4-3-24,0-1 72,2 0-80,0 1 32,1-1-48,3 0-40,-11 2-16,-20 1 104,34-5-72,1 1 16,-1-1-24,2 1-24,1-1 32,-40 5-32,34-3 64,9-2-64,0 1 24,1-1 0,2 0-40,-25 4 16,-2-1 64,29-3-40,0 1-56,-3-10 88,-3 15-8,-4-5-48,-40 5 56,43-15 16,-1 15-64,-1-15 56,-1 12 8,-3-3-24,-31 2-48,20-7 48,10 8-72,-5-1-32,1 0 96,-4 1 0,-12 0-40,-11 2 80,22-5-16,-7 3-64,1 3 48,-2 0-56,-2 0 16,-21 0-8,20 0-24,0 0-56,-3 0 104,-2 0-8,1 0-8,-10 0-8,3 0 16,-5 2-104,17-1 64,-16 1 8,12 0-8,-14 0 24,-2-2-16,12 2-56,-10 0-32,1 0-8,1 1-56,9-1-72,-15-2 240,3 2-240,1 0-136,2 0 16,-1-1 16,-1 1-72,-2-1 416,-1 0-368,3-1-72,0 0-161,-1 0-15,1 2-104,0-2-88,-4 2-80,3-2-128,-3 0-105,4 0-175,-4 0-136,1 0 1432,2 0-1561,-3 0-111,0 0 56,0 0 287,0 0 401,0 0 928,0 0-536,0 0 312,0 0 112,4 0-3833,-4 0 3945</inkml:trace>
  <inkml:trace contextRef="#ctx0" brushRef="#br0" timeOffset="4">3505 261 7417,'0'2'112,"3"0"-48,1 3 40,-4 1 88,4-1 64,-3-3-256,2 0 392,-3 4 48,3-1 49,-3 1 47,0-1 8,0 0-544,0-4 552,0 4-80,0 10-40,0-13-8,0 5-40,0 0-32,-1-5-352,-1 4 360,-2 10-64,-2-10 25,1 1 15,-3 8 0,4-12-336,1-1 368,-4 4-48,-8 1-64,11 1 40,-10-1-88,9-2-208,4-4 208,-6 4 8,-8-1-80,10-1 64,-12-1-56,11 0 24,1-1-168,-6 0 160,5-1-112,-1 0 112,-8 0-32,12 0-16,-1 0-112,2 0 176,-13 0-88,12-6-16,-3 3 16,-1-3 8,0 1-32,6 4-64,-6-4 88,0 0-128,-1-10 96,3 11 8,-2-1-7,4-3-57,0-1 128,-2 4-104,-3-12-8,3 2 0,-1 10 64,3-13-80,3 16 64,-4-13 24,0 9-40,2-16-40,0 17-16,1-19 8,0 20 0,0-9 48,1-3-88,0 1 56,0 10 8,0-16 0,0 18-24,0 1 72,0-22 24,3 19 8,1-18-72,0 18 40,0-13-32,-4 17-40,3-4 8,3-12-8,-1 12 32,1-12-40,-1 14 48,1 0-40,3 0 72,-5 0-96,1-3 96,1 1-48,8-1 8,-11 2-32,-2 2 96,14-1-88,-12-1 16,3 0 32,9 4-32,-10-3-8,-2 3-16,9 0 24,-7-4-88,14 4 16,-14 0 96,12 0-56,-14 0 8,-1 0 56,13 0-24,-9 2-40,-1 2 8,14-1 0,-16 3 0,-3-6 32,15 5-80,-11 1 0,10-1-16,-10 1-8,1 1 48,-3-2 24,2 5 0,2-5-48,-1 10 40,1-9-32,-3 12 16,0-14 24,-2-2 8,-1 16-72,4-14 56,-4 10-56,0-6 56,0 10 8,0-15 0,0 9-16,-2-5-16,0 12 32,-2-12 0,-1 9 8,2-8-8,0-1 112,-2-1-48,-3 16-8,1-17 16,1 14-56,0-14-16,5-5 32,-14 8 24,12 6-16,-5-10 32,-6 1 32,8 10-16,5-14-88,-3 2 104,-11 2-112,9 1 48,-1-1 16,-8 1-32,12-5-24,1 0 104,-15 2-72,12-1 0,-3 0 24,-6-2-8,12 0 24,2 0-72,-6 0 40,-1 0-40,0-5 48,1-1-40,-9 1 56,15 2-64,-1 0 96,-3-3-88,-2-8 40,3 10-32,-1-12 16,1 13-32,2 2 40,-2-14-24,-1 11-40,0-12 8,2 10 0,1-14 32,0 17-16,0-9 16,1 7-96,0-19 80,0 19-40,0-16 56,0 18-16,0 1 64,0-17-72,3 14 0,1-15-40,0 16 8,-1-14 16,1 14 16,2-11-16,-3 10 16,3-10-8,-1 11-32,-3 2 48,2-1 8,11-1-88,-15-1 56,5-1 40,1 1-40,-2 2 24,-3 2 40,14-3-48,-11 4-16,1 0-8,10 0 8,-12-3-24,-2 2 48,4-2-64,0 3-80,1 0 72,0 0 16,-1 0 0,-2 1 56,0 0 8,2 1-80,1 1 32,-3 1-16,1 1 0,-1 0 56,-2-4-16,2 4-72,-3 1 96,4-1-48,-4 3 0,0-3 64,0 0-24,0 7-32,0-7-8,0 3 32,0 8 0,0-12 8,0 6 0,0-5 80,-2 0-16,0 12 24,-1-12 0,-1 3 0,0 6-8,4-14-80,-5 6 72,-1 1-40,1 12 56,-1-14 64,-1 2-8,5-3-144,-2 0 192,-3 3-112,0 8 24,-1-11-40,1 1 32,3-1-96,2-2 104,-5-1-72,2 3 24,-1-2-24,0 0 48,1 0-40,-1-1 8,3-1-40,-3 0 40,3 0 24,-1 0 24,2 0-96,0 0 104,-1-5-48,1-1 16,-2 1-80,2 1 24,0-1-16,2 5 40,-3-6-40,1-10-8,0 12 24,2-11-72,0 10 64,0-1-8,0-5 48,-2 6-128,2-10 120,0 9-24,0-10 8,0 12-24,0 2 56,0-14-72,4 12 8,0-12-24,-1 12 40,1-11-8,0 12-40,-1-3-56,1-12 40,0 14-8,-4-11 32,3 15 16,1-5-64,0-10 8,1 15-16,-1-5 48,-1 1 40,-3 4-40,4-4 8,0 1-8,0 3 0,-1-4-16,1 4 16,-3 0 40,2 0-80,0 0-64,1 0 24,0 0 32,-1 0 16,1 0 40,0 0-40,-4 0 24,0 0-8,3 2 24,-3 3 24,0-5 8,0 6-72,0-1-32,0 1 80,0 1-8,0 0 40,0-3-8,0 0 64,0 11-120,0-10 112,0 1-16,0 10 16,0-11-56,0-4 120,0 13-88,-2-8 0,1 10 16,-3-10 16,0 1 0,4-6-64,-3 13 104,-3-10-64,2 3 8,1 8 56,-3-13-32,3 5 40,-1 0-8,2-1-8,-2-1-64,1-1 32,-1 1-64,4-5 48,-2 4 8,-2 2 16,-1-3-16,3-1-32,-3 0-32,3-1 8,0 0 32,0-1-64,0 2 80,0-2 8,1 0 0,-1 0-56,2 0 96,-2 0-56,0-4-32,0 0-56,2 1 32,0-3-16,0 1 40,0-1-24,0 1 56,0-1-16,0-9-16,0 14-8,0-1 56,0-4-136,4 1 24,-4-1 24,4-9 40,-4 13-8,0 1 40,3-5-56,1 1-64,0-1 24,-1 1-40,1-1 8,-3 5 88,2-3-16,0-2-136,1 2 56,0 1 56,-4-1-56,2 2 96,-1 0-8,3 2-8,2 0 32,-3 0-96,1 0 0,0 0-32,1 0-64,1 0 48,-1 0 24,-1 0-16,-1 2 88,-3 0 32,0 0-56,4 3-40,0 1 48,-4 1-80,3-1 104,-3 6 24,0-9-40,0 2 32,0 1-40,0 8 0,0-10 32,-1 3-24,0-5 40,0 4 8,-1 8-128,-2-8 72,2 1 48,-1 10-24,-3-13 56,3 3-152,-1 8-200,0-12-208,-1 5-273,1-3 801,4-5-1112,-2 6-336,-3-1-377,3 1-255,-2-3 232,2-1 463,0 0 545,2 0 456,0-2-3649,0 0 4033</inkml:trace>
  <inkml:trace contextRef="#ctx0" brushRef="#br0" timeOffset="5">3451 245 7033,'0'0'72,"0"0"-8,0 0-64,0 0 128,0 0 48,0 0 72,4 0 120,-4 0 64,4 1 48,-4 0-480,0 0 545,4 1 15,-4 0 120,3 0 48,1 2-24,-4-2-704,0 1 744,4 1-96,-4 1 1,3 1 39,1-1-8,-4 0-680,0-4 672,4 2-48,-1 12-64,1-11-8,-4 11-48,4-10-39,-4-2-465,3 9 440,1-5-128,0 12 40,-1-12-16,1 13-24,-2-16-312,0-1 368,1 20-80,1-16 16,0 17-24,-1-8-16,1-1-264,-4-15 280,4 18-56,-1-1-32,1 3-16,2-3-16,-3 5-39,-1-14-121,0 6 128,3 8-96,1 0 88,0 0 0,-1 2 8,1 0 24,-1 3-96,1 3-8,-1-3 0,1 5 16,8-1 16,-13-27-80,2 20 40,3 5-48,-1 2 32,10-3-56,-15 3 72,3-14-40,-1-1 64,13 17-48,-11 2 24,1-3-16,1 4 24,-1-6-48,-5-27 40,15 32-24,-11 0 16,1-2-8,1 4 0,10 2 0,-15-28-24,2 16 16,2 10-72,10 0 64,-11-2 40,-1 2 16,3-4 96,9-2-24,-12-2 32,1 1-88,2-3 0,8 3-8,-14-29-72,4 25 32,1 2-24,-1 0 88,2-3-32,-1 1-16,-3-17-48,2 6 152,1 11-120,1 3 120,8-5-80,-10 0-24,-1-4-48,-2-16 96,13 16-104,-14 4 144,6-2-80,0 2 24,-1-2-16,-4-17-64,4 14-24,0 5-8,10 0 8,-15 0 48,5 3 8,-2-12-32,0-4 88,2 13-40,1 0 72,9 2-152,-15 1 16,14 0 16,-14-26-40,0 32-88,15-4 160,-11 2-32,1 1 40,1-5 0,-4-15-40,1 9 16,12 9-40,-11-4 120,1 3-80,1-1 24,-2-9-40,-3-13 120,3 24-104,1-8 88,1 2-16,-1-4-8,-1 0-48,0 0-48,-1-3-48,3 0 40,-2-3 40,-1 1-8,-1-11-8,0-1 64,2 16-56,-1-5-72,1-8 112,-4 10-24,3-12-24,-2-4 48,2 6-8,1-1-104,-4 1 88,4 1-8,-4-1 32,1-5-48,1 3 64,-2 2-136,4-5 16,-4 3 64,0-2-32,0 0 24,0 0 80,0 3-40,0-3 40,0 2-24,0-3-72,0 1 72,0-2-56,0 0-80,0 0-40,0 2 56,4 0-64,-4 0 8,0-1 120,0 0-80,0 1-120,0-1-40,0-1-16,0 0-48,0 0 304,0 0-344,0 0-72,0 2-168,3 0-8,-3 0-80,0-2-129,0 0 801,0 0-840,0 0-232,0 0-96,0 0-105,-1 0-215,-1-2 1488,2 0-1688,-2-1-233,0-3-95,-2 0 264,1-8 527,-1 10 497,4 4 728,-4-4-280,2-1 128,-1-1-3865,3 6 4017</inkml:trace>
  <inkml:trace contextRef="#ctx0" brushRef="#br0" timeOffset="6">4297 3157 7553,'0'0'336,"0"0"184,0 2 96,4 4 57,-4-4-673,0 1 624,0 3-96,0-1 24,0 3 0,4-1 32,-4 5-584,0-9 664,0-1 24,0 3 1,0 10 23,0-12-16,-2 5-56,1-5-640,0 10 616,-1-7-104,0 9-72,-3-10 16,-1 10-71,1-10-17,-1 10-72,1-9-16,-3 8-64,3-8-40,-2 1-176,7-7 216,-8 15-96,1-10 8,-10 3 32,12-1-8,-10-1-16,13-4-136,-1 1 152,-5 1-96,-8 1 168,10-1-160,-9-2 24,11-2-88,3 0 120,-5 0-200,-8 0 80,8-4 64,-1 0 40,-8 1-16,14 2-88,-3-4 80,-4-9-80,1 8 40,0-11 8,-1 14 16,5-6-64,1 1 104,-4 3-64,1-17 40,-1 5-8,2-1-16,1-1-40,1 5-32,0-8 208,0 3-216,0 1 56,2-1-8,0 15-24,0-6-152,0-5 168,4-2 40,0 3 0,-4 8-40,2-7-16,-1 6 56,3 1-64,2-10 32,-3 10 24,3-10-32,-1 12 16,-4 4-32,4-4 16,0-1-80,1 1 88,-1-1-8,1 1-32,9 0 64,-12 1-88,3 3 32,-1 0 32,10 0-24,-15 0 0,0 0 48,15 0-48,-12 0-120,3 0 136,10 2-64,-12 1 32,11-1 112,-11 2-168,12 1 64,-12 1-8,10 1 0,-11-3 16,-2 0 16,16 3-16,-14 9 0,3-10-24,9 9-24,-12-8 48,-3-7-32,4 17-24,1-12-48,-1 12 104,0-12-16,0 14 16,-1-12 88,-3 11-128,4-10 120,0 8-72,-4-1 24,0-11-32,0-3 72,0 16-88,0-2 152,0-10-136,0 10 56,-2-10-24,2-4-32,-2 4-88,-2 2 64,1-1 48,-3-1 16,0 3 8,5-5-48,-1-1 112,-4 4-104,3-4-80,-3 1 96,1-1-8,0 0-16,4-2 40,-4 4 73,-1-3-81,1-1-24,-1 0 8,0 0-48,1 0 16,-1 0-33,1 0 33,-1-5 48,1-1-56,1 3 24,2 1 65,-3-4-41,-1 1 80,3-10-64,-3 11-8,2-14-24,4 17-8,-5-13-104,-1 9 96,3-17 40,-1 5-32,0 1 40,4 9-40,-1-1 64,-1-9-136,0 3 184,0-1-96,0 0-24,2 4 8,0 8 72,0-14-128,0 11 16,0-12 56,4 3-24,0 10-8,-4 1 16,3-12 64,1 10-120,0-10 24,-1 12 32,1-2-24,-1-2 24,-1 2 24,2 6-32,2-19 64,-1 16-96,1-1 40,-3 0 0,-3 4-24,4 0-64,2 0 136,-1-3-72,1 3 24,-1-4-32,-3 4 32,0 0-64,1 0-8,3 0-41,-2 0 89,1 2 32,-1-1-8,-2 0 0,3 0 72,-1 3-80,1 2-80,-1-1 72,2 2-48,-6-6 64,3 4-56,1 1-24,0 8 32,-1-10 32,-3 3-16,2 1 32,0-1 32,-2-2-56,0 10 128,0-7-136,0 10 40,0-12-8,0-5 64,0 21-168,-2-16 256,0 10-96,-1-8-40,-1 12 48,3-16-64,-4 7-24,2 3-8,-3-6 88,3 10 8,-3-10 25,2 2-89,3-4 144,-5 0-64,1 10 112,-1-10-152,2-1 32,-1 3-32,5-8-40,-4 5-48,-1 1 48,-1 1 64,1-2 0,-1-1-56,4-3-8,0 0 80,-1 1-136,1 0 56,0-2 24,0 0-32,1 0 8,0 0 40,-2 0-32,1-6 40,0 2-8,0-1-24,0-1 16,2 6-32,-2-3-56,1-12-16,-1 11 80,0-10-24,2 10 64,-1-6-48,0 3 72,1-7-64,0-3 208,0 2-216,0 1 8,0 0-8,0 13-8,0-5-232,0-12 280,0 13-72,4-14 32,-4 14 40,3-16-104,1 16 0,-4-13 96,0 14-104,4-2 40,0 1 32,-4-10-72,3 11-64,-3 1 96,4-1 24,-4 0-16,0 4 32,4 0 88,-4 0-176,3-3 48,1 3-24,-4 0 16,2 0 48,0 0 16,-2 0-40,0 0 152,3 0-160,-3 2 8,0-1-40,4 1-168,-4 2 248,0 1-97,4 1 49,-4-1 8,0-2 24,0 2-80,0 0 40,0 1-32,0 1 104,0 1-56,0 1 24,0-4 16,0 1 32,0 1-64,0 8 8,0-10 56,-2 3-40,2-7-8,-2 14 0,0-9-24,0 9 40,-1-10 40,1 12 0,0-15-56,0 1 97,-3 15-105,1-12-16,-2 11 32,1-12 16,2 1-24,2-5 72,-3 7-16,-1-3 56,-1 1-96,1-1 0,1 1 24,3-3-40,-3 10-56,0-11 40,0 4 24,-1-3 8,1-1 8,1-1-24,1 0 72,0 1-64,-2-2 64,2 0-56,0 0-24,-1 0 8,3 0 24,-4 0-48,0 0-24,3-4 88,-1 1-32,0-3-24,1 4 16,0-1 64,-1-12-176,0 9 216,1 1-112,-1-12 32,2 15-24,0 1 112,-2-5-200,2-12 56,-2 12-8,2-14 56,0 14 0,0-14 16,0 15-104,0-14 56,4 14 0,-4-14 24,2 18-8,-1-1 72,3-15-96,-4 12 32,4-10-48,-1 11-16,-3-1 56,0 5-16,4-6-32,-4 1 80,4-1-40,-1 1-48,-3 1 8,1 3 48,2-4-72,1 2-24,-4-1 120,3 4-72,1 0 32,-4-2 16,0 0 40,4 2-96,0 0 184,-1 0-136,-3 0 24,4 0-24,-4 0 8,4 0-128,-4 0 39,3 2 41,-3 0 24,4 0 40,-4-1-16,0 2 16,0 0-56,0 3-48,0-2 64,0-1 24,3 2 0,-2-4 0,-1 1 48,0 1-24,0 3-16,0 1 16,0 0 0,0-5-24,0 4-32,-2 1-32,-2 1 24,0-1 40,1 0 8,1-3-8,0-2 72,-2 5-40,3 8 40,-5-12-15,0 5 15,3-1-72,3-7 72,-6 8-88,1-3-8,1 10 40,0-12 0,-1 3 16,1-1 24,1 1-80,-1 0 136,2-3-88,-2 1 0,3-1-24,1-2 40,-4 0-144,2 5 216,0-4-112,0-2 8,1 0 16,0 0-24,0 0-104,1 0 40,0 0 16,0 0 8,0 0-64,0 0 104,0 0-129,0-4-87,0 0-8,0 1-248,3 3-144,-3 0 616,0 0-824,4 0-280,-4-4-24,4 0-273,-4 4-199,3-3-241,-3 2 1841,0-2-2016,4-1 168,2 4 487,-3-3 489,3-1 432,-3 2 440,-1 0-144,4-1-3929,-6 3 4073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2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581 159 7529,'0'0'240,"0"0"16,0 1-256,0 0 336,4 1-48,0-1-88,-4 1-56,3 0-88,-3 2-56,0-4 72,4 2-48,-4 0-32,0 1 24,4-1-16,-4 0 0,0-1 0,0 0 16,0 1-40,3-1 24,-3 1-16,0 0 0,0-1 16,0 0-80,0-1 16,0 0-72,0 2-16,0-2-24,0 0 176,0 0-192,0 0-8,0 0 24,-2 0 56,2 0 24,-1 0 96,1 0-40,-2 0 8,0 0 0,0 0 0,0 0 16,0 0 16,2 0-32,-1 0-40,-1 0-8,0-4-3713,2 4 3793</inkml:trace>
  <inkml:trace contextRef="#ctx0" brushRef="#br0" timeOffset="2685">590 152 7497,'0'0'40,"-1"0"-16,1 0-24,0 0 56,-2 0-24,0-4 72,2 4-16,0 0 48,0 0-136,0 0 216,0 0-32,0 0 88,0 0 0,0 0-40,0 0 41,0-4-17,0 4-32,0 0 40,0 0 0,4 0 16,-4 0-280,0 0 312,0-3-8,0 3 0,3 0-8,-3 0-16,0 0-16,0 0-264,0 0 264,0 0 0,0 0 56,0 0 40,0 0 25,0 0-1978,0-4 3594,0 4-1633,0 0 8,0 0 0,0 0 32,0 0-408,0 0 416,0 0-8,4 0 8,-4 0-88,0 0 16,0 0-48,0 0-296,0 0 272,4 0-15,-4 0-25,0 0 32,0 2-56,0-1-208,0 0 224,0-1 48,0 0 72,0 0-120,0 1 48,0 1-80,0 0-80,0 2 88,0-2 8,0 1 8,0 1-48,0-3-168,0 2 232,0 2-88,0-1 72,0 1-40,0 1-8,0 4-168,0-5 216,0-2-64,0 3 81,0 1-49,0 10-32,0-10 0,0-6-152,-2 20 72,2-6-32,-2 0 80,2-8-8,-2 13-8,1-12-104,0 1 176,-1 9-88,1 0 24,-3 3-24,-2 1-16,3-4-72,3-14 56,-4 20-48,0-2 184,2 2-120,-3 1 40,1-3-16,3-15-96,-3 12-88,0 7 72,0-2 96,1 3-56,-3-1 64,4-8-88,1-8 80,-3 16-80,0-1 176,0 5-136,1-1-8,-3 0-32,6-28 48,-3 33-128,1 1 24,0 2 80,0 0-16,-2-2 0,3-20-8,-1 7 120,-2 16-128,2-1 64,-1 5-32,-1-3-40,0-7 16,2-22 64,-1 34-64,-3-1 160,1 1-176,1 0-16,-2-2-32,5-34 64,-3 27-240,-2 5 128,1-1 0,-1-1 104,-1-1 0,2-2 88,-3-2-24,1-4 64,1 1-144,1-1 0,-2-4 24,6-24-24,-4 25-112,-2-4 192,-1-4-48,1 2 16,-8-3-40,15-12 16,-2 7-40,-3 2-48,1-6 40,-1 10 64,1-12-32,1 4 16,2-6 24,-2 2-56,1 1-8,-2 0-48,2-1 32,-1 0-16,2-6 72,0 5-144,-1 1-56,2-5 24,-2 1 16,0 0-24,1-2 184,0 0-120,1 0-88,0-5 72,-2-1-64,2 1 8,0-9 192,0 11-136,0-3-81,0-10 249,0-1-96,0 1-16,0-4-56,0 13 136,0-10-264,0-5 56,4-4 64,0 2 56,0-5 24,-2 10 64,-1 8 0,3-20-80,0-2 104,-1-4-120,1-2-32,0-1 16,-4 39 112,0-40-208,3-2 40,3-1 96,-1 0-40,1-4 24,0 29 88,3-8-40,-6-22-104,1-1 136,1 0-184,1 1 16,5 11 176,-7 26-192,-4-38-112,14-1 224,-10-2-128,2-1 32,-1 3-48,-4 40 224,4-32-328,9-8 24,-10 1-33,1 1 9,12 1-32,-15 22 360,0 4-304,3-24 0,1 2 64,-3 0 0,1 1 24,1 8 216,-4 34-176,2-38-16,1 6 64,0 2 24,-1 3 56,-3 2 8,1 19 40,2-8-40,-3-5-40,4 4 40,-4 1 32,3 9 24,-3-7-16,0 8 24,0 1-16,0-10 32,4 14-8,-4-6 48,4 1 8,-4 4-88,0-2 64,0 3 48,3 0 80,-3 0 40,4 2 16,-4 0-248,0-1 264,0 5-48,0 1 48,4 1-88,-4 8 8,0-9-184,0-6 168,0 19-48,-2-2 88,0 1-8,-2 4-24,1 3-15,2-17-161,-2 12 168,-3 12-80,1 0 40,-1 5 16,-1 3-48,3-12-96,3-14 184,-14 33-64,9 3-24,-1-1 16,-10 5-32,12 2 16,4-55-96,-15 55 64,11 7-40,-10 4 24,10 0-8,-10 2 8,12-44-48,-1 18 48,-17 28-48,14-2 112,-11 1-112,10 1 16,-4-18-16,8-38-56,-2 54-72,-10 0 248,8-2-160,-8-6 72,10 1-56,4-55 24,-14 41-168,10 6 72,-8-2 64,8-1 80,1-4-8,-3-23-40,1-4 128,1 23-56,1-4-40,-10-3 0,11-4-8,0-8-24,3-22-32,-6 17 48,-1 0 8,1-3-48,0-3 56,1-8-32,4-1 0,-3 5-56,-1-9-24,1 1 32,-1-2-72,2 0 32,3-2 88,1 1-32,-4-5-72,2-9 232,0 1-144,0-3 0,2-3 0,0 18 16,0-20-208,0-6 120,0-1 72,0-6-8,4-4 40,-2 21-16,0-4 48,1-20-80,3-6 136,-2 2-152,1-4 0,0 9 48,-4 33-16,4-42-152,1-3 184,-1-4-24,1 0 0,-1-4 72,-3 45-64,2-29 16,1-17-24,-1-3 8,0 3-64,-1-1-64,1 3-40,0 1-88,-1 0 32,1 2-57,0 2-15,-1 0 32,-2 52 264,2-46-336,1 0 0,-1 1 80,1 4 48,0 3 16,-3 24 192,1-6-96,4-14-56,-1 2 120,1 2-16,9 2 32,-12 6 16,-3 20 48,4-24-112,2 3 216,-1 6-160,1 1 40,-1 3-24,-2 13-8,9-9-144,-12 7 136,5-16 8,-1 16 40,0-1 8,-1-2-48,-1 2 104,2 6-16,1-4 112,-1 0-64,2 1 24,-3 3-160,-3 0 176,4 0-48,1 1 136,-1 3-64,0 2-16,-4-1-40,0 0-144,0 5 80,3-5-32,-3 12 24,0-2 0,0-1-24,0-1-48,0-7 72,0 16-80,0 0 40,-1 4-64,-5 1 24,1 1 48,4-25-40,-6 27-8,-7 3-8,10 2 40,-3 4-24,-8-1-16,11-18 16,0 1 73,-10 19-81,8 2 104,-8 4-80,8-2-16,-8-2 0,11-36 16,-2 42-88,-13 0 200,12 0-104,-9-2 8,10 1-8,1-34-24,-7 24-64,6 11-16,-10 2 120,11-3-48,-3 1-24,-1-2 120,1-4-72,0-1-16,1-2 80,1-3-16,-1-3-64,6-31 0,-5 26 104,-1-1-144,3-3 88,-1-2 0,0-3-24,3-12-24,0 4 88,-2 4-128,-1 0 64,0-10-32,2 10 24,0-11-16,1-3 48,-1 5-40,0-1 8,2-3-80,0 0 32,0-2-24,0 0 56,0 0-104,0-4 24,0-1-32,4-12-16,-4 12 80,2-6 48,-1 2-8,5-10 16,-2-1 176,1-2-200,1-4 8,8-3 8,-14 27-32,4-29-160,2-6 135,8-5 41,-10-1-24,13-1 16,-16 29 24,1-16 32,13-19-88,-10-1 96,10-1-48,-9-1 8,5 15 0,-6 21 64,1-36-104,12-6 80,-12 0-64,12-4-24,-12 1-16,-5 57 64,18-49-128,-14-8-40,17 5 16,-16 0 24,16 0-24,-14 31 152,0-2-112,-2-27-8,16 2 112,-16 1-88,12 4 56,-13 11 40,-5 30-64,15-35-112,-11 5 192,1 2-56,10 4-16,-11 3 24,-3 22 32,1-13-88,4-1 8,-1 1 88,-1 1-24,0 1 0,-2 14 16,-1 1 32,3-19-24,0 18 8,-4-1 16,0 0 0,0 4 40,0 0 48,0 0-56,0 2 104,0 4-48,0-1-32,-1 3-88,0 3 152,-3 3-80,-1 3 112,-1 5-32,-1 0-40,1 0-112,5-16 176,-14 25-104,9 4 185,-10 3-65,10 5-24,-12 1 24,17-37-192,-5 30 96,-15 14 32,14-1 64,-11 3 40,10 1-40,-2-24-192,2-5 248,-7 32-24,8 4-56,-13-1-32,12 3 32,-12-1-104,13 1 0,-14-1-40,14 1 16,-11-1 32,3-1-48,10-41-24,-5 23 40,3 17-104,-10-1 72,10-2 0,-8-3 64,11-18-72,3-21 88,-14 33-128,11-4 232,-3-5-176,0-3-8,-1-3 24,8-30-32,-14 22-176,8 1 72,1-4 96,-1-4-16,2-10 32,1 6 64,1-10-112,0 1 8,0-3-24,2-2-48,0 0 104,0 0-136,0-3 32,0-3 64,0-12-72,4 12 48,-1-20 8,-2 20 56,4-11-168,1-11 96,8-1 0,-10-6 24,11-2 40,-12 10 8,-1 12-16,15-31 0,-12-4 16,12-2-120,-12-1 40,14-2 16,-19 54 64,5-53-120,12-7 24,-12 2 8,10 0-80,-11-1-16,-2 36 184,1-11-160,14-26-120,-14 1 152,1 1-201,2 0-15,-2 14 344,-3 33-272,3-40-160,1 3 200,-1 1-16,0 2 16,-1 2 16,-3 2-8,4 3 0,-4 2 32,4 4 72,-4 4 8,0 1 112,0 4 8,0 2 0,0 4 16,0 1-16,0 12-8,0 5 0,3-19 8,-3 16 48,0-3 0,4 0 24,-4 6 80,0 0-160,0 0 168,4 0-8,-4 0 128,0 2-80,0 0-24,2 2-184,-1-2 256,-1 12-136,4-8 160,-4 9-136,0-8-48,4 11-16,-4-1-136,0-1 24,0 3 104,0-1-8,-2 4-24,1-10-40,0 0 120,-1 12-64,0 4 128,-1-1-72,-1 1-23,1-1-89,2-23 104,-2 26-96,-3-1 120,2 4 0,-1 2-24,-1 2 8,5-30-112,-3 24 96,-2 10-16,1-3 32,-1 5 0,1 1 16,0-16-128,3-12 144,-4 32-16,-1-4 56,-1 0-112,1-2 16,0 1-40,6-42-48,-6 42-32,0-3 0,-8-1 72,13 1-24,-12-3 0,12-22-16,0 9 64,-4 13-104,-8-4 96,12 0-80,-4-2 16,2-9 8,3-16 16,-5 19-48,1-3 104,-1-1-48,3-5-8,-3 1-24,5-15 8,0 1-48,-1 12-24,1-10 16,-1 1 16,0-4-24,2-1 64,0 0-16,0-1-48,0 0-16,0-4-32,4-2 8,-1-8 32,1 8-32,0-16 168,1 4-160,10-4-32,-11-2 8,-3 15 120,3-10-264,13-12 128,-14-2 40,14-6 48,-12 1 32,12-3 40,-12-3-8,12-2 16,-13-2-112,12 0-24,-12-1 0,-3 44 104,14-40-161,-11-6 33,11-5 48,-10-1-24,10 0-8,-13 31 112,0-3-88,12-24-56,-10 0 184,13 3-152,-14-1 8,9 13 104,-9 30-104,1-38-176,1 1 168,12 3-16,-14 0 24,3 1 24,-2 31 80,8-18-64,-8-7-16,11 0 40,-11 2 48,10 3-16,-11 13 8,-2 7 48,14-16 24,-10 2-72,1 0 24,10 4-16,-12 2-8,-4 18 8,5-17-8,12 12-16,-17-14 56,5 16 40,-1-1 48,-2 4-128,0 0 208,2 0 8,-1 0 16,-3 2 16,0 1-56,3 2-192,-2-4 176,-1 15-48,0-10 41,0 14-65,0-3-56,0 5-24,0-19-24,0 20-64,-2 0-8,-3 7 48,-1 3 72,-1 4 8,3-16-56,0-2 96,-12 25-40,10 4 0,-8 0-32,8 5 48,-12 0-72,18-51 72,-6 52-16,-12 5 56,12-4-72,-12 2 64,12 3-32,1-40-72,-4 17 72,3 24 48,-1-2 72,-8 0-32,9-2 8,-4-18-168,6-25 200,-2 41-112,-8-3 96,8-3-112,-1-1-8,-8 0-32,9-4-72,1-2 48,-2-3 0,-1-4 8,3 0 56,-1-2 0,1-5-40,-1-3 136,1-1-208,1-5 32,2-5 8,2-12 16,-2 13-144,0-10 160,1 10-64,-1-13 48,2 2 16,0-4-32,0 2-56,0-2-24,0 0-72,3 0-24,1-6 48,-2 3 128,0 0-56,1-15-40,3 3 40,0-1-32,10-4-24,-12-5 112,-4 24-120,16-25-48,-10-5 32,12-2 0,-12-2 48,12-4 16,-16 24 72,2-10-96,16-18-32,-15 1 144,16-4-120,-16 0 8,9 11 96,-10 24-56,2-37-160,9 1 224,-12 1-48,12-4 24,-11 0-24,-4 43 40,5-37-161,-1-8 17,0 5-16,1-1 16,-1 2 0,-1 21 144,-1 4-88,4-27-8,-2 4 8,1 2-8,1 1-16,-2 7 112,-3 30-112,5-35 8,-3 2-48,3 2 120,-3 4 48,3 3-32,-4 21 16,2-11 80,-1-6-120,1 2 56,0 5 0,-1 1 24,1 10 32,0-9-40,-1 12 160,1 3-40,0-4 104,-4 4 48,0 0-304,3 2 240,1 3 9,0 10-9,-1-8-32,-3 14-40,2-13-168,0 0 184,-2 11-40,4 1-16,-4 4-16,0 3-16,0 0-96,0-22 72,0 29 8,0 3 48,-2 4 0,0 1 16,-4 2 16,6-31-160,-3 22 104,-3 13-48,1 3 72,-1 3-80,1 4 64,4-20-112,0-17 160,-3 40-104,2 0 72,-1-4-64,-3 1 48,3 1 8,-1 2-24,0-4 40,0 0-8,-1-4 32,1 2-56,1-3 16,-1-2-88,0-4 96,-1-2-24,1-2-24,1-11-80,2-23 104,-2 28-88,-1-3 80,0-3-16,-1-1-32,1-5-8,3-19-40,-3 12-16,-2 4-72,2-3 32,1-2 40,-1-8 24,-1 10 80,1-12-16,0 8-40,2-12-40,-3 0 8,1 0 0,4-2-16,-3 2-24,-3-2 48,4 0-32,0 0-24,0-6-40,2 1 88,-1-6-144,-1 5-56,0-10 104,2 1-8,0-3 8,0 4 96,0 9-8,0-19-112,0-1 96,0-1-40,4-4-88,-1-1 40,1-2-96,2-2-48,-3-2 72,1-1 32,1-5 8,-3 22 144,0 0-80,4-25-16,-3 4-24,3-6-24,-3 2 72,1 6 72,-4 32-64,4-40-40,-1 1 136,1-1-144,-4 2-48,4 0-16,-4 35 176,0-20-288,0-14 24,0 3 0,0-2 56,0 4-9,0 15 217,0 11-136,0-23 32,0 8 32,4-3-16,-4 5 16,0 4 72,0 22-40,0-21-24,0 4 0,0 3 64,0 9-8,0-8 24,0 12-16,0 0 32,0 2-56,-2-4 216,2 4-136,0 0 32,-2 2-88,2-2 120,0 6-192,-2 1 216,2 10-56,-2-10 41,0 13-9,-1-3-64,-3 3 40,1 2 48,-1 6 80,1 3 0,2-13-224,0-3 288,-2 24-40,-1-1-64,-1 4 40,-8 3-24,10-2-200,4-40 208,-13 42-8,8 3 8,-8 4-8,8 3-64,-11 0-16,16-38-120,-3 25 56,-13 15-40,12 2 72,-14 0 16,12-1 16,-6-18-120,8-23 144,-3 37-48,-8-3 48,10-3-88,-10 0-8,10-4 16,6-40-64,-14 34 0,8 1 8,-11 0 48,12-3-32,-12 1 24,15-23-48,-1 3 80,-4 13-40,-1-6 96,-7-4-88,12-4-24,-2-3-24,4-11 24,-2 6-168,-3-1 168,4-2 24,-1 1-72,1-4-8,1-2 32,0 0-72,-1-4-80,0-1 48,2-12 56,0 12-72,0-10 120,0 6-40,0-12 16,6-1 112,-1-5-136,1-3 48,8-5-16,-14 35 16,0-36-168,15-3 152,-11 0-80,1-1 96,12-2-48,-16 25 48,2-9-64,2-18-8,10 0 80,-15 0-56,5-2 16,1 4 40,-1-2-128,1 1 256,-1 3-200,-1-2 24,0 5 0,-4 30 40,3-25-248,-3-1 144,4 2 0,-4-1-24,0 5 8,0 13 120,0 2-48,0-12-8,4 4-8,-4 3 24,0 3 0,0 9 40,0 4-32,0-4-8,0-1 128,0 3-96,0 3 0,0 0 24,0 0-80,-2 1 48,2 5 144,0-1-112,-2 10 24,2-8 48,-2 12-128,0-4 240,1 1-184,-1 3 56,-2 3-32,0 0-112,-1 2 72,1 1 8,-1 1 16,1 2-40,-1-1 168,-1 3-88,0 1 168,1-2-136,-1 3-16,2-7-80,3-21 160,-3 25-152,-1 3 112,-1-1-24,1-3-48,-1-1-8,1-1 24,1 0-32,-2 1 8,1-1 56,-1 0-16,3-1 32,-3-1 0,1-2 193,1 0-281,0 1 32,-1-3-40,1 0-249,-1-5 257,1-1-24,2 1 24,-2-9-40,4-1 16,-1 4 56,-1-3-88,0 1 16,0-1 40,2 1-40,0-4 16,0-2 57,0 1-74,0-1 98,0 1-89,0-2-48,0 0 31,0 0 25,0-5-144,4-12 24,-1 12 48,1-10 8,0 9 16,-1-6 48,-1 2-32,4-4-56,-1-5 152,12-1-168,-13-4 32,0 0 72,-3 21-48,14-29-192,-11 1 248,12-4-88,-12 2-56,1-4 32,0 27 104,7-15-216,-9-13 48,12-1 160,-11-1-104,11-3 32,-12-1 32,14 2-160,-12-2 152,12 3-72,-13-1-56,12-2 24,-10 2-48,14-3-48,-15 1 112,14 2-32,-14 0 8,5 21 168,0-1-64,-4-18-96,12-2 56,-14 1-40,11 3-48,-10 3 40,14 2-32,-14 1 15,10 7 49,-15 1 24,5 5 0,-3 18 96,2-3-48,0-15-56,-1 16 80,-3-1 8,0 0 16,0 4 0,0 0 64,0 2-48,0 0 64,0 4-120,0-1 0,0 13-40,0-17 80,0 13-120,-2 5 88,-1 1 32,-1 4 8,-1 1-16,3-15 8,-2 8 40,-1 13-88,-1 2 152,-9 4-96,12 0 0,-2-7-8,4-21 80,-6 29-80,1-1 200,-1 5-96,0 1 8,-1 1-8,-7 3-55,10-1-9,-2 4 56,-1-2 40,1 2-16,-1-23-120,1-5 208,5 26-8,-5 0 24,0 0-80,-1-2-8,-6-3-136,14-40 136,-2 39-72,-4 0 48,1-1 8,-1-3-64,-1 1-16,5-28-40,-2 13 56,-1 9-80,-1 2 88,1-6-40,1 1 8,0-5 32,3-4-32,-3-1 56,2-4-40,0-10-8,0 10-40,2-15 0,0 0-8,0 1-80,0 0 32,0-2-40,0 0-48,0-2 144,0 0-112,0-3 0,0-12-8,4 3 24,0-7 40,-1 4 56,-3 12-48,4-21 24,2-3 104,-1-4-72,1-4-40,10-1-16,-15 28 48,2-21-176,12-9 40,-12-4 16,14-4 24,-14 0 0,14-4 40,-13-1-80,10 0 56,-8-1-72,9-1-40,-12-2 95,-3 57 97,17-57-192,-13 0 40,12 0-32,-12 0-16,12 0-40,-14 35 240,2-13-248,12-20-24,-12-4 40,2 2-112,10 2-56,-13 14 400,-2 29-360,4-40-144,1 6 96,-1 4-8,1 0-8,-1 5-9,-4 31 433,2-23-424,1-4-24,-1 3 40,-3 3 16,4 3 32,-2 12 360,0 2-280,-2-7-56,0 3 40,0 8-80,0-9-56,0 15 432,0 0-392,0-3-57,0 3 25,0 0 48,0 5 80,0 10 96,0-13 200,0 3-88,0 19 24,0-4 0,0 3-16,0 2-8,0-8 88,0-10-3833,0-7 3833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2:3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744 649 7665,'0'0'648,"0"0"120,0 0-7,0 1-761,0 0 640,0 1-176,0 2 24,0 1-48,0-1 40,-2 1 40,0 1-48,0-1 104,0 3-31,0 6 23,1-8-8,1-4-560,0 13 512,-2-10-64,0 13 64,0-10 24,-2 10-24,3-10-512,1-1 552,-2 13-119,0 0-105,0 2 0,-2 2-8,1-2-320,3-20 288,-6 24 32,1 0-40,1 3-64,-2-1 8,1 3-24,3-20-200,-2 13 192,-1 9-64,-2 2 88,1 5-24,-9-1 0,12 3 88,-3 1-136,-1-1 120,-1 6-112,1 0-71,0 1-25,6-46-56,-4 47-48,-10 2 48,12 1 64,-3 1 48,-1 1-40,4-30-72,-1 7 96,-4 25-96,-6 3 40,12-1-16,-4 0 16,2-9-40,3-39 104,-5 46-80,1 0 176,1-6-168,-2 1-32,1-3 32,4-38-32,-4 23-160,0 10 88,-1-4 56,1-1-8,-1-6 32,3-13-8,1-7 72,-4 13-40,1-1-168,1-2 128,-1-7 8,1-1 0,4-15-8,-4 5 120,2 1-232,-1-1 24,1-1-64,0-2-48,1-2 208,0 0-137,1 0-183,-2-4 256,2 1-112,0-12 16,0 11 160,0 2-32,0-20-208,0 4 184,0-4-48,6 0 0,-1-6-8,-4 24 112,4-19-112,0-9-64,1-1 120,10-4 24,-12-1 8,4 16 24,-1 1 80,-3-21-128,1-2-120,10-2 40,-12 0 0,1 1 128,-4 40-136,6-44 96,10-4-56,-16-3-32,15 3 80,-11-2 8,-3 40 40,3-23-64,11-18-96,-12 1 56,3 0-80,0 2 32,-3 16 152,-1 19-120,4-39-112,8 3 184,-10-1-192,0 2 32,1 1 8,-5 51 200,15-47-369,-11-2 129,1 4 72,1 0 32,8 2 48,-14 26 88,0-6-32,6-19-64,8 3 64,-10 3 8,0 4 48,-1 7-24,-2 19 56,2-19-72,1 0 8,0 2-24,-1 4-8,1 2 56,-4 14-16,0-9 40,0 8-64,0-14 48,0 16-16,4-1 8,-4 2-16,0 0 88,0-1-8,0 3 40,0 0-8,0 2 32,0 1 0,0-3-144,0 6 128,-2 8 49,0-8-41,0 12 32,-2-1 16,1 1 24,-1 4-56,-1 4 64,-1 2 8,0 5-48,1-6-176,3-17 280,-5 26-96,-10 7-8,14-1 16,-5 0 32,1 2-24,6-37-200,-6 32 208,-7 9-72,10 4-8,-1-1 88,-3 2-24,4-23-192,1-4 232,-4 32-40,-8 1 24,9 2-136,1-2 8,-8-7-88,11-45 80,-3 55-88,-3-3 145,-8 0-97,10 2 8,-9-3-48,14-40 0,-3 21 32,-13 18 0,12-3 32,-10-1-24,10-5-24,-6-16-16,5-16 48,-1 28-48,-10-2 192,12-3-168,-1-4 8,-9-4-24,15-29-8,-5 23-128,-2-1 24,-8-2 80,9-3-16,1-4 24,2-13 16,0 1 72,-2 4-80,-1-1 120,1-1-144,-1-3 8,3-2 24,3 0-24,-4 0-144,0-3 192,2-14-112,-1 12 40,1-19 24,0 3-72,2-3 40,0-7-1,0 0 17,4-6 24,-2 13 16,-1 8 48,3-25-16,2-5 129,-3 0-209,1-7 8,1 0 40,-5 53-32,6-57-177,-1-4 185,1 0-16,9 1 40,-12-5-24,-1 43 24,0-18-112,4-25-64,-1-1-32,1 0-16,8-2-40,-14 18 264,0 32-280,6-50-120,-1 5 104,1 1-24,9 3 8,-12 0 48,3 4-120,-1 4 16,10 3 120,-11 2-16,-1 2 64,3 3 87,-1 4-7,-1 6 72,2 4 8,-1 1 32,-1 7-16,-1 3 32,1 1 8,0 11 16,-4-1 0,3-1 40,-3 5-72,0-1 104,4-2-23,0 4 71,-4 0-8,3 2-32,-3 0-112,0 0 152,4 12 0,-4-10 64,0 13-16,0-3 24,0 1-56,0-15-168,0 22 96,0 0 8,-2 6 32,-1 1 16,-1 4-32,2-18-120,0 3 128,-1 17-56,-1 6 72,-2-1 24,1 4-40,0-7-128,4-30 160,-13 39-64,10 2 88,-3 4 40,-8 1-72,9 0 48,5-40-200,-5 35 96,-1 13-80,-8 1 128,9-1-64,-1 0 40,-3-26-120,4-12 200,-2 38-112,-12-2 137,5 0-193,8-2-56,-13-4 24,20-53 40,-15 53-184,0-3 168,-1-2 48,1-2-48,-2-8 32,15-25-56,-1 9 40,-17 11-112,12-3 152,-12-4-96,13-1 16,-8-9 0,10-11 72,-1 11-160,-11 3 192,12-14-144,-2 12 24,1-16 32,6 0-16,-7 0-160,1 1 56,1 0 23,1-2-39,0-4 48,3 2 72,1-1 8,-2-17-64,2 5-136,0-5 144,0-2-24,3-1 72,-3 18-32,6-24 88,9-5-104,-12-4 32,14-4-72,-14-4 64,2 32 24,7-22-48,-6-16-160,8-1 192,-8 0-144,12-2-40,-12-2 112,12 1-248,-12-1 160,14-1-104,-15 1-72,14 0 16,-19 54 336,5-53-416,14-1-40,-14 0 80,14 0-56,-16 3-17,3 34 449,3-11-328,-4-19-120,1 2 80,10 4-32,-16 0-24,6 4 72,9 3-8,-15 0 80,5 4 48,1 2 72,-3 3 72,-1 23 88,2-14-56,0-3-16,1 6 40,-1-1 40,1 12-8,-2 1 0,-2 2 96,3-13 8,-1 15 88,1 0 112,-4 0 56,5 0-360,-4 0 392,2 0-32,1 2-16,0 4-32,-1-1 24,1 10-72,-3-13-264,2 2 256,0 12-88,1-1 48,0 1 8,-4-1-55,0-1-169,0-10 240,3 15-72,1 3-72,-4 4 88,0-1-32,0 3-24,0-25-128,0 23 184,0 6-144,0 1 48,0 4-48,-2-1 32,0-17-72,1 1 152,-5 22-96,0 1 152,-1 4-136,0 1 56,-7 3-128,13-47 104,-4 53-96,-10-2 152,11 6-88,-11 0 0,10 0 8,-1-42-80,-6 28 8,-3 17-40,0 2 32,0 0 40,-1 3-32,1-3 80,0-2-24,1-1-24,-1-3 8,8-3-24,-12 0 16,19-55-40,-7 48-32,-10-4-8,12-2 88,-10-4 8,10-3 8,2-22-64,0 3 160,-2 12-104,-1-1 208,1-7-152,-1-7-80,1-3-32,5-9 40,-2 2-168,-2 1 184,2-1-40,0-3 8,2-2-56,0 0 32,0 0-88,0-4-24,0-1 0,0-14 48,4 3 24,-2 5 40,0 3 8,1-14 64,3-7 8,-1-2-104,10-4 40,-11-2-16,-4 37-40,5-41-56,12 1 48,-13-4 16,1-4-16,10 0 8,-14 29 40,1-13 32,4-22-88,10 3 48,-12-6 8,11-2-40,-12 17 40,-2 27 48,4-44-80,12 0 0,-14 1 8,3-1-8,10 0 24,-15 52 8,2-45-40,1-7-88,1-1 32,10 3-56,-11 0 0,-3 30 152,1 0-184,4-24-64,9 1 112,-15 4-152,5 2 72,0 8 216,-4 32-184,2-33-120,3 2 232,-1 0-56,-1 4-40,1-1 48,-3 25 120,2-13-184,11-4 55,-15 2 49,5 2 64,1 5 0,-3 11 16,-1 2 96,4-16-31,-3 18 31,1-4-48,0 1-8,-1 3-40,-3 0 72,4 0-64,0 1 32,-4 1 8,4 6 16,-1 6 32,-3-11-96,0 2 120,4 17-64,-4-6 88,0 5-88,0 2 72,0-3-128,0-16 168,0 24-104,0 1 136,0 3-104,0 1-48,-2 2 40,1-27-88,-2 22 16,0 11-16,-3-1 40,2 4 24,-1 2-24,1-16-40,1-8 128,-12 29-40,9 4 16,1 1 24,-2-3 0,-7-2-128,13-47 120,-1 49 8,-5 1-16,-8-1 64,11-1-8,-11-3-56,14-32-112,-1 12 120,-4 17-120,-8-4 176,12-1-80,-4-3 16,2-12-112,3-17 160,-5 23-184,1-5 192,-1-5-104,-1-1-48,1-3 16,6-16-32,-5 11-112,1 1 56,0-8 96,3 10-48,-1-14 8,1 0 0,0 0 40,1 2-104,0-3 200,0-1-152,0 0-24,0 0 40,0 0-8,0-5-160,0-10 144,4 10 16,1-16-16,1 5 0,-5 11 24,3-8-8,11-11-72,-11 0 136,10-4-64,-10-1-24,0 7 32,-3 11 48,16-22-176,-13-4 216,12 0-88,-12-2 0,12 1 48,-15 36-48,4-35-160,12-3 64,-12-1 80,15 1-64,-5-3 48,-8 25 32,1-6-32,6-18-176,-8 0 0,14-3 80,-5 1-16,-11 9 144,-3 26-72,23-40-16,-9 3 16,2 1-112,-3 3 8,1 0 16,-14 34 160,3-23-264,17-7 16,-16 1 24,10 4 64,-11 3 8,4 14 152,-2 5-32,-2-15-40,1 2 56,1 6-72,-2-1 8,1 5 80,-5 14-32,4-4-72,0-11 112,-1 15 0,-3-3 32,4 3-8,-4 0-32,0 0 8,4 0-48,-4 1 144,0 5-72,3 9 16,-3-11-48,0-3 136,0 19-144,0-1 80,0-1 24,0 4-24,0 0 32,0-18-104,0 18 96,-2 6-64,1 3 144,-5 2-48,1 0 72,2-13-200,0-1 256,-2 21-80,-10 1 112,9 6-152,-1 1-8,-6-4-128,11-38 104,-3 47-80,-3-1 248,-8 1-160,10 2 16,-10 0-8,14-40-120,-2 25-80,-16 17 136,13 1 72,-14-1-32,14 0 72,-6-22-168,6-15 192,-1 33-96,-10-2 32,11-3-40,-13-4 0,5-1-48,14-41-40,-13 32-16,7 0-8,-12-7 32,14-3 56,-10-2-48,10-3 49,-1-5-114,-1-6 41,-1-1 16,1-2-24,1-3 16,5-2 49,-7 0-98,3 0-135,-1-3 112,3-12 16,1 0 8,1 11 48,-2-10 96,1-5-136,2-4 8,0-5 8,4-3 24,-2 9 0,0 9 32,1-26-24,3-3 272,-1-2-272,10-4-32,-11-2-32,1-3-240,1 1 288,-1-3-24,1 2 32,8-4-24,-14 36 24,0-13-64,15-21-48,-11-2-16,0 3-32,1-1 0,-1 13 160,-2 27-80,3-36-48,1-3-48,-1 1-16,-1 3 8,1 1-24,-4 43 208,4-34-248,0-6-56,-1 3 32,2 1 24,-3 2 0,-1 19 248,0 3-184,2-19-32,-1 2 160,1 2-32,0 2 32,-1 8 56,-3 18-40,4-20-112,0 1 168,-1 4-8,1 1-40,2 14 32,-6 0 0,3-9-48,1 11 0,0-1 96,-1 0 8,1 1 104,-2 3-160,0 0 192,-2 0-24,3 0 16,1 1-56,0 5 8,-1 9 8,-3-15-144,4 1 176,0 16-88,-4 0 80,3 1 8,-3 4-24,0-11-152,0 2 184,0 14-112,0 3 96,0 7-80,-2 1 40,-2-3-128,3-27 144,-3 39-136,-1-1 160,-1 4-72,1 2-16,-10 3 32,14-45-112,-3 39 48,-4 15 24,1 0 56,-8 1 40,10 3-8,-4-29-160,3-12 184,0 37 40,-10 6 73,1-6-153,10 4 24,-14-4-168,19-63 136,-5 61-184,-3 1 40,-6-4 136,8-2-8,-10-8 32,14-32-152,-2 16 240,-13 11-216,12-3 104,-10-5-72,12-8-32,-2-9-24,4-12 88,-6 15-120,-1-4 192,3-10-136,-1 6-24,1-12-24,4-2 24,-2 4-152,-1-2 40,3-2 16,-3 0 24,2-4 48,1 1 24,0 0 24,1-15-56,-2 3 176,2-3-200,0-4 8,0 0 48,0 20 40,0-22-184,0-4 208,6-3-72,-2 0-24,-1-4-48,-1 24 80,2-15-136,-1-12 80,3-1 56,-1 0 24,-1-3-48,-2 17 24,0 10-24,2-30-104,-1 1 112,1 0-88,0 0-48,1 0 152,-5 44-144,6-46-144,-1-2 23,1 0 73,-1 1-24,1-1 32,-4 26 184,1-6-128,14-22-128,-17-3 104,5 3-80,1 3-64,5 10 296,-8 28-200,1-32-120,2-3 184,8 4-104,-10 3 24,0 0 32,-3 30 184,3-17-320,2-7 80,-1 1 8,-1 4 32,0 2 80,-2 13 120,-1 2 0,3-7-40,0-3 80,-1 5-144,-3 8 56,0-9 0,4 15-56,-4 0 96,0 0-8,0 0 32,0 0-8,0 0-8,0 0 32,0 4-104,0 2 128,0 8-64,0-8 24,0 6-16,0-8 104,0 2-160,0 10 144,0-1-32,0 0 8,0 1 8,0-13-72,0 16 80,0 0-40,0-1 40,-2 4 48,0 0-56,0-8-72,1-2 192,-5 16-32,2-3 80,-1 5-64,-1-1-56,1-2-120,5-24 120,-7 30-112,-8-2 120,11 0-40,-3 2-72,-1 2 8,6-24-24,-3 15-32,-10 11 0,10 2 120,-2-3-16,-12 3-16,14-12-56,3-14 112,-15 30-88,3-1-8,-1 4 40,0-2-24,-1 2-8,15-45-24,-15 44 24,1 1-80,8-2 96,-13 0 0,14-1 24,-1-26-64,-2 4 152,3 18-104,-1-6 104,1-2 0,-1-1-40,3-11-112,2-13 184,-3 16-56,-1-1 80,5-5-64,-1-9-56,0 10 16,1-16-104,0 2 8,1 2-16,0 1 48,0-4-48,0 1 8,0-2 0,0 0 48,0-1-24,4 0 8,-1 0-40,1-4-40,0-1 48,-4 5-48,3-15-16,1 10 80,0-14-32,-1 5 32,3-3-80,-4 10 64,1-4-88,1-11 8,2 0 0,-1-4 80,1-4-16,-2 10 16,-3 13 32,5-26-32,-1 0-120,10-2 56,-15-6 24,15 1 16,-15 34 24,0-29 120,14-7-168,-10 0 72,0-2-56,1-2-40,-2 23 72,0 1 8,2-25-64,10-1 192,-15 2-176,5-4 0,6 16 40,-7 19-72,0-33-184,0-2 232,10 2-96,-10 4-8,1 0-48,0 32 176,5-18-192,-6-11-40,1 1 64,12 3 80,-13 0-24,1 1 160,12 2-88,-12 1-64,14 0 56,-14 0-64,17 4 72,-22 28 40,6-30-24,14 4-24,-15-1 56,16-1 8,-7 3-8,-7 15-8,1-4 80,9-10-80,-3 1 32,-8 2 16,12 1-80,-13 6 32,-4 12 32,15-14-40,-12 1 64,11 10-40,-12-10 8,1 16-8,-3-1-16,2-2-40,2 0 32,-1 3 32,0 0 32,-1 0 16,-1 2-72,0-1 120,-2 5-72,0 8 16,4-8-48,-4 10-24,0 1 8,0-17 0,-2 20-48,-2 2-16,-1 8 56,-1-1 32,-9 4 24,12 6 56,-12 1-80,9 6-8,-10 4 72,9 1 40,-7-9-128,9-28 168,-10 44 32,1 1 24,-3 2-128,2 3 72,1 1-16,12-59-152,-13 56 96,10 8 56,-16-2 56,16-2-8,-13 0 8,15-35-208,0 2 273,-13 34-129,10-5 328,0 2-288,-1-3 16,1-8-200,5-45 176,-7 51-344,1-6 376,0-2-120,1-3-8,-1-5 0,5-34-80,-4 20-32,-1 8-24,-8-4 0,14-5 72,-5-3-32,4-11 16,0-6 88,-3 9-24,-1-2-120,3-10 56,-1 1-32,2-1 32,2-5 0,-2 2 0,0-2-128,2 0 48,-1-5-8,1-12 32,0 11 56,0-3-24,0-5-64,0-5 208,3-3-152,1 0 24,-1 1 8,-2 16 40,4-22-224,1-4 280,-1-4-112,1 0-16,-1-4 8,-2 32 24,9-25-120,-8-10 24,1-2 24,1 0 56,-1-2-8,-2 20 24,0 8 48,13-30-64,-16 2 96,6-2-168,-1 2 24,0 5 64,-4 36-40,14-43-208,-15 1 56,5-1 31,-1-2-23,1 1 24,-3 32 160,2-16-88,1-17-136,1 2 56,-3 2-40,3 2-24,-3 12 232,-2 22-176,4-30-72,1-5 168,8 7-112,-14 1 16,4 4 0,-4 30 176,6-22-312,-3-6 112,3 2 64,-1-1 40,1 6 40,-3 12 56,-1 0 16,4-6-56,9 1 32,-15 1 16,5 10 0,-2-6-8,-2 10 8,4-2-8,1 0-8,-3 1-16,1 3 56,0 0-24,-3 0-8,1 0 40,2 0-56,-4 3 64,4 3 0,-4 10-48,2-11 0,0-2 80,1 17-80,-3-5 32,4 5 8,-4-2-24,0 6 0,0-22-16,0 22 0,0 2-40,0 1 128,0 5-16,0-1 16,0 4 40,-2 0-136,0 0 160,0 3-112,1 3 24,-2-9-64,2-24 136,-5 36-112,4-1 168,-1-3-24,-3 2-40,3 2-24,2-35-104,-4 27 64,0 8-72,1-2 64,-2 0 24,1 1-8,1-18-72,1-6 184,-5 23-48,3 2 88,-3-2-88,1 1-72,-8-2-64,15-40 0,-5 40-48,-10 1-24,9 0 104,-1-1 40,-9-1-64,14-26-8,-2 11 96,-11 13-144,10-3 96,-3 2-16,1-4-8,2-10-24,3-15 72,-4 22-80,-1-5 64,1 1-48,-1-2 0,1-2 16,1-2-72,-1-1-16,3-3 104,1-10-16,-2 10 16,3-14-40,0 0 104,0 4-88,1-1 48,-2 1-80,2-5-32,0-1 48,0 0-64,-2 0-48,2-3 56,0-1-8,0-1 48,0-16-16,0 18 32,0-8-40,0-6-32,0-1-8,0-2 48,0-3 24,2 5 8,0 9 32,1-17-8,1-3-8,1-3-56,-1 1 16,0 0-48,-4 30 72,3-31-144,1-3-32,0 0 0,0 0 24,-1-4-32,-1 24 184,2-8-112,-1-16-64,3 1 136,-2 1-88,-1-2 0,2 9 128,-4 23-96,4-28-208,1-1 224,-1-1-160,-1 2-48,2-2 48,-5 30 240,1-19-344,4-7 56,-3 4 48,1-3 56,0 5-17,-2 13 201,-1 2-80,3-12-24,0 2 0,-1 4-24,1 1 32,-4 12 16,4-1-24,-4 1 88,4 1 16,-4 4 16,3 0 16,-3 0-32,0 2 24,4 3-48,0 3 24,-1 8 56,1-1-24,0 1 56,-1 1 16,1 1 32,-4 4 24,0 2 1,4 0 31,-4-21-192,0 20 152,0 4 16,0 3 64,3 1 8,-3 0 32,0-13-272,0-2 312,0 20-80,0-1 136,-2 4-248,1-1 0,-1 1-120,2-35 160,-2 40-200,-2 0 256,-1 2-8,1-2-16,-1 2 40,3-33-232,0 16 192,-4 16-40,1-3-24,-1 0 32,1-1 0,1-16-160,2-12 224,-3 24-8,-3 0-31,3-6-113,-1 0-16,1-1 64,5-30-120,-6 25 8,1-1 0,-1 0 32,1-4-48,-1-3 80,4-10-72,-1 3 128,-1-3-96,-1 8 152,-1-10-208,1 1-8,0-2 32,4-3 8,-5 1-176,1 0 440,-1-2-296,1 0 8,-1 0-32,6 0 48,-5 0-296,-1-6 240,1-8 48,-1 10 8,3-11-24,0 12 24,0 1 40,-2-22-96,3 7 80,-2-1-40,2-4 32,1 2-16,0 18 40,0-22-72,-1-2 32,0 0 0,0-1 16,2-3-24,0 21 8,0-11 16,0-10-112,0-1 192,0 2-96,0-2 0,0 8 0,0 14 72,0-20-184,0-2 248,0-1-192,0 3 16,0 0-8,0 26 48,0-28-200,0 0 72,0 2-1,4 1-7,-4 1-24,0 13 160,0 0-8,3-15-64,1 3 136,-4 4-136,4 0-40,-1 5 112,-3 15-72,6-14-120,-2 1 184,-1 10-56,-3-14 0,4 15-8,-3 3 72,2-3-64,0 0-16,-3 1 80,4 3 56,-4 0-64,2 0 8,0 0 64,-2 3-88,3 1-8,-3 1-16,4 10 56,-4-7 8,0-7-16,0 21-40,0-5 16,0 3-8,0 0 64,4 1 0,-4-12-32,0 6 64,0 10-136,0 1 112,0 3-32,0 1 48,0-5-56,0-19 144,0 25-136,0 4 168,0-2-120,-2 1 16,0 0 40,2-27-112,-2 20 8,0 8 24,1-1 112,1 0-64,-2-1 40,1-16-120,0-3 169,-1 17-97,0 0 120,-1 1-112,-1-3 8,2-3-88,2-24 64,-4 22-88,1 1 88,-3-3-32,2 2-16,-1-5-24,4-13 8,0 6-24,-3 6-56,1-3 240,-1 0-160,0-10 0,0 8 0,3-9 72,-3 0-200,-1 3 248,-1 0-144,3-1 8,-1-1-32,3-4 48,-2 0-96,-1 1-8,3-2 120,-1 0 0,-2-4-40,3 3 24,0-1 48,-1-13-104,-1 11 56,1-12-24,2 1 40,-2 1-16,2 13 16,-2-17-72,2 0 64,-2-4-32,2-1 0,0-2 8,0 17 16,0-12-24,0-9-56,0 1 104,4 1 0,-4-5-64,0 14 40,0 9 72,4-24-144,-4 3 64,0-1-48,0 0-24,0-1-24,0 31 104,0-27-161,0-1-15,0 1 40,0-1 8,0-1-24,0 18 152,0-5-120,0-13-96,0 1 96,0 1-96,0 4 24,-2 2 24,0 2-64,0 4 80,0-3-24,1 3 88,-1 10-32,1 3 120,0-10-72,-1 13-32,0-4-24,0 4 72,-1 0 32,2 0 24,0 0 72,-1 0-40,0 0 88,0 4-112,1 3-8,1-7 0,-2 16-104,0-10 168,0 14-48,0-5 64,2 0 48,0-9-128,-2 6 152,0 6-56,1 1 0,-1 3 56,0 0 0,1-6-152,0-8 240,-1 16-8,-1 1 56,-3 1-152,1 4-16,1-5 40,4-22-160,-2 22 24,-3 4 40,3 1 72,-4-1-16,1 2 8,2-16-128,0 0 193,-1 14-81,-1-3 88,1 2-120,1-6 32,0-1-112,2-17 96,-1 19-120,-3 0 160,1-2-128,0-1 40,2-4-24,2-11-24,-1 5-24,-1-3-8,0 12-24,0-14 88,2 1-24,0-2-8,0-3 104,-2 5-32,2-2-64,0-3-24,0-1-24,0 0 40,0 0-40,0 0-32,0-5 56,0-1-16,0-10 56,2 14-24,0-2 56,2-14-112,-1 3 288,3 1-264,-3-7 16,0 5 16,-2 12 32,5-18-296,-3 2 368,3 0-128,-3-2-24,3-2 72,-5 19-24,4-14-136,-2-7 32,3 2 72,-1 2-24,-1-2-8,-1 12 64,-1 2 0,2-12-48,-4 0-48,4 2-24,-1-1 48,1 2 72,-4 18-105,0-17 33,4 1-72,-1 3 56,-3 8-8,0-12-16,0 16 112,0 0 0,0-4-160,0 3 120,0-1-16,-1 4-16,-2 0 72,2 0 40,-5 4-88,1 3 288,-1 12-224,1-5-16,-2 5-8,6-17 8,-6 16-264,-8 4 200,12 2 24,-12 2-16,10-1-64,-3-11 120,1 0-128,1 13-88,-1 3-24,-8-1-40,10 1-24,-2-6 304,6-21-384,-13 25-80,10-2-80,-3 1-136,-1-3-177,1 0-263,5-18 1120,-2 10-1464,-1 4-233,3-3-71,-2-2 40,3-1 383,-1-10 1345,2-2-920,0 14 344,0-10-1184,5 1-2329,-5-7 4089</inkml:trace>
  <inkml:trace contextRef="#ctx0" brushRef="#br0" timeOffset="2750">3266 339 7889,'0'3'608,"0"1"-16,0 1 49,0-4-641,0 4 608,0 0-88,0 1-16,0-1 24,0 1-8,-1-2 80,-1-3-56,-2 1-39,-1 0-25,1 0-32,-1 0-448,4-2 448,-6 2 0,-8 0 24,10-1-40,-14 1 8,12 0-40,1-1-400,-8 0 384,-5-1-88,3 0-16,-2 2 25,-1 0-73,4-1-232,8-1 240,-15 2-40,-4-2-16,1 0-72,-1 0 8,-4 0-48,28 0-72,-25 0 24,-4 0-24,-2 0 16,-2 2-8,-2-2 16,19 1-24,-5 0 72,-17-1-24,-2 0 40,-1 2-88,-1 0 16,0-2-16,-2 1-56,0 1-24,0 0 16,0 2 48,-3-2-24,37-2 40,-26 1 56,-15 1-120,-1 2-16,1 0 40,1-1-8,19 1 48,13-2-16,-31 3 32,1 1-64,2 9-48,-1-10 16,-1 2-24,49-6 104,-50 17-152,2-14-80,-3 3 48,3 8 0,1-10 88,31 1 96,-10 3 8,-14-5-65,3 1 17,3 1-32,5-1 0,8-2 72,15-2-32,-21 2-72,1-1-16,-1 0-16,2 2-24,1-1 80,21-2 80,-16 4-88,-4-1-88,0-1-48,2-1-120,2 0-56,9-1 400,1 0-456,-6 1-136,1-2-160,0 0-593,1 0-7,-1 0 256,8 0 304,-8 0 688,13 0 208,0 0 48,2 0 80,0 0-232,0 0 232,0 0-64,6-4-24,8 4-80,-8-4 24,4 4-88,-5 0 136,0-3 0,19-1 24,-7 0-8,5 4 32,0-3 16,-21 3-200,22 0 184,4-4 24,-1 0 64,3 1 32,3-1 0,-18 2-304,3 0 368,18-1-23,2-1 55,-1 0 40,7 1-24,-7-2-416,-28 4 392,38-5-48,3-8-24,1 10-32,5 0-16,2-1-40,-44 2-232,31-9 224,17 9-88,0-3 32,1-11 40,1 14-8,-27-8-200,-8 3 256,36 3-23,1-12-73,1 12 0,-2-14-40,2 5-120,-65 14 104,61-6-16,1-16-80,-5 4 56,1 1-24,-2-1 16,-37 13-56,15-5 24,19 5-64,-3-18 96,-3 18-80,-4-13 96,-2 12 24,-3-9-72,-2 10 72,-4-1-40,-2-8-8,1 14-24,-28-1-24,17-2 24,3-1-40,-5 1 96,-3-3 32,-1 2 40,-12 4-152,-1 0 224,15 0-24,-17 0-56,4 0 16,-1 0 0,1 0-8,-4 0-40,0 0-32,0 0-48,0 2-16,0 0 16,-1 0-32,0 2 24,-3 1-48,-3-1 0,-11 1 0,1 1-8,-1 1 40,-4 10-24,-2-14 88,-4 12-72,-1-9-16,-3 1 16,30-6 0,-30 15-96,-5-11 16,-2 1 80,-3 1-24,-2 0-32,21-4 56,-4 0 80,-23 2-112,-1 1 64,-2-1 0,-1 1-56,10-2 24,35-3 48,-46 1-88,0 0 72,1 0-64,-5 0-48,1 0 48,44-2 32,-31 0-72,-16 0-40,0 1 48,3 1 24,-1-2 8,22 1 32,13 0 32,-35 1-8,-1 0-88,3 1 56,0 1-40,4 0 48,52-4-48,-50 5 48,1-1-80,2 1 96,2 1-64,2 1-16,28-4 64,-12 2-40,-12 2-128,-1 0 144,4 8-96,1-9-8,7-2 128,21-3-104,-25 16-120,0-12 104,5 1 32,2 1 48,2-1 16,22-6 24,-14 5-8,-2 1-48,1-4 80,2 1-8,10 1-16,-3-2 0,1 0 32,3-1-32,3 1 16,-3 0 16,2-2 0,0 0 0,2 0-24,0 0-32,6-4 40,-1 4-8,1-3 16,12-1 40,-12-1-80,18-1 48,-8 0-8,4-8 8,-4 11-32,-8 2 80,20-4-16,3-1 32,0-11-56,4 17 40,0-14-8,-33 14-72,33-4 72,5-1 24,3-10 56,1 11-48,4-1 0,1-10 48,6 11-88,3-12 40,0 12-32,3-1-16,-19-6-56,-23 7 96,41 4-16,1-15 40,2 11 32,-1-1-32,2-10-24,-49 14-96,35-1 72,16-4-80,2 1 16,-2-1 40,-1 0-24,-31-2-24,-8 2 80,35 2-32,-4-11 8,0 15-32,0-5-8,-7-9-16,-47 13-16,51 1-16,-3-15 24,-1 15 8,-2-5 16,-4-1-16,-30 4 0,12-1 32,15-3-80,-3 1 128,-5 1-56,0-1 0,-13 2-24,-12 2 80,18-3-96,-2 4 72,-6-3-104,-3 3 72,-10-4-16,-4 4-8,13 0 0,-10 0 56,-1 0-8,1 0 0,-4 2-8,2-1-40,0 0 64,-2 0-48,0 1-56,0-2 24,0 2-48,-4 0 64,4-2-56,-5 2 40,-10 0-24,9 0 8,-12 1 16,1-1-16,11-1 32,-6 2-48,-10-1-24,-4-1 16,-1 1 8,-3 0-16,7-1 64,13 0 24,-25 1-56,0 0 80,-5-1-64,-4 1-40,-4 0 8,45-2 48,-44 2-88,-4 0 40,-1 0 96,-3-1-24,0 1-72,31-1 48,-5 0 16,-28 1-128,0 0 64,-4 0 32,0 1-40,8-1 56,44-2 32,-58 4-88,3-2 40,0 0-16,1 1-24,3 1 40,47-3 16,-35 3-56,-13 2-16,0-1 0,3 3-16,1 6 56,24-11 32,12-2 24,-32 14-40,1-10 80,3 12-88,3-10 48,4 10-24,42-17 32,-41 15-32,4-10-8,2 10-8,2-10 8,2 3-32,21-3 40,-8 4 16,-7-5-64,-1 2 64,6-1 0,-2-1-8,9-1-8,9-3 80,-12 2-80,8 0 32,-10-2-40,12 0-8,1 0 16,4 0 0,-6 0-24,2 0-32,3-4 0,2 1 48,0-3-8,0 4 16,0 1 72,4-5-48,1 1 8,14-10-40,-14 11-8,15-1 8,-3-10-8,3 11 96,2-10-24,0 10-40,2-13 0,-16 16-16,10-1-40,10-4 8,1-9 64,2 15 24,4-5 0,-9 1-56,-13 2 128,25-3-80,5-1 40,-1 1-64,2-1-24,6 1 24,-46 4-24,43-2 0,7-1 0,1 1 48,2-1 32,3 4-56,-34-2-24,7 0 120,28-1-80,1-1 56,-1 0-48,0 1 0,-10 3-48,-40 0 48,48-4-80,0-2 64,2 1-16,-2-1 24,-4 1-24,-45 4-16,35-4 48,8-9-64,-1 10 0,-3-11 32,1 10-64,-22-5 48,-8 3 24,29 2-64,-4-12 80,-1 12-56,-2-14 24,-6 14-8,-35 5 40,34-19-96,0 16 8,-4-12 56,-2 11-32,-3-1 40,-17 0-16,8-5 96,5 6-176,-2 1 112,-1-3 0,-3 3-8,-1-1 96,-10 4-64,10-4 40,-11 4-40,1 0-40,-1 0 0,-4 0-16,4 0-48,-4 0-16,0 2 56,0 0-24,0 2 16,-2-3 16,0 1 8,-13 4-56,8-1-24,-17 10 8,4-10 64,-4 10-32,-6-9 40,-3 1-24,0 11-80,-5-10 64,-3 10-48,29-13 80,-18 5-48,-18-3-56,-2 12 40,-1-5 24,-4 1 64,18-10-24,19-3 72,-38 19-56,-2-14 88,1 10-168,-2-12 48,-4 12 0,59-17 16,-53 5-72,-11 12 32,4-12-8,-2 3 16,2 6 0,36-12 32,-9 0 0,-25 3-64,-1 10 48,1-9 0,1-1-32,9 0 48,41-4-8,-51 4-72,1 1-48,1-1 112,2-1-8,3 1-8,43-4 32,-27 2 8,-11 3-144,1-3-48,3 3 16,1-1-48,1-3 16,4 2 16,1-2 8,1 0-64,1 3 32,6-1 208,31-4-216,-30 5-32,3-3 96,1 2-32,2-2 56,4-1 0,1 1 8,3-2-17,8 2 89,-10-2 0,13 0 24,-1 0 48,0 0-88,3 0 32,1-4-16,2 1 32,0-1-8,0 4 24,4-4-8,1 1-32,12-1 56,-12-1 0,15-1 0,-11-1-16,-1-1 96,10 5-48,4-3 8,2-10 8,4 12 17,-2-1-81,-23 4 96,29-4-8,3-10 64,1 11-64,3-1 24,1-10 16,3 15-56,1-3-48,0-3 56,4 2 24,1 1-48,-13 0-56,-18 2 136,35-3-72,4 1-32,4-1 48,-2 4-48,3-4 24,-57 4-56,51-3 48,6 3-48,3 0 40,-3 0-32,1 0 40,-1 0 56,3 0-40,-5 0-40,3 0 32,-4 0-40,-12 0-16,-39 0 16,45 0 64,-5 0-16,0 0-48,-2 0 8,-4-4 0,-32 3-24,22-2-40,9 0-24,-1-1 8,1-2 32,-5 1 0,-13 2 24,-9 0 88,19-13-48,0 10 16,-3-8-56,-4 10-8,-3-11 8,-22 15 24,19-3-80,0-3 88,-2 1-40,-3-10 16,-9 11 16,-1 3-24,6-2 16,-7 0 0,-1-1 24,1 0-24,0 1-16,-4 3 0,0 0 32,0-4-72,0 4 0,0 0 16,-2 0-8,-4 0 8,6 0 24,-5-4 0,-2 4-96,-8 0 88,8 0-8,-16 0-32,14 0 48,0 0 16,-13 0-72,-2 0 0,-2 0 24,-5 2 16,-1 2 16,29-4-56,-35 5 8,-5-1 88,-1 2-48,-4-3 8,1 3 24,32-5-24,-22 3-64,-14 2-16,-5-1 40,-2-1-16,1 2-8,-6-1 72,0-1-48,-1-2 40,-2 1-48,0-1 24,3 0-24,61-2 48,-60 4-96,1-3-16,0 3 56,-1 0 8,1-2 0,36 0 48,-9 1 16,-23-1-56,0 0 32,4 0-32,0 0 40,3 1-32,2 1 0,2-2 104,0 1-80,4 1-32,-2 2 40,34-5 0,-20 3-72,-11 0 16,4 1 40,1 1 16,2-1 0,15-3 0,5 0 32,-13 2-16,1-1-48,2-1 56,4 0-16,0 0 8,1-2-8,5 2-80,6-2 40,-8 0 8,10 0 32,1 0-8,-5 0 56,5 0-72,1 0 120,1 0-88,1-4 16,0 4-32,2 0 72,0-4-104,0 4 56,4 0-16,1-3 24,1-1 16,-4 3-48,14-2 80,-11 0-72,18 3 48,-5-4-8,4 0 32,-11 4-80,0 0 136,15-3-48,3-1 24,1 4-40,3-4 32,0 4-104,-29 0 136,36 0-48,4 0 72,2-3-64,0 3-16,2 0 48,-35 0-128,22 0 24,14 0 8,1 0 24,3 0 0,2 0 32,1 0 16,1 0-48,1 0 16,-1-4-32,4 4 8,-2-4 8,-57 4-56,57 0 16,0 0-32,-2 0 72,1-3-48,-1 3 8,-31 0-16,9 0 64,24 0-96,2 0 152,-3 0-80,-2 0 8,-12 0-48,-35 0 80,42 0-120,-1-4 56,-2 4 24,0 0-72,-4 0 0,-34 0 32,24 0-24,6 0-56,-1 0 104,-2 0 64,-2 0 0,-2 0 32,-2 0-56,-3 0 0,-1 0-80,-3 0 24,0 0 24,-4 0-40,-1 0 24,-3 0 24,-10 0 16,12 0-8,-16 0-48,2 0 40,1 2-88,1 0 72,-1-2-32,-1 1 40,-4 2-32,0-2 48,0 1-72,0 2-8,0 1 8,-2-3 0,-4 3-64,5-4 88,-12 4-56,7 0-104,-12 1 64,1 0 56,-3-1 16,-2 1 88,-4-1-56,-1-1-72,-3-1 16,-1 3-56,-1-1 104,29-5-64,-36 8 40,-3-3 24,-4 3 32,-2-3-8,-1 1-32,34-5 8,-24 3-32,-16 2-96,-2-1 64,-2 1 48,1-1-32,-3 1 72,-2-1-48,-1 3 8,-2-3 0,0 1 16,3-1-32,60-5 32,-56 4-40,-2 1-56,0-1 48,4 2 8,-2-3 0,35-1 40,-9 0 16,-22 2-72,2-3 32,3 3 32,2 0-16,11-1 8,30-2 64,-33 4-56,-1-1-56,5-2 56,2 1-64,3-1 16,25-2 40,-14 2 24,-5 2-104,1-3 56,2 1 32,3 0-56,7-1 48,4 0 64,-7 1-32,8-2 80,-13 0-72,13 0-48,-10 0-16,17 0 24,-6 2-120,1-2 72,1 0 16,2 0 16,1 0 0,1 0 0,0 0-48,0-4 0,3 4 88,3 0 16,8-3-40,-10 2 40,0-2 8,18-1-32,-17 0-24,21 4 56,-7 0-24,-17 0-24,16-3 0,6 3-32,0-4 32,5 0 16,-1 4-8,-11 0-8,-1 0 72,17-3-24,4-1 24,1 4-32,4 0 0,6-4 0,0 4-40,4 0 120,1 0-56,2-4-24,2 4 0,2-3-48,-2-1 24,0 4 8,2-4 56,0 4-48,-1 0 88,3-3-40,0 3 0,-1 0-8,-3-4-56,-3 0 32,-50 4-48,43-3 48,7 3-72,-5-4 80,3 4 8,-3-4-72,-27 3 8,4-1 96,22-2-120,-2 0-8,0 1 56,-4-1-56,-8 1 32,-25 2 72,29-2-56,-3-3 24,-2-9 0,-3 15-64,-5-3 40,-20 2-16,16-2-40,-2-1-32,-3-1 64,1-1 32,-12 1 0,6 3-24,-3 0 104,-5 2-56,3 0 24,-1 0-8,-1-4-40,-4 4-24,0 0 24,0 0-88,0 0 16,0 0 24,0 0-8,-2 0-8,0 0 40,-1 0-32,-12 0-56,0 2 80,-1 0-48,-5 2 32,3 0 24,12-3 40,-19 5-80,-7-1 40,-1 3-24,-2-1-16,-5 0 0,34-4 40,-30 11-8,-12-10-112,-2 3 104,-1 8 16,-1-12-24,22 1 24,3 0 96,-28 1-112,-7 3-8,1-1 24,0-1-32,7-2 32,46-3-56,-57 3 40,3-1-32,-1-1-16,-1-2 48,3 0-40,43 0 56,-26 0-48,-19 0-16,2 0 0,1 0 48,-1 0-24,20 0 40,21 0-16,-38 0 56,1-3-96,1 3 32,3 0 48,2 0-104,48 0 80,-44 0-32,-1 0-24,4 0 16,4 0 40,-1 0 32,4 0 16,2 0-88,0 0 64,2 0-56,2 0 8,9 0 24,17 0 48,-21 0-64,2 0-16,0 0 56,4 0-40,0 0 16,3 0 24,2 0-80,8 0 32,-10 0 40,12 0 32,2 0-48,0 0 48,-2 0-16,-1 0 0,4 0-24,2 0 16,0 0 24,0-4-88,4 4 24,0 0 40,1-4-16,14 4 32,-17 0-40,1 0 56,19-3-80,-1 3 128,2-4-32,1 4-16,-3 0-56,-14 0 128,22 0-128,4 0 8,4 0 64,4 0-24,1 0-16,-36 0-32,34 0 56,10 0-96,-3 0 88,5 0-8,3 2 8,-26-1-48,-3 0 112,33 0-88,2 1 16,-1 0-8,5 2-16,-5-1-16,-56-3 0,62 6 16,-1-4 16,-3 1 0,4-1 16,-3 0 24,-45-1-72,26 0 16,21-1-48,-3 0 64,1 0-40,-2 0 32,-4 0 48,-4-4-72,2-1 16,-2-1 32,-1 3-56,-1-3 40,-47 6-32,44-5-40,3-12-80,1 11 80,-3-10 0,-1 10 24,-27 0 16,6-2 56,17 4-40,-2-14 16,-1 14-8,-4-13-8,-10 14-16,-21 3 32,27-6-64,-4-10 88,-5 16-32,0-15-32,-4 15 64,-16-1-56,9-2-16,3 0-72,-1-1 96,-9 0-16,14 1 16,-17 0-8,-1 2 64,4 1-32,9-4 48,-15 1-80,3-1-8,-3 4 8,0 0 8,0 0-104,0 0 16,0 0 64,-1 0-72,-3 0 24,2 1 64,-2 0 8,-3 1-120,-10-1 96,3 1-8,-3 0-16,-1 2 48,-4-1-48,0 1 8,-4-2 0,-4 0 16,1 1-40,25-2 56,-27 0-40,-4 1-64,-5 2 128,-4-2-48,-2 1-16,-4 1 72,-2 1-112,-3-3 144,2 4-56,-2-1-8,-2 1 16,-2 9-128,-2-14 128,1 5-56,-3-1-16,1 1 32,42-4 24,-25 3-88,-19 1 8,3 1 64,2-1-8,4-1 16,20-1 8,17-2 56,-34 3-72,6 1-24,0-1-24,2 1-80,4-1-72,38-4 216,-38 4-296,-3 0-160,3 1-8,1-1-56,4 3-64,2-3-17,2 1-167,3-1-80,1 1-160,1-1-64,5 0 1072,16-4-1153,-17 4-71,2 1 32,0-2-16,5-1 79,0 1 209,14-3 920,-3 2-648,-4 0 240,3-1 224,-1 0-3841,6-2 4025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7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1475 285 6585,'0'0'120,"-2"0"24,2 0 120,0 2 128,0-2-392,0 2 496,0 0 72,0-1 48,0 1-47,0-2-41,0 1-528,0 0 520,0 1-88,0 0 40,0 0 0,0-1 8,0 1-480,0-2 496,0 4-64,0-2 25,-2 0-25,2-1 0,0 1 32,0-1-464,-2 0 408,2 1-32,-2 2 56,1-3-80,-1 1 24,1 1-376,0-2 360,-1 1-72,0 1 40,0 1-128,-1-2-24,-1 0-176,4-2 137,-4 2-81,1 0 64,-3 1-8,2-1 32,-1 0 8,4-1-152,-2 0 136,-2 1-64,-1-1 64,1-1-24,-1 2-24,2-2-88,3 0 168,-5 2-144,1 0 32,-1-2 24,1 2 8,-1-2 24,5 0-112,-5 2 88,0-2-40,1 0 32,-3 1 16,3-1 32,2 0-128,0 0 176,-2 2-96,-1 0 96,1-2-120,-1 2-16,0-2-40,5 0 104,-5 0-104,1 0 176,-1 0-72,3 0-16,-3 0 32,5 0-120,-2 0 24,0 0-16,-1 0 72,0 0-32,-1 0-32,2 0-16,2 0 160,-2-4-128,-1 1 48,2 3 40,-2-4-48,-1 4-16,5 0-56,-4-4 40,0 1-72,-1-1 48,1 0 64,1-1-80,1 3 0,0 0 88,0-4-72,0 1 0,-1 1 56,1-1-24,0-1 8,0 1-48,0-12 96,2 17-112,0-5 48,0-1 56,0 3-96,0-9-24,0 9 32,0-3-8,0 1 16,0-12 8,0 15-24,0 1 89,4-5-1,1-9 72,-1 12-136,0-3 24,-1-10-48,-3 16 48,6-4-184,-2-2 136,1-8 40,-1 10-64,-1-11 64,0 14-40,0-1 48,3-4-88,-1-10 120,1 12-40,-1-2-40,-1 2 0,-2 3 16,12-5-48,-14 1 56,6-1 0,-1 1 56,1 1-48,-4 3-32,11-2 16,-13 0-16,5 3-32,10-4 32,-12 0 48,-1 2-48,0 1 96,4 1-48,-1-4 96,1 4-136,8 0 8,-10 0-16,-4 0 16,4 0-120,1 0 216,1 0-112,-1 0 48,1 2-16,-4-2-32,1 2-72,1 1 8,2 1 96,-3 2-40,3-3 24,-4 0-16,-1-2 64,3 3-96,0-3 144,-1 5-104,1-1 48,-4 3-24,0-7-32,4 13-64,-1-11 40,1 3 0,0-1 56,-4 1 24,1-4-56,2 1 88,-3 5-80,3-1 40,-3 0-56,0-1 48,0 6-40,0-9 48,0-2 16,0 5 32,0 1-96,0-1 40,0 1-24,0-6-16,0 4 32,-2 0-32,1 1 24,-1-1 8,0 1-48,0-3 16,0-1 120,-2 6-40,1-3 120,-1 1-176,0 1 40,1-2-64,3-5 48,-4 6-168,-1 0 168,-1-1-24,1 1 32,-1-3 16,4-1-72,-1 2 88,-3-1-88,0-1 144,1 0-80,-2 0-24,3 1-40,2-2 80,-5 2-136,-1 3 144,3-3-48,-1-1-8,-1 0-24,6-2-8,-5 0 0,-9 2-56,11 0 32,-1-2 24,-1 0 8,2 0-8,1 0 80,-3 0-40,-1 0 72,0 0-104,1 0 32,-7 0-40,11 0 48,1-4-104,-5 0 136,2 1-96,-1-1 40,-1 0 16,1 1-80,-1-1 8,1-1 32,-1-1-16,1-10 48,1 13-32,2 2 80,-3-5-64,1 1 64,2-1-96,-1-12 16,-1 14 0,4 3 0,-2-12-32,0 9-8,0-13 64,2 12-24,0-12 24,0 15-24,0-1 48,0-14-16,0 13 112,0-14-144,4 14 40,-1-10-40,-2 12 32,2-4-136,3-8 288,-2 10-168,1-11-48,-1 10 32,-3 2 0,3-9-144,11 8 64,-11-1 72,1-1 32,1 1-32,4-5 8,-4 3 88,-2 4-88,11-3 32,-12 1-48,12 1-16,-11-2 32,-4 6 56,14-3-120,-10-1 8,2 4 48,10 0-32,-12 0 64,-2 0-24,1 0 48,3 0-88,9 0 8,-15 2 0,5 2-16,10 1 48,-15-1 24,5 1-16,1 1 16,-1 1 24,1 0-40,-5-5-8,3 4-40,2 1-40,-1 1 24,-1 6 16,0-8 32,-2-3 8,-1-1 56,-1 15-64,4-14 128,-4 5-136,4 8 24,-4-11-8,0-4 16,0 14-160,0-10 208,0 2-56,0 8-24,0-9 64,0-2-48,0 6-32,0-6-24,0 3 56,-2 1 24,0 7-8,0-12 56,0 5-24,1-1 48,-3 8-80,2-12 48,0 3-32,2-6-32,-3 7-48,-1-1 24,0-1 32,-1 1-8,1-1 40,2-3-40,-1 0 104,-3 2-144,2-3 136,-1 1-32,-1 0-40,2 0-24,3-2 128,-14 2-184,11-2 104,-1 0-88,-1 0 48,-1 0 40,5 0-48,-3 0-32,-3-4 16,3 0-32,-3 1 72,3-1-32,2 2 8,0 0 64,-2-3-16,-1-10 8,3 15-48,-3-5 8,3-1-16,2 6 0,-2-5-40,-1-1 24,0-9 32,3 12 40,-1-3-40,0-12 24,0 14-96,0-12 24,0 12 32,2-11 32,0 11-32,0 3 40,0-14-48,0 11 8,0-10-16,4 10 0,0-2 16,-4 5 0,3-12-8,1 9-96,0-2 96,-1-8 0,1 10-16,-2 1 24,0 1 48,3-4-64,1 2 192,9 1-224,-12-3 8,2 3 40,-4 3-32,13-4-176,-14-2 272,6 3-56,9-1 0,-15 4-32,1 0 24,3 0-80,2 0-24,-1 0 80,1 0 0,8 0-24,-14 0 48,0 0 80,6 0-112,0 0 64,-3 0 0,1 2-40,0 0-8,-4-2 16,3 5-88,1-1-40,-4 1 48,0 1 48,0-1 16,0 1 48,0-1-56,0 3 128,0-1-112,-2 0 16,0 0-8,2-6 56,-2 6-120,1 1 160,-1 6-72,-2-10 8,0 3-40,4-3 8,-3 7-48,-3-5 8,2-1 8,-1 10 56,-1-12 8,3 1-32,1-2 128,-4 5-24,1-1 136,-1-1-184,1-1 16,-1 1-72,6-4 56,-5 4-152,-1 1 136,1-3-8,-3 1-8,3-2-8,3-2-16,-2 2 64,-1-2-104,-1 0 80,1 0-24,-1 0-32,4 0 16,1 0 72,-3 0-72,0 0 120,2 0-104,-1-4 0,-1-2-8,3 6-8,-3-5-72,2-1 16,0 1 96,0-1-16,0 1-32,1-3 8,0 1 120,1 3-136,0-1 160,0-10-160,0 12-16,0-2 32,0 4-32,0-14-120,0 10 248,0-10-152,4 11 8,0-10-56,-3 14 104,1 0-184,2-6 40,0-9 88,-1 12-24,1-3 16,0 2 64,-2 3 0,1-14-104,3 11 64,-2 1-80,1-1 56,1-2 32,-6 6 32,5-3-96,1-1-24,-1 0 40,1 1 16,-1 3 32,-3 0 32,0 0 48,2-4-112,-1 4 80,1 0-56,0 0 8,-2 2 32,-1-2 24,-1 0-120,4 2 152,-4 0-72,0-1-40,0 3 40,0-3 16,0 0-120,0 4 8,0-3 64,0 4 24,0-1 0,0-1 24,0-2 80,0 3-72,0 10 64,0-11-64,0 1-40,0 3 96,0-3-112,-2 3 72,0-1 32,0-2-24,1 3 16,1-5-48,0 1 72,0 3-56,-2 1 80,0-3-56,-2 1 24,3-2-64,0-3 120,0 5-104,-1-1 104,0-1-40,0-2-72,0 0 32,2-2-40,-2 2-72,2-1-16,-2-1 104,2 0-32,-1 0 80,1 0-64,0 0 64,-2 0-88,2-3 112,0-1-128,0 0 88,0-1 0,0 1-120,0 1 96,0-3-96,0 0 40,0 1 32,0 1 0,0-7 8,3 8-80,1-3 32,-4 1-8,4-1-16,-2-4 64,0 5 32,1 5-48,1-5-24,0-1 16,-1 1-40,1 1 24,-4 4 40,5-5-64,-1-1-40,0 1 64,-1 1-8,1 0 16,-1 4 32,0 0 24,0-3-96,1-1 96,0 4-24,-1 0 0,-3 0 0,0 0 48,0 0-104,4 0 152,-4 0-184,0 0 40,0 0 8,0 0 40,0 2-176,0 3 104,-2 1 56,0-3-8,-1 3 32,0-2-8,2-1 24,-3 5-56,1-1 80,-3 0-72,1-1 48,-1 1-24,6-7 0,-4 15-40,-1-13 40,-1 3 40,1 1-16,1 1-56,2-5 32,-1 2 32,-3 1-96,2 1 64,-1-3 48,-1 3-64,2-5 16,3 0 64,-3 2-40,1 1-24,-3-2 32,4 2-80,-1-3-64,2 0 112,-2 0-256,1 1-216,0 0-104,0 0-192,1-2-177,1 0 945,0 0-1088,0 0-392,0 0-289,0 0-327,0 0-233,0 0-23,0 0 224,-2-6 599,2 3 569,0-1-3273,0 4 4233</inkml:trace>
  <inkml:trace contextRef="#ctx0" brushRef="#br0" timeOffset="1">210 1241 6377,'0'2'280,"3"0"184,-3 0 168,4 0 144,-2-2-776,0 0 824,1 1-31,-3 1-1,4 0-168,0 2-64,-4-3-560,0 0 504,3 0-104,1 1 16,-4 2 56,4-2-47,-4 1-25,1-2-400,1 0 440,-2 1-96,4 4-16,-4-3 88,4 1-8,-4 0-408,0-2 424,0 1 0,0 1-24,0 1-56,0-1-16,0 2-23,0-6-305,0 5 240,0 1-56,0-1 24,0 1 32,-2 1-48,1-3-192,0-1 264,-3 5-80,3 6 72,-1-10-80,-2 2-16,2 0-160,2-5 224,-3 5-96,-3 1 48,2 0 8,1-1-64,-1-1-16,3-3-104,-2 4 120,0-1-104,-3 1 64,1-1-16,-1-1-16,2-1-48,3-1 104,-5 0-72,1 6 72,-1-5-80,0-1-24,1 0 64,5-2-64,-7 0-8,-1 0 8,1 0 48,0 0-32,-1-4 8,5 4-24,-1 0 96,-4-3-120,1-3-8,0 2 8,1 1 16,0 0 8,5 2 72,-5 1-32,-1-15 128,0 15-160,-1-5 16,1-1-8,6 6-16,-5-3-96,0-3 48,1 1-8,3-12 120,-2 13-56,2-4-8,0 2 88,-1 0-24,-1-9 0,2 10-40,0-12-24,1 12 0,0 5-32,0-24-40,-1 18 8,0-12 24,2 12 56,0-12-80,0 13 64,0-5 32,0 5-96,4-12 120,-4 12-64,3-14-16,-3 15 24,0 3 88,4-16-168,0 12 216,-1-12-112,1 14-56,0-3 8,-4 5 24,5-13-96,-1 11 64,1-1 40,1-2 32,-1 1-24,-2 2-16,0 0 56,2-2-40,10-1 32,-11 3-24,0-1 8,8 1-32,-10 2 32,2-2-56,11 3 72,-12-4-88,12 4 80,-11 0-40,-3 0 0,3 0-56,13 0 80,-14 2-112,3 0 112,12 1-24,-15 0 0,-2-2-16,5 1 96,10 2-24,-12-1-72,1 3-40,1-1 56,-6-5-56,5 6-56,10-1 24,-15 1 104,6 1-80,-3 1 8,0-5 56,0 1 24,0 3-96,1-1 128,-4 1-96,4 0-16,-4 6 56,0-11 8,0 6-56,0-3 128,0 2-32,0 10-8,0-12-24,0 16 0,-2-14 8,0 10 48,-2-12 0,1 10-32,1-12-40,0-1 144,-2 15-72,1-2-40,-3-10 96,1 2-87,0 8-41,4-13 80,-6 0 8,1 3-80,1 10 48,1-13 0,-1 3 0,3-3-56,-2 2 80,-1 2-80,-1-5 128,1 1-104,-1 0 32,2-1-56,3 0 96,-5 1-144,0-2 80,1 0-72,-1 0 40,1 0-8,4 0 8,-4 0 56,0-4-40,-1 0-16,1 1 48,1-1-80,1 1 32,1 0 64,-2-2-64,0-12 136,2 14-120,1-3 0,-1-9-16,2 14 16,-2-3-176,0-2 184,0-8-64,0 8-48,1-8-40,1 12 128,0-2-144,0-13 8,0 12 56,0-12 48,0 12-32,0-6 64,0 5-56,0 3 0,3-3 112,1-14-136,0 16-9,-1-10 9,-3 13 80,0-4-248,4-1 104,0-8 96,-1 10 8,1-1 32,-2 2 8,2 0 8,1-2-64,-1-1 64,-1 1-32,1 1 24,-1 1 0,-2 2 24,4-3-96,1 4 64,-1 0 0,-1 0-16,2 0-24,-6 0 48,3 0-64,3 2-32,-1 0 32,-1 2 64,1 1-8,-2-1 8,-2-2 32,3 3-24,-1 3-32,1-1 8,0 0 8,-4 1 8,0-8-24,3 5 8,1 1 32,-4 9 0,0-10 40,0 2-16,0-1-40,0 5 40,0-6-64,0 3 0,0 7 136,0-12-16,0 2-96,0-2 176,-2 13 56,0-12-56,1 11 25,-3-10-17,0 10-40,4-15-144,-3 5 120,-1 10-40,-2-10 64,1 3 8,-1-1-24,5-3-128,-1 0 168,-2 3-56,-1-2 144,1-1-160,-2 0 40,3-1-136,3-3 56,-4 6-120,0-2 240,1-2-168,-1-1 40,0 1-32,3-2-16,-3 0-80,0 0 96,0 0 56,3 0-32,-3-3-8,2-1 64,0 0-144,0 0 88,0-1-64,1-10 16,-1 12 24,2 2-16,-2-13-24,0 10-32,0-11-40,2 10 0,0-10-56,0 13 152,0-1-104,0-12-120,0 9 24,0-10 24,0 12 16,0-9 160,0 10-88,0-3-32,0-10 40,4 12-88,0-13 8,-1 14 40,-3-1 120,0-11-153,4 12 1,-4-12-24,4 9 80,-1 1-24,-1-3 120,0 1-56,2 4-16,-4-3-64,3 1 32,1-1 40,-4 0 8,4 3 8,-1-3 0,1 3-8,-4 3 40,0-4 8,1 4 8,2 0-32,-3 0-32,3 0 136,-3 0-104,0 2 48,3 0-16,-2-1 40,-1 1-144,4 0 168,0 0-96,-4 2 8,0 1 24,0-4 0,3 4-72,-3 0 32,0 1 88,0 1 8,0 0 16,0-3-72,0 0 120,0 3-88,0 8 24,0-10-32,0 3 0,0 5-24,0-12 56,-2 5-24,-1 1 176,1 10-104,-2-12 8,0 3 32,4-5-144,-3 8 16,-1-7 56,2 2 72,-1 8-32,1-10 1,-1 0-113,2-2 192,-3 3-80,-1 1-72,1-1 48,2-1-32,1-1-16,0-2-40,0 2 112,-1 1-120,0-2 72,-2-1-24,2 1 8,2-2-48,-1 0 104,1 0-128,0 0 32,0 0-24,-2-3-16,2 0 32,0 2 16,0 1-48,0-6 104,0 1-112,0-1 0,0 1 8,0-1-128,0 1 32,0-10 24,0 11-8,3-1 48,0-4 64,-2 3-72,-1 3-16,4-12 48,-4 11-97,4-11 57,-4 12 80,0 3-80,3-6-72,1 1 64,-4-10-8,4 11 16,-4-1 16,1 0 64,1-5-64,-2 10-56,4-5 96,0-1-72,-1-9 32,0 15 64,-2 0-8,3-5-120,-1-1 216,1 1-160,-4-1 32,4 3 0,-4 3 40,0 0-136,3-4 96,1 4 24,-4 0-8,4 0-8,-4 0 32,0 0 16,0 0-56,3 0 112,-3 2-72,0 3 0,0-1 0,0-4 8,0 6-48,0-1 88,0 1-32,0 8 24,-1-10-40,0-2 0,0 3-16,-3 10-8,0-9 32,1 1 24,-3 8-8,2-10 88,-1 10-80,-1-10 120,1 12-136,-1-12-56,1 12 32,5-17 8,-6 7-144,1 8 88,1-11 64,-1 3 16,1 8-80,3-13 56,0 1-80,-3 5-272,1-3-56,-1 1-408,2-1-344,1 0 1160,0-4-1425,0 4-423,1-3-48,0 0-233,0 0 33,0-2 391,0 0 1705,3 0-1264,3 0-3193,-6 0 4457</inkml:trace>
  <inkml:trace contextRef="#ctx0" brushRef="#br0" timeOffset="2">2010 1859 7713,'0'4'560,"-2"1"144,1 0-704,0-2 721,1 13-121,-2-14-104,0 5-152,1 8-24,-1-9-24,2-6-296,-4 14 304,0-8 88,-1-1 80,-1 10 48,1-9 24,-1-1 33,1 10-65,-1-10-16,1 1-80,-10-1-40,12 0-376,2-4 384,-6 3-48,0 1 0,-1 1-32,1-5-56,1 1-8,-1 0-16,-8-2-56,12 0-7,-5 0-1,1 0 8,2 0-168,3 0 200,-6-4-24,1 1-32,0-1-16,1 0-8,1 1-64,4 2-56,-4-4 40,-2 0-48,1-1 48,3 1 48,-1-10 0,3 13-88,0 0 96,-1-12-56,0 8 224,2-12-200,0 12 0,0-9-64,0 12 48,0-3-224,0-12 336,0 3-112,4 10 16,0-18-40,-4 23-24,3-5-104,1-15 88,0 14 24,-1-10 8,3 10 8,-3-3-24,-1 2 64,4 1-40,-1-9-8,10 12 24,-11-12 0,1 12-40,-5 2 48,15-4 0,-11-12-24,1 14 16,10-3 16,-11 1 8,1 3-64,4 0 32,-5-4-32,11 3 0,-12-1 72,14 0 32,-13 2-104,-3 1 112,16 1-48,-13 0 128,1-4-208,12 4 48,-14 0-16,-2 0-16,4 0-128,12 0 152,-14 0-32,1 2 48,1 0-32,-2-1-8,0-1 48,2 6-32,1-4-8,-2 3-24,-1 1-16,1-1 32,-4-5-24,0 19 8,0-14 64,0 10-32,4-9-8,-4 10 0,0-14-8,0 2-48,0 14 0,0-11 48,0 12-16,-2-12 32,1 5-16,0-6 64,-3 9-56,1-7 24,-3 14-8,1-8 16,-1-6 56,6-8-96,-5 20 56,-1-13 8,-1 10 24,1-10-16,-1 8 80,4-13-152,-2 1 136,-2 5-48,0-1 144,-8 8-152,10-12 64,0 2-144,4-4 144,-14 5-120,12-1 225,-5 1-153,1-5 48,0 1-48,4-2-96,-9 0-8,8 0 48,-1 0 16,-3 0 0,-6 0-24,11-2-32,2 1 88,-5-3-48,-1-2 72,0 1-56,-8-1 16,13-9-72,2 14 48,-5-3-112,-1-11 72,1 10-48,-1-12 56,1 12 24,3-2-40,-2-6 8,0-2-32,1-2-56,1 3 56,0-3 104,0 0 8,0 1 8,2-1 72,0 3-176,0-1 32,0 0-48,0 15 24,0-5-136,6-17 32,-2 7 24,1 9 8,-1-14-16,1 15 56,1-12-64,-1 13 96,1-10-32,8 8-48,-10 1 80,-4 5-8,6-17-64,-1 17 16,12-3 88,-14-1-40,3 0-8,-2 3 16,7-2-16,-8 0-88,3 3 80,-1 0 0,10 0 40,-13 0-16,0 0 80,3 0-104,1 0-24,-1 2 32,1 1-48,-1 3 64,-5-6 0,6 18 64,-1-14-136,1 3 72,-2 8-8,-1-10-16,-1-1 24,0 0 32,2 12-56,-4-10 144,3 12-144,1-12-8,-4 10 32,0-12-16,0 2-136,0 10 280,0-9-96,0 10 72,0-11-40,0-3-64,0 12-56,0-8 104,-2 8 8,2-8 64,-2 10-24,1-14-96,0-1 160,0 17-32,-5-14-112,2 12 88,1-12 0,-3 3-104,6-8 64,-5 7 104,-1 0-88,2 1 40,-1 7-24,-1-14-16,5 1-80,-1 2 104,-4 0-128,1-3 72,-1-1 8,-1 2-8,3-2-48,2 0 80,-3 2-40,1-2 32,-1-4-56,-1 1 32,1-1-56,4 4 8,-2-4-16,-3 1-24,1-3 72,1-12-8,-1 18-16,2-9-8,0 1 56,0 3-80,-3-1 56,2-16-16,1 17 0,-1-16-40,2 1 16,0 15-40,0-14 48,2 14 64,0-16-72,0 17 8,0-6 48,0 4-104,0-12-72,4 12 80,0-14 0,-2 16 48,-1 3 0,3-14 8,0 9-80,0-10 40,-1 12-48,1-1 32,-4 5 48,5-15-80,1 15-104,-1-6 104,-1 1-48,2-1 56,-4 4 72,1-1-8,3-1-104,8 1 152,-14-1-64,6 4-48,-2-3 72,-3 2-24,5 1-112,-1 0 160,1 0-32,-1 2-8,-1 0 8,-3-1 8,4 2-112,0 2 32,1 1 72,-1-1-8,-1 1-32,0-1 64,-1-1-32,3 1-8,-3 1 24,1 1 0,-4 0 0,0-6-24,0 6 32,4 0 80,-4 8-32,0-10 0,0 10-24,0-13-32,0 2-40,0 10 16,0-12 168,0 6-96,-2 8 56,1-12-104,0-2 136,-3 16-168,1-12 216,1 8-120,-4-10 16,3 3 40,2-6-120,-2 6 24,-2 7 48,1-10-16,-2 2 16,1 1-24,3-5-48,0 1 96,-3 3-24,1 9 64,-2-14-64,1 1-32,0 0-40,4-2 56,-4 0-80,-1 2-56,1 0 88,-1-2-8,3 0 8,2 0-8,-2 0 128,-1-4-160,1 4 64,-3-4-24,2 1-24,3 0 16,1 2 96,-2-4-56,-2-10 184,2 11-192,0-1-40,1-12-16,0 17 24,0-4-200,-1-1 128,2-12 88,0 12 40,0-13-56,0 15 0,0 0 64,0-14-120,0 3 80,0 8-48,0-14-32,4 14 56,-4-8-80,3 10 152,1-1-88,0-14-48,-1 16-64,-2-1 128,2-11-208,1 11 48,-1-1 80,1-12 24,0 17 8,-2-3 48,-1 1-8,3-4-56,2 3-24,-3-1 32,1 0 32,-1 4 24,-2 0-56,-1-3-16,3 3 56,1 0-80,-4 0 24,4 0 32,-3 0 40,1 0-144,-2 1 32,0 1 192,0 4-112,4-1-24,-4-1 56,0-2 16,0 13-176,0-12 296,0 3-152,0 1-16,0 0 8,0-6 24,0 6-200,0 0 144,0 8 56,-2-10 0,0 1 32,1 1-32,0 1 72,0-3-56,-1 3-48,0 6 80,-2-8 32,1 0-80,3-5 112,-4 6 88,0 10-8,2-13-80,-1 10-40,-3-10 16,5-2-88,-2 2 16,0 3 40,-1 0 64,0 1-48,1-3 24,-1-2-96,2 0 96,0 2-64,1-5 88,-1 4-120,0 0-8,-1-3 8,2-1 40,-1 6-96,1-4 16,-1 0 72,0-2-24,0 0-8,2 0 0,0 0 56,-2 0-72,2-4 128,0 0-72,0-1-16,0 2-24,0 2 56,0-3-160,0 1 168,0-1-48,0 0-48,0-1 8,1 4 24,2-4-120,1-9 8,-1 10 40,1-2 16,0 1 32,-2-4 24,-1 1 16,3 5-64,0-1-64,-1-2 0,1-10 8,-1 12 104,-2 4-80,-1-5 88,3-12-64,1 13 32,-4 1-24,4-3-8,-4 3 32,3-1-56,1 0 64,0 1-16,-4-1 0,2 4 32,-1 0-8,-1-4 136,0 4-152,0 0 32,0 0-8,0 0-168,0 0 120,0 0 8,0 2-24,0 0 80,0-1-16,0 0 56,0 1-40,0 1-24,-1 1-24,-1 0 16,0-3 16,2-1-8,0 2 40,-2 2 72,0 0-120,0-1 32,1 1-16,0-4 0,0 2-80,1 0 40,-2 0 8,0 3 40,0 1 16,2-3-24,0-1 96,-2 4-32,0-5-112,2 1 56,0 4-24,-1-3 32,1 3 64,0-1-144,0 1 56,0-2-56,0 1-128,0 1-96,0-1-232,0 10-1,0-13-351,3 3-216,0 0 1088,-2-4-1376,-1 2-561,4 1-135,-1-2-241,1 0 1,0-2 447,-4 0 1865,3 0-1264,1 0 512,2 0-3321,-6 0 4073</inkml:trace>
  <inkml:trace contextRef="#ctx0" brushRef="#br0" timeOffset="3">189 1081 6369,'0'0'88,"0"0"-88,-1 0 112,1 0 88,0 0 112,0 0 136,0 0 24,0 0-472,0 0 496,0 0-8,0 0 1,-2 2 31,2 0 48,0 0 40,0-2-608,-2 3 624,0 1-32,0 0 8,0-1-32,1 1-55,0-2-513,0 0 504,-1 1-104,0 3-16,0-2-32,0-1-32,1 0-320,0-2 328,0 3-72,-1-1 16,0 3-104,0-1-8,-3-1-64,4-3-96,-2 4 24,-1-2-32,1 3 16,-1-1 72,0-1-48,3-2-32,0 0 120,0 1-40,-1 1 40,-2 0-40,0-1-16,1 1-64,3-4 16,-4 4-64,0-2 56,2 1 40,1-1 40,-1 0-32,1-1-56,0 2 80,-1 0-72,2 3 144,-2-3-96,2-1 32,0 2 0,0-2-128,0 3 152,-2-1-96,2 0 48,0-2-7,0-2-57,-1 0-49,1 0 25,0 1 24,0 1-16,-2 0 65,2-1-49,0 0 72,0 1-88,-2-2 72,2 0-48,0 0-8,0 0 16,0 2-88,0-2 248,0 0-168,0 0 32,0 0-24,1 0-16,2 0-160,-3 0 128,0 0 40,3-4-40,-3 4 8,3-3 24,-2 2-8,-1 1-65,4-3 234,-1-1-161,-3 0 0,0 1 0,0 2 0,4-2-112,-4-1 39,4 0 57,-4 1 48,3-1-56,-3 2 24,0 0 57,0-3-82,0 1 106,0 1-105,0-3 16,0 1 8,0 5 16,0-4-161,0-2 250,0 1-130,0 1 17,0-1 33,0 4-25,0-2-105,0-3 49,0 1 8,0-1-8,0 1 0,0 1 56,0 2-32,0-3-40,-2-10 32,2 15 0,0-5 48,0-1-8,0 6 16,0-5-32,0 1-24,0-2 40,0 1 8,0-1-32,0 4 24,0-1 24,0-1-96,0-1 88,0 1-16,0 0 16,0 1-16,0 3 64,0-4-80,0 4 40,0-4-24,0 4 16,0-3-24,0 2 8,0 1-16,0 0-56,0 0 24,0 0 72,0 0-48,0 0 160,0 0-216,-1 1 80,-1-1 56,0 0-48,0 1-16,0 1 8,2-2 24,-2 4-112,1 0 88,-1-3 32,-2 1-8,2 4-8,1-5-16,-1 2 0,0-2-88,-4 1 64,3 4 24,-1-3 56,1 1-56,2-2 96,-1 5-56,-1-1 0,1-3-32,0 3 40,0-1-16,2-4-32,-2 4 40,0 2-32,1-1 16,-1 1 16,0-1 40,2-1 25,-2 1-49,2 8 24,0-12-80,0 2-8,0 1 8,0-4-16,0 0-8,0 1 112,4 0-72,-4 4 40,0-3-72,3 3-64,-3-4 40,4-1-40,-4 3 64,0-2-25,2-1 41,0 0-32,-2 1 8,0-2 40,0 0-104,0 0-16,4 0-8,-4 0 112,0 1-216,0-1 40,0 0 48,0 0-72,0 0 16,0 0 184,0 0-112,0 0-88,0 0 120,0 0-72,0 0-48,0 0 944,0 0-1640,0-3 600,0-1 72,0 0-120,0 4-88,0-3-96,0 3 528,0 0-721,0-4-127,3 0-192,-3 1-192,4-1-64,-2 2 1296,0 0-1193,1-3 241,1 1 400,0 0 248,-1-1 144,2-8 160,-4 11-112,4-1-3817,-5 3 3929</inkml:trace>
  <inkml:trace contextRef="#ctx0" brushRef="#br0" timeOffset="4">202 1129 6529,'0'0'136,"0"0"8,0 0 200,0 0 184,0 0 216,0 0 120,0 0 1,0 0-65,0 0-48,0 0-32,0 0-8,0 0-712,0 0 728,0 0-47,0 0-25,0 0-40,0 0-16,0 0-3881,0 0 7106,0 0-3305,4-4-48,-4 4-88,4 0 1,-1-3-65,-3 3-320,0 0 248,0-4-40,4 4 96,-4-4-88,4 1 24,-2 0-240,-1 2 288,-1-3-128,0-1 160,4 1-128,-4 0 48,4 1-64,-4 3-176,3 0 104,1-4 48,-4-1 8,4 1 56,-1-2-72,-1 4-144,0-1 208,-2-3-112,4 1 112,-1-1-40,3 1-16,-1-8-152,-5 11 152,6 2-103,-2-4 87,1 1 16,-1-3 16,0 1 8,-3 3-176,3-2 168,2-11-104,-1 15 48,1-5 0,-1-1 24,-2 3-136,0 1 192,11-4-8,-10-8 96,2 10-168,8 0-8,-10-1-104,-4 5 72,15-6-120,-12-8 112,12 10 16,-11-2 0,12-8-16,-14 12-64,0 0 80,14-4-96,-10-12 144,12 14-120,-12-10 0,7 11-8,-8 2 96,1-3-176,10-16 152,-10 16-56,9-10-32,-10 8 32,-2 5-16,12-3-48,-9-11-8,14 9 64,-14-8 16,10 10-16,-13-4-8,0 1 80,13 4-48,-10-3 40,10-9-32,-12 10-40,11-10 0,-13 13 0,3-3-64,14-1 112,-14-10-80,13 10 16,-12-8 32,-2 12-16,7-2-24,-6-1 0,12-10 72,-12 9-48,12 1-24,-13-7 24,-3 7 88,16 2-88,-12-16 56,14 16-56,-14-12 8,12 11 8,-17 4-16,5-4-64,12-1 24,-13-1 32,12-10 8,-12 16 24,3-3-24,2 0 56,-5-13-72,13 16 104,-12-15-104,10 11 40,-12-8-24,-3 10 8,15-2-64,-11-2 80,12-12-32,-12 14 16,11-10-16,-14 13 8,1-2 8,4-12-48,11 10-32,-14-1 48,3-10 16,2 13 8,-2 0 88,-2-11 32,2 10 8,8-11-104,-10 11-24,1-1 0,-4 5-24,13-17-72,-10 17 24,1-5 48,10-10 56,-11 11-32,-2 3 0,1-1 64,3-4-88,9-8 96,-15 14-72,5-6 8,-1 3-8,-2 2 32,3 1-128,1-3 104,-1-1 0,1-1 24,-3 1-32,-2 4 0,4 0-8,-1 0-32,1 0 8,1-4 64,-3 0-32,-1 2 0,0 1 40,2-3-48,-1 4 96,1-4-96,0 4 0,-1-3 8,-3 3 8,0-4-128,4 0 200,0 1-80,-1 3 8,3-4-16,-5 3 8,2-2-56,0 0-8,-3-3 56,4 3 8,0-1-48,-2 0 48,-1 2 64,3-1-80,-4-1 8,4-2 16,-1 1-32,1 1-32,-4 4 56,4-3-96,-4-3-96,3 2 0,1 1 64,-4-3-80,2 4 208,0 1-160,-2 1-160,3-4 0,-3 4-48,4 0-80,-4-3 448,0 2-480,4 1-169,-4 0-55,3 0-112,-3 0-96,4 0-136,-4 0 1048,0 0-1217,0 0-239,4-4-232,-4 4-321,0-3-31,2 3 2040,-1 0-1697,-1 0 481,0 0 624,4 0 384,0 0 112,-4-4 96,0 4-3945,0 0 3945</inkml:trace>
  <inkml:trace contextRef="#ctx0" brushRef="#br0" timeOffset="5">1372 199 7073,'0'0'80,"0"-4"-24,0 0-56,0 4 80,-2-3-48,2-1 48,0 0 80,0 4 56,0-3 136,0 3-352,0 0 496,-2-4 88,0 0 161,2 0 15,0 4 32,-1-2-792,0 1 832,1 1-72,-1 0-16,1 0 25,0-4-81,-2 4 8,2 0-696,0 0 664,0-4-104,0 4 24,0 0-40,0 0-39,0 0-505,0 0 552,0 0-104,-2 0 48,2 0-88,0 0-48,0 0-360,0 0 376,0 0-104,0 0 104,0 0-32,0 0-80,0 2 0,0-1-264,0 0 224,0 1-96,0-2 121,0 2-41,4 0-64,-2 0-144,-1-1 224,-1 3-112,4-2 88,-4 2-48,4 1-16,-1 10 8,-3-15-144,0 5 24,4 10-8,0-10 88,-4 3-8,3 8-8,-1-13-88,0 0 176,2 13-128,-1-8 48,1 10 24,-4-12-16,3 7-104,-2-10 128,2 3-64,-3 12 32,4-10-48,0 10 16,-1-13-40,-2-1-24,2 9-8,1-8 24,-1 16-8,-3-16 104,4 14-8,-2-16-104,0-1 96,1 15 0,3-14 24,-2 14-88,-1-10 16,1 12 0,-4-19-48,4 16-64,-1-10 64,1 8 40,0-8-8,-1 12-16,-1-15-16,0 2 64,2 11-88,-1-10 48,3 8 16,-2-8-16,-2 8-24,-1-10 88,3 11-104,0 0 72,1-8-40,1 12-88,-1-12 96,1 9-104,-1-8-8,-1 8 120,1-8-48,1 12 88,-3-16-72,-1-1 96,13 16-64,-15-5 88,6-6-168,-1 12 56,10-5-8,-15-1-88,5-6 136,1 14-32,11-7-16,-14 1 0,-1-10 0,2 8-64,14 3-8,-14 1 80,10 1-40,-10 1 88,0-7-56,-2-8 80,14 14-72,-10-1 56,-1-1-104,12 1 32,-14-1 8,-2-17 0,13 18-16,-10-3-48,11-1 72,-12 1 8,3 0-40,1-12 24,2 1 88,-5 14-144,2-12 184,-1 11-112,10-12 8,-15 9-24,0-11 48,5 2-168,1 2-40,8 8 176,-14-9 32,6-1 8,-5-1-56,4 9 232,0-10-280,1 12 40,-1-11 24,-1 1-16,-1 0 0,-1-2 80,2 2-24,1 3-24,-1 6-32,0-8 48,-4 1-40,0-7-8,3 15 0,-3-10 64,4 3-88,0-1 16,0 8-24,-4-13 32,0 1-56,3 5-16,-3-3 232,4 10-128,-4-10-32,0 7 0,0-9 88,4 4-256,-4 12 264,3-14-72,-3 3-48,0 6 56,1-13-32,2 0-72,-3 5 0,0 9 72,0-10 0,4 1 8,-4 8 80,0-10-24,3 1-16,-3 1-40,4 1-8,-4-2 0,0-4 8,4 6-32,-4 1 128,3-3-56,-3 2-40,4-1-16,-4-4 8,0 1-88,0 3 16,0-2 64,4-1 16,-4 1-8,0-1 0,0-2 56,3 4-48,-3-3 104,0 2-96,0-1-8,4 1-24,-4-4 16,0 4-96,0-2 72,0-1 8,0 1 8,0 0 0,2-1 8,0 0 8,-2 1-104,3-2 128,-3 2-208,0-1-80,0-1 256,0 0-320,0 2-296,0-2 120,0 0-168,0 0-104,0 0-152,0 0 920,0 0-1177,0 0-175,0 0-216,0-3-265,0-1-367,0 2 2200,0 0-2577,0-1 193,0-3 527,-1 1 689,-1-1 760,2 1 408,0 5-3793,0 0 3793</inkml:trace>
  <inkml:trace contextRef="#ctx0" brushRef="#br0" timeOffset="6">289 4639 8849,'0'6'1889,"0"1"-57,0 10-440,0-17-1392,0 5 985,0 3-377,0 6-168,0-8-184,-2 1-104,1 0-152,0 1 144,-1-3-48,0 3 112,-1-3 0,-1 3 24,-1-4-232,4-3 248,-4 5-48,-1 8 16,3-12-72,-1 0-24,-1 0-32,3-2-88,-2 2 8,-1 0-8,-3-1-8,3 1 0,-3 0 24,5-2-16,1 0 40,-4 0-24,-1 0-56,1-4 32,1-1 8,-2 1 0,7 4-24,-8-5 8,3-1-56,-1-8-8,1 14 24,-1-6 8,5 0 48,-2-5-48,0 8-40,-1-12 0,0 11-24,-1-1 24,3-8 88,2 9-72,-2 1 0,0-3 24,0-9-16,1 12 24,-1-12-8,2 14 48,-2-2-64,2-2 0,0-10 32,0 11 16,0-1 32,0-4-16,0 1 40,0 5-56,0-3 56,0-9-80,0 15 8,0-5 32,0 5 24,4-15-40,-4 15 24,0-3 16,3-3-24,1 1 8,-4 3-8,0-2 8,4 0-24,-1-1 8,1 1-8,-4 0 48,3 2-32,-2 1 48,2-3-8,1 0 16,0 4-56,-1-3 0,-3 3 8,4-4-8,0 0-16,1 4 48,1-3 0,-2-1-24,-3 4-8,1 0 64,4 0-56,-3 0 48,1 0-16,2 0 0,-3 0-40,-3 0 40,6 0-40,-1 0 72,1 0-40,-1 0 24,1 0-24,-5 0-32,3 2 8,2 0 0,-1 0 24,1 1 48,-1-1-16,-1 0-64,-2 0 64,3 1 16,1 1-64,-1 2 32,-1-1 0,2 1-48,-6-6 0,3 7 16,1 0 0,0-1 8,-1 1 8,1 1 0,-4-6-32,0 3 48,4 10-48,-4-13 80,3 3-40,-3 10-24,0-12-16,0-3 40,0 8-32,0 6 80,0-10 9,0 2-9,0 1-24,0-7-64,0 15 24,0-12 0,-1 3 72,-1 1 32,0 1-8,1-4-120,0-1 136,-1 3-16,-1 1-40,1-2 32,-2 1-40,1 1-72,2-7 64,-2 6 8,-3-1-56,2-1 16,1 0 0,-3-1 0,5-2-32,-3 0 72,-2 3-88,1-2 0,-1 0 32,1-2-40,1 0 24,2 0 56,-3 0-32,-3 0-8,1 0 8,1 0-32,-1-4 24,7 4-16,-5-4-24,-1-1 0,1 1 16,-1-2 16,1 1-8,-1-1 8,0 1 0,3-1 0,-3 1 8,4-12 16,-1 14-32,3 3 24,-4-6-48,0 1 40,1-12-24,-1 13 16,2-10-16,2 13 8,-2-2-24,2-12-32,-1 12 32,-1-3 48,2-10-8,0 13-16,0 2 48,0-14-32,0 11-48,0-1 56,0-10 8,0 12-8,0 3-24,3-4 40,-3-2-40,4-8 0,0 10-24,-1-2 32,-1 4-8,0-1 32,-2-3-40,6 1 88,-3-10-64,1 15-8,0-3-8,-3 3 16,3-4-40,0 0 48,1 0-8,-1 1 8,0-1 0,-4 3-24,3-3 8,3 0-24,-1 4 40,1 0 16,-1 0-8,-2 0-32,0 0 80,2 0-24,1 0 16,0 2-16,-1 0-8,0-1-48,-4-1 8,4 2-32,1 0 40,-1 4-40,1-3 24,-1 1 24,-3-3-24,2 2-32,1 2 0,1 1 16,-3-1 24,1 3-8,-1-3 0,-2-3 80,2 5-40,1-1-24,0 1 64,-1 1-48,-3 6 32,0-13-64,0 4 48,4 2-80,-4 10 112,0-14-24,0 5 0,0-5-56,0 1 128,0 11-88,0-1 80,0-8-40,0 11 16,0-12 24,0 1-40,-2-1 24,0 2-24,-1 8-24,1-11-16,1-2-40,-2 3 104,0 3-104,1-1 24,-4-2 24,4 3-80,0-5 32,1-1 88,-3 4-24,-2-1-56,3-1 56,-3 0-32,1-1-8,5-3-24,-4 2 56,-1 0-64,-1 0 0,1-2 48,-1 0-24,4 0-16,-1 0 48,-3 0-64,0 0 40,1 0 0,-1-4-24,2 1 0,3 3 40,-5 0-64,-1-6 0,2 0 32,-1 1-16,1-10-16,4 15 24,-4-3 0,1-3-40,-1 1 40,1-10 40,-1 11-24,2 1-16,0 1 8,1-15 24,-1 13-32,1-10-8,0 10 64,-1-1-56,2 5-8,-1-17 16,1 13-8,-1-1-16,2-14 8,0 16 8,0-2 0,0-5 40,0 6-56,0-1-8,0-12 32,0 14-40,0-1 32,0 2 0,0-3 8,0-10-8,3 11 32,-3 0-16,4-1-40,-4 5 24,4-6-56,-1 1-16,1-1 56,0 3 40,-1-1-8,-1 2-16,0 0 40,2-1-56,-4 3 56,5 0-40,1 0 16,-2 0-16,-3 0-16,5-4-24,-2 4 56,1 0-8,-1 0 16,1 2-24,-4-2 0,4 0-8,0 2-64,1 0 48,-1-1 24,1 5-8,-4-3 8,0-1 40,1 4-24,3-2-16,-3 1-16,3 1 32,-1 1-16,-5-7-16,4 7 32,0 1-32,-1-1-8,-3 0 32,4 8-48,-4-13 40,0 0 48,0 5-8,0 1 32,0 6-24,0-8-16,0 5-32,0-8 32,0 3-48,0 9 32,0-10 16,0 10 8,-2-10 48,2-4-88,-2 4 72,1 10-40,-3-10 81,2 3-121,-2-1 88,3 1-80,1-1 120,-4-6-72,2 5 24,0 1-40,-1-1 8,1-1-40,2-5 48,-4 6 24,0-2 8,1-1 8,-1-1-24,2 0-16,1-2-48,-2 2 48,0 0-72,1-2-16,0 0 64,-2 0-24,3 0 0,1 0 32,-4 0 24,2 0-8,0 0-40,-1-4-16,1 0 8,1 4 0,-2-5-64,1-1 24,0 1 72,1-1-32,-1 1 0,1 2 0,0 0 32,-1-2-64,2-1 112,-2-9-80,2 15-8,0-4 8,0 3 24,0-14-128,0 15 136,0-4-32,0-1-8,0-10-8,0 14 16,0-3-16,0-2-24,0-10-8,4 12 32,-4-2-48,0 3 64,0 1 0,4-13-24,-4 12-24,3-12 24,-3 15-32,4-15 8,-4 15 48,4 0 0,-1-4-56,1-1 48,0-1-8,-1 1-16,-1 3 32,0-2-40,2 1-24,-1-1 112,3 0-96,-2 1 16,-1 3 16,1-4-64,0 4 104,-1 0 0,-3 0-48,1 0 24,2 0-48,1 0-8,-1 0 32,-3 0-8,4 0 16,-2 1 16,0 0 8,-2 3-24,0-1 40,3 1 8,-3-2 0,0 1-32,0-3 0,0 2-8,4 2 0,-4 0 24,0-3 0,0 3 0,0-2-16,0 2 0,0-1-64,0 3 48,0-1 24,0 1 8,-1-2-16,0-3 72,-1 3-24,0 2 88,1-1-88,-1 1 56,-2 1-16,0 0-120,1-1 40,-1 1 16,-1 1 32,1-3-8,2-2-48,0 0 104,-1 2-56,-1 1 16,0-1 0,0 1-40,0-3-24,3-3 32,-3 2-8,2 0-56,-1 0 64,1 0 16,-2-1-72,3 0 24,-1 0 56,0-1-88,-2 0 8,2 0 40,-1 0-16,0 0 0,2 0 56,-1 0-16,0 0 0,0-3-24,1-1-32,-1 0 16,2 4-8,-2-5-40,0 1 40,0-1 8,2-1-16,-2-9 16,2 14 0,0-1-16,0-4-32,-2-9 80,2 12-64,0-3 8,0-10 40,0 12-72,0-1 88,0-10-64,0 11-40,0-1-24,0 3 96,0-11-112,0 13 16,0-6 40,4 1 32,-4-1-16,2 3 40,0 1-16,-2-4-32,0 1-8,4-1 16,-4 3-16,3-2 56,-3 4-48,4-4 8,-4 1 0,4 4 16,-4-4 0,3 4 40,-3 0-16,0 0-56,4 0-8,0 0 32,-4 0-41,3 0 73,-3 0 57,0 0-90,4 0 122,0 0-121,-4 0 0,3 0 48,-3 0-16,0 2-113,0 0 89,0 2 8,4-1-16,-4 1 0,0-2 32,0 0 32,0 1-64,0 3 48,4-1-8,-4 1-56,0-3 48,0-2 16,0 0-40,0 1-16,0 4 64,0-3-16,0 3-8,-2-1 16,0 1-32,0-1 16,0-1 0,0 0 24,1-1-24,1-1 16,-2 4 40,0-1 8,0-1 0,2 0-23,-2-1-25,0-1-32,1 2 8,-1-2 40,0 1 16,0-1 8,1-1-56,0 0 56,1 1-48,0-2 56,-2 0-56,1 0 16,1 0-24,0 0 32,0 0-88,0 2 112,0-2-80,0 0 0,0 0 32,0-1-8,0-2-40,0 3-24,0-4 40,0 1-40,0-1 8,0 2 56,0 0 8,0-3 0,0 1 8,3 1-24,-3-1 8,0-1 0,0 4-48,0-4-1,0-1-63,0 3 40,0-1 16,4-2-40,-4 5 96,0-3-24,0 0-64,4 1 8,-4-1 48,3 0-24,-3 2 56,0 1-40,0 1-32,0-4 64,4 4-48,-4-4 16,0 4-24,0 0 64,4-4-128,-4 4 32,0 0 16,0 0 8,0 0 8,1 0 64,1 0-80,-2 0-48,0 0 56,0 2-64,4 0 16,-4 1 120,0-2-128,0 1-80,0 1-40,0 1-48,0 0-72,0 1-96,0-3 464,0 2-504,0 1-129,0 1-47,0-1-96,0 1-120,0 1-88,4 8-192,-4-13-129,3 3-103,1 1-64,-4-1 1472,0-5-1433,4 6 313,-1-1 296,-3 1-3409,0-6 4233</inkml:trace>
  <inkml:trace contextRef="#ctx0" brushRef="#br0" timeOffset="7">1601 5439 8705,'0'2'1177,"0"-2"-1177,0 2 1048,0 3-272,0 1-208,0-1-168,0 1-104,0-3-296,0 0 288,0 2-40,-2 1 32,0-1 73,-2 1 47,0 0-400,3-5 400,-3 14 24,1-12-112,-1 3-24,0-1 8,-1 1-48,3-5-248,-2 3 280,0 4-120,-1-3-8,-1 1-32,1-1-40,1-1-80,2-2 168,-5 3-96,2 1 8,-3-1 0,-7-1-40,14 0-40,1-4 112,-8 2-64,1 1 16,0-1 0,-1 0-16,-7 0-16,12-2-8,-5 0-48,3 0 32,-2 0 16,-1 0-8,4-3-16,3 2 32,-14-3-56,11 1 24,-1-3 40,-3 3-16,1-1 0,6 3-24,-3-2 0,-2-1-88,1 1 96,-1-3 8,1 1-8,2-3-8,0 1 96,-3 7-96,1-5-56,1-12 80,1 13-32,0-8 8,2 10 16,-1-2 48,0-2-56,0-8 16,2 10 8,0-1-16,0 0-16,0-7 40,0 6-40,0-8 16,0 8 16,0-10-16,0 13-16,0 2 64,0-14-40,4 12 0,0-3 16,-4-10-24,3 12 8,-2 4-24,4-6 9,-1-8-26,1 10 74,-1-2-49,0-8 24,-2 12-32,1 0 48,3-3-88,-1-1 56,1-9 8,-1 15-8,-1-5 48,1-1-48,1 1-40,-1-1 56,1 3-8,-1-1 8,-1 4-32,7 0 88,-11 0-96,6 0 32,8-4 40,-14 4-32,4 0-32,-2 0 88,3 0-32,1 0-32,-1 0 24,1 2-24,-1 0-8,-5-2-16,6 2 0,-1 1-8,1 1 8,-1 0 16,1-1 16,-5-1-32,2 0 24,0 4-88,1-1 32,0 1 8,-4-1 40,3 1-16,-3-4 48,0 3-24,4 2-24,-4-1-32,0 1 48,0-1-8,0-5-8,0 3 56,0 4-72,0-1 0,0 8 16,0-12-24,0 1 24,0 0 40,0 3 24,0 0-72,-2 8 48,0-9 32,1-1-32,-1 10 16,-2-10-16,0 3-8,-1-1 24,1 1 16,2-7-72,-1 3 64,-3 3-32,2 1 0,1-3 56,-3 3-40,2-3-48,3-3 56,-3 3 24,-1 1-56,1 0 32,-2-5 16,1 1-72,4-2 0,-4 4 64,0-2-64,-1 0 48,1-1 40,-1 1-56,4-2-32,-1 0 72,-3 0-88,1 0 32,-1 0 0,1 0 8,1-3-24,4 3 32,-4-4-32,1 0 0,-1 1 16,0-3 8,1 0 0,2 5-24,0-3 32,-3-13-88,0 14 24,3-12 40,-3 11 8,3-6-16,0 4 64,-1 2 8,2-12-88,0 10 24,0-14 0,0 14-24,0 6 16,0-20 8,0 15-48,4-14 40,0 14 8,-4-14 0,1 18-8,1-1 32,2-17-112,0 14 0,-4-10 48,3 9 24,1-5 8,-2 8 8,1-1 32,3-1-64,-1-10 0,-1 11 56,0 0-56,0-1 8,1 1-8,1 1 0,-1-1 16,1 0 24,-3 2-16,-1 1 8,4-3-24,-1 4-8,1-4 32,-1 4-16,0 0 8,-4 0 8,4 0-8,1 0-40,8 0 24,-14 0-8,6 2-16,-4-1 40,1 2-8,3 0-48,-1 3 8,-1-1 48,2 1-24,-4-1 24,-1-3 80,3 6-40,0-1-16,1 0 0,-1 8-56,0-9 32,-4-6 0,0 7 24,3 8-56,-3-10 56,4 10 24,0-10-48,-4 2 0,0 1 56,3-2-72,-3 10 0,0-10 40,0 12 0,0-13-24,0-4 56,0 17-8,0-11-32,0 12 24,0-14 0,0 10-16,0-14-24,-2 4 40,1 9-56,-1-6 40,-2 6 24,0-8 8,2 3-56,1-3 96,-5-3 8,3 3-32,-1-1-8,0 1 32,-1-1-96,5-5 80,-4 6 8,-2-3 8,3 1 0,-3 0-32,1-1 40,3-2-104,0 0 64,0 1-48,-1 0 56,-3 0-48,2-2 32,2 0-56,1 0 32,-5 0-16,3 0-16,-3 0 0,0-4 32,3-1-16,2 4-16,-2-4 40,-2 0-72,-1-1 24,1 1-8,1-10 0,2 13 16,0 0 40,-1-14-40,1 10 0,0-12 16,0 12-32,0-10 16,2 14 0,-2-4 16,1-16-24,-1 17 40,0-15-40,2 14 0,0 1 8,0-8 40,0 7-112,0-12 80,0 12 16,0-12-24,0 15 0,0 2 48,4-17-64,-4 14-8,3-13-24,1 12 56,-4-10 32,0 15-40,5-3 32,-1-3-56,0 1 16,-1-1-40,1 1 24,-2 2 24,0 0 48,1-3-72,1 3-16,0-1 64,-1 4-32,1 0 8,-4 0 32,4 0 0,0-4-96,-1 4 56,1 0-16,0 0 64,-3 0-40,3 0-8,2 0-32,-1 0 8,1 2-32,-1 2 64,-2-2 0,0 0 48,2 1-32,10 1 0,-11 0-32,-1 1 0,3 1 24,-3-1 0,1 1-16,0-1 16,-1 1-24,1-1 0,-4-2 16,0 2 24,4 2-104,-1 0 64,-3 8 72,4-9-40,-1-2-16,-2-3 80,-1 14-48,4-12-56,-4 5 40,0 7 0,0-10 8,0 10 0,0-10-48,0 10 56,0-9 8,0 8 32,0-11-72,0 0 104,-2 11-48,0-8-40,0 1 16,0-1-32,-1 7 0,2-11 0,-2 1 24,-1 5 8,0-3 32,3 2-8,-3-1-8,3-5-48,-2 2 64,-2 2-64,-1-3 80,3 0 0,-3 2-48,2-3-32,3-1 81,-5 2-33,0 0-40,1 0 40,-1-2 24,1 0-72,5 0 0,-6 0 24,1 0-56,-1 0 64,1-4 8,-1-1 16,4 3-56,-1 0 96,-3-3-112,1-10 0,-1 11 24,1-12-32,0 12 24,4 4 32,-2-15-24,-3 10-16,2-14-16,1 14 40,1-15 48,1 18-64,-2-2 24,1-18-32,1 16-40,-1-12 40,2 13-8,0-7 16,0 5 16,0 2 48,0-14-144,0 14 88,0-16-16,0 16 8,0 5-40,0-17 104,3 12-120,-3-10 64,4 12-48,0-12 0,-3 13 40,1 0 24,-2-3-104,4-1 80,0 1-40,-1-10 32,0 15 8,-2 0 48,3-4-80,-1 1-48,1 3 56,-4 0-16,4 0 8,-4 0 32,3 0 32,1 0-113,0 0 73,0 0-8,-1 0 8,-1 0 8,0 1 0,3 1-40,1 2-16,-2 0 32,-1 1 0,1-1 40,0 1 8,-4 1 8,3 1-32,1 0-16,-4 1 8,0-4 8,0 7-24,4-8-16,-4 5 32,0 10 40,0-13-16,0 5-16,0-5 64,0 1-32,0 8-56,-2-8 72,0 10 25,-2-10-1,4-6-72,-3 15 80,-3-10-80,2 10 56,1-10 16,-1 10 16,2-12-88,0 0 72,-1 11-72,-1-8 48,0-1-8,-1 1 64,2 0-104,2-5 88,-3 5 16,1-1-48,-3 1-24,3-2 16,-1-1-56,3-2 8,-2 0 64,1 1-48,-1 0-16,1 0 56,0-1-64,0-1 8,0 0 56,1 0 8,-1 0-64,0 0 24,0 0-24,0-3 0,2 3 16,-2-4 32,1-1-88,1-1 48,-2 1-16,2-10-40,0 15 48,0 0 80,0-6-120,0-12 40,0 14 8,0-12-16,0 12 8,0 2 16,0-14-24,0 12 16,3-11-32,1 10 40,-4-12 8,0 15-24,4-1-16,-4-12-80,3 11 8,-3-12 16,4 12 8,-2-4 64,0 1 40,-2 4-56,3-12-56,1 11 56,-4-1-40,3 0 56,-2 4-8,-1-2 8,3-1-24,1 0 8,-4 0-32,4 1 32,-4 3 16,0 0-32,3-4-48,-3 4 40,4 0 40,0 0-16,-4 0 16,0 0 16,0 0 8,4 0-32,-4 0-16,0 2 8,0 0 16,0-2 0,3 2-24,-3 1-32,0 1 48,0 2-16,4-3-24,-4-1 48,0 0 8,0 3-32,0 1-24,0-1 64,0 3-32,0-4 16,0-3 8,0 7-16,0-3-24,-2 3 48,2-3 0,0 2 40,0-6-56,-2 4 56,0 2-80,1 1 16,-1-3 24,0 1 8,0-1 48,0 1-40,0 1 32,0-1-48,1-1 40,1-1-56,0-4 48,0 5-32,0-3-8,0 2 8,0-2 16,0-1 0,-1 0-32,0 0 24,1 1-72,0 0 48,0 0-8,0 0 40,0-2 40,0 0-56,0 0-80,0 0 80,0 0-24,0-2 8,0 0 64,0-2-160,0 4 48,3-5 32,-3 1-40,2 2 56,0 0 40,2-1-24,-4-1-32,4 0 0,-4-1 16,3 0 0,-3 4 8,0-4-32,4-1 40,0 1-48,-1 1 0,1-1-40,-4 3 72,0-2-56,4-1-8,-1-1 8,-3 2 24,4 1-16,-2 0 48,0 2-16,1-4-24,1 1 40,0 0-48,-4 0 24,3 4-8,-3-3 32,0 3-56,4 0 40,-4 0-40,0 0-49,0 0 105,0 0-16,0 0-64,0 0 32,0 0-24,0 0 24,0 0 312,0 3-560,-2 3 280,0 0 8,0-1-16,-1 1-8,1 1 8,1-6 24,-2 3-16,0 2-56,-1-1 48,0 1 8,2-1 40,-1 1 0,-1 1-24,2-1-72,-1-1-48,1 1-16,0-1 136,2-5-208,-4 6-104,2-1-128,-1-1-56,1 0-176,0 1-72,2-3 744,0 2-864,-2 1-265,2-1-159,0 0-152,0-2-177,0-1 1617,0-1-1672,0 0-8,0 2 199,0-2 241,0 2-3225,0-2 4465</inkml:trace>
  <inkml:trace contextRef="#ctx0" brushRef="#br0" timeOffset="8">4818 5741 8041,'0'0'952,"0"0"25,0 2-185,0-2-792,0 0 624,0 1-136,3 1-120,1 0-24,-4 0 0,0 0 80,0-2-424,4 2 464,-4 0-7,3-1 55,-3 1-8,4-2-56,-4 1-448,0 0 464,0 1-80,0 0-56,4 0-16,-4-1-32,0 1-280,0-2 256,0 2-16,0-2-80,0 0 0,0 2-16,0 0-40,0-2-104,0 2 185,0-2-97,0 1 24,0 1 48,0-2-56,0 1-104,0 0 160,-2 1 8,0-2-96,0 2 56,0-2 24,-1 2-72,3-2-80,-4 1 184,2 1-112,0 0 16,-1 2-8,-3-2 0,5-2-80,-1 1 128,-4-1-72,0 2 8,1 0 40,-1 0 8,2 0-112,3-2 136,-5 4-16,1-3-64,-1 3 16,-1 0-8,2-2 16,3-2-80,-4 1 72,-9 3-40,10 0-8,-1-2 24,-8-1 32,10 1-80,2-2 64,-5 2 24,-8 0-56,11 2-48,-1-3 32,-9-1-16,13 0-24,-2 0 64,-3 0-40,-1 0 8,-1 0-24,-6 0-16,12-1 32,-2-1 24,-1 2-56,-3-4 24,1 0 40,-1 1-32,4 0 0,3 2 48,-6-3-8,1-1-88,1-1 48,-1 3-8,1-3 0,4 5 8,-4-3 48,0-2-80,1-9 32,-2 12 48,3-3-56,1-1 8,0 0 16,0 3-16,0-11 0,0 11 32,1-10-16,1 10 0,0-11-16,0 12 8,0-3 16,0-10 8,0 12 16,1 0-48,1-7 40,2 8-48,2-3 32,-3-11-8,1 14 0,-2-1-16,0 2 88,3-3-48,1-10-48,-1 15 80,1-5-24,-1-1-16,-5 6-32,15-5 96,-15-1-104,5 0 72,10 3 0,-11-3-32,-2 5-32,1-1 72,12-2-72,-11 0-8,1 1 40,12 3 16,-14 0 24,12 0 8,-11 0-16,10-4-24,-8 4-8,11 0 8,-17 0-40,3 0 56,3 0-56,12 0 16,-14 2 16,11 1-8,-13 0-24,-1-2 65,5 5-49,-1-1 8,10 1-48,-11-3 40,1 1 24,-5-4-40,15 4 40,-15 1-32,5 1 32,-1-1 0,0 1-80,-3-4 40,1 1 56,2 3-96,0-1 16,-1-1 80,-3 0-72,3-1 16,-2-3 32,-1 6-24,0-1-48,4 1 56,-4-1-8,0-1 40,0-3-48,0 4 40,0-2-80,0 3 72,0-1-56,0 1 24,0-2 0,0-1 88,0 3-96,-2-1 0,0 1-8,0-1 8,0 1 0,1-1 24,-3 3 24,0-3-8,-1 2-8,-1-1-8,5-4-16,-3 2 48,-2 1-64,1 1 16,-3-1 64,3-1-64,1-1 0,2-1 64,-3 2-40,-1-2-112,-1 3 80,0-3-8,-8 2 32,14-4-16,-4 2 88,-2-1-168,-8 1 56,10 0 32,-3 0 0,2-2-8,-2 0 48,4 2-48,-3 0-64,-8-2 16,9 0 72,0 0-24,5 0 8,-6-4 48,-8 0-32,11 1-32,-1-1 16,-1 0-24,5 4 16,-1-3 0,-4-3-96,1 1 80,-1 1 24,2-2-32,3 3 24,0 1 72,-2-13-88,1 11 8,0-1 32,0-13-24,1 14 0,0 4 0,1-15 8,0 12-96,0-3 88,0-11 24,0 14-48,2-3 24,0-3 48,2 5-72,-1-12-32,3 12 80,0-11-16,-2 13-8,-3 1 48,5-5 16,8 1-72,-10-10 8,1 15 0,10-5-24,-14 2 24,2-9 8,2 12-16,12-6 48,-13 1-16,10 1 32,-12 1-56,0 1 72,3-2-56,1 4 8,9 0-8,-12-4-8,2 4-8,-4 0 24,4 0 8,10 0-24,-11 0 40,0 0-8,1 0-24,-3 1-16,2 2 8,-1 1-80,3 1 32,-3 1 48,-3-1 24,3-1-32,-2-2 64,3 5-56,-1 0-64,1 8 96,0-9-56,-1-1 24,-2-5-8,2 6 40,-3 8-152,4-10 104,-4 11 32,0-10 0,0-2-24,0 2 80,0 11-88,0-10 32,0 1-24,0 8-24,-2-12 24,2-3 16,-2 6-40,0 1-8,-1 1 88,-1 6-8,0-10-16,3-3-32,-1 4 32,0 0-96,-2 1 32,-1 1 24,1-2 32,0 3 16,-1-3-24,1 1-80,-1-3 40,-1 3 8,1-3 16,4-2 0,-2 2 48,-3-1-88,1 0 56,-1 0 0,1 0 0,2-2-16,-2 2 64,0-2-112,-1 1-16,1-1 56,-1 0 0,1 0 56,-1 0 16,3 0-120,-3 0 48,1 0 16,1-3 0,3 2-8,-4-2 32,0-2-64,1-1 48,0 2-32,1-1 32,-1-1 32,2 1-80,0-10 32,1 11 0,-1 1 32,0-2-32,2 4 0,-2-14 32,2 12-24,0-3-40,0 1 96,0-12-80,0 13 16,0 3-40,4-5-8,-1-9 56,3 15 8,-4-3-16,0 1 56,3-4-24,-1 1-72,0-1 16,1 1 48,-1-1-24,-4 6 0,5-5 64,1-1-40,-1 3 24,-1-1-8,1 4 16,-1 0 16,0 0-72,-1 0 16,1-4-32,-4 4 24,3 0-8,-2 0 56,3 0 16,-4 2-24,3 0-40,1 0 0,-4 2 24,4-1 16,-4 1-56,0 1 0,3-1-24,-3 0 8,2-1 24,0-1 72,-2 2-40,4-2-32,-4 3 32,3 1-56,-3-3 48,0-3-24,0 6 32,0 0-88,0-3 56,0 3-40,0-1 24,0-3 16,0 0 72,0 2-112,0-3-8,0 5 16,0-2 8,0-2 24,0-1 56,-2 5 24,1-3-80,-1 1-8,0 2-16,-2-3-8,4-2 32,-3 2 16,-1 1-96,0-2 32,1 1 48,-1 1-40,1-3 40,0 0 72,0 1-56,-3-1-8,2 1 40,-1 0-64,0 0 16,4-2 24,-4 0-64,1 0-24,1 0 72,-3 0-32,2 0 40,3 0-16,-3 0 40,-2 0-96,3 0 32,-1 0 16,2 0 32,-2 0-24,3 0 56,-3 0-48,0-4-56,1 1 16,-1-1 48,2 0 16,2 4-32,-2-3 104,0-1-152,1 0 40,-1 1 8,0-3-16,2 4 16,0-2 48,-2-1-72,2-1-16,0 1-8,0-1 88,0 2-40,0 3 56,0-3-40,4-1-32,-4 1 16,3-1-24,1 1 40,-3 3-16,2-4 24,0 0-80,1 1 24,0-1 48,1 1 32,-2 2-48,-2 0 40,4-1 8,1-1-80,0-2 0,-1 3 64,1-1-32,-6 4-8,3-4 48,3 1-112,-1-1 40,10 4 40,-15-4-32,5 4 80,-1-3-88,2 3 8,-1 0 64,-1 0-32,1 0 72,1 0-64,-1 0-32,1 0 40,-1 0-56,1 0 24,-5 0 8,4 1-16,-2 1-88,1 0 64,0 2 24,-1 0 8,-3-3 8,0 1 64,0 2-88,4 0 24,-4-1 0,0 3-24,0-1 24,0-5 16,0 6-32,0-1-88,0 1 104,0-1 16,-2-1 16,2-3-32,-2 2 96,0 2-104,-1-1-8,1 1-16,-4 1 8,4-2 24,1-3 24,-5 3-16,2 2-24,1-5 16,-1 3 8,0-2-16,4-2 8,-5 2 8,-1 3-40,1-1 16,1 2-24,-1-3 32,3-1 64,-2 0-48,0 0-16,1 0-8,-1-1 24,1 1-8,2-2 24,-4 2 16,1-2-16,1 0-40,-3 0 0,2 0 16,4 0 0,-3 0 32,-1 0-72,0 0 24,1-4 64,-1 1-40,1 0-8,0 2 32,0-3-24,1 1-80,-2-1 8,2-2 56,-1 1 8,3 5 0,-4-6 32,2 3-32,0-3 24,1 3-48,-1-3 24,1 5 0,0-2 64,-1-2-104,0 1 16,2-1-16,0 1 8,0 0 32,0 2 40,0-3-16,0-1-8,4-8 16,0 14-48,-1-6 32,-2 5-16,4-3 24,0-2-88,1 1 48,-1-1 8,1-9 8,2 15 0,-1 0 24,-4-3 24,1-1-72,1 0 16,1 1 32,-1-1-24,-5 4 40,6 0 16,-1-4-96,1 4 56,-2 0-56,1-3 16,-4 3 24,2 0 16,1 0-72,-1 0-8,-3 0 56,4 3-24,-4-1 32,0-2 24,0 4 8,0 0-88,0-1 72,0 3-40,0-3-24,0-2 48,0 2-24,0 3-80,0-1 40,0-1 32,0 1 16,-1-2 16,0 0 24,-1 2-104,0-1 0,-1 0 32,-1-1-16,3 1 64,0-4-16,-2 6-24,1-3-56,-2 1-40,-2 1-48,3-1-16,2-3 200,-2 0-265,-1 5-47,1-3-24,-1-1-112,2 2-80,0-3 528,1 0-640,-1 0-136,0 3-104,0-2-81,2 0-31,-2 0-72,2-2 1064,0 1-1064,0 1-72,0 0-25,0-2 17,0 0-48,0 0 56,0 0 23,4 0 241,0 0 296,-1 0-3585,-3 0 4161</inkml:trace>
  <inkml:trace contextRef="#ctx0" brushRef="#br0" timeOffset="9">4694 5671 7777,'0'2'864,"0"0"129,-1-1-137,1 0-856,-2 0 696,2 1-160,-2 0-80,2 0 0,0-2-48,0 1-408,0 0 448,0-1 8,0 0-23,0 0 39,0 0-24,0 0-448,0 0 464,0 0-24,0-4-104,0 4 0,0-4-56,4-1-32,-3 3-248,1-2 264,2-1-80,0-1-40,-1 1 48,1-1-32,0 2-160,-2 3 192,3-5 17,10-9-105,-12 12 24,3-14-24,11 12-24,-16 4-80,1-15 112,13 11-72,-11-12 64,10 12-16,-10-12-16,2 15-72,3-1 112,-4-18-96,12 16 64,-12-17 16,12 7 24,-13 1-120,-3 11 112,20-13-24,-7-1-48,-8 1 8,16-3 40,-7 1-32,-12 15-56,8-11 96,6-4-56,1 0-8,-3-1 72,1 1-32,-6 6-72,-3 4 64,10-11-8,1 1-96,0 0 40,1-1 40,-1-1-40,-18 20 32,20-22 48,2 0-88,-1 0 32,1 0 0,-2 1 0,2-1 40,-2 0-96,2 0 0,0 0 24,-1 2-24,-7 5 32,-8 10 8,14-16 0,-2 1-32,1 2 72,-1 1 8,-3 1-24,-14 14-32,3-11 48,17-2-96,-16-1 56,14 10 16,-14-16-24,5 15 0,-2-1 56,-2 3-56,0-12 32,10 12 8,-16-10-32,5 12-8,-4 3 8,4-21-24,1 18 0,8-3 0,-14-10 40,6 12-24,-5 2 0,3-2-16,0-1 16,0-1-16,-1 1 48,1-1 0,0 3-32,-2 1 56,1-4-48,1 1-48,0 1 32,-1 0 24,1 4 56,-4 0-72,0-3 72,0-1-120,4 4 56,-1-4-56,-3 4-16,2-1 64,0-1 8,-2 2-128,4 0 40,-4-4-32,0 4-32,3 0 144,-3 0-128,0 0-72,0 0-16,0 0-32,0 0-64,-1 2-80,1-2 392,0 0-480,-2 2-129,0 0-79,0 1-88,-2 3-160,1-4 936,1-1-1016,-4 5-121,1 1-71,-1 1-8,3-1 0,-1 0 1216,4-7-1217,-4 6 169,1-1 248,-1 3-3489,4-8 4289</inkml:trace>
  <inkml:trace contextRef="#ctx0" brushRef="#br0" timeOffset="10">5844 4387 8865,'0'0'1297,"0"0"-193,0 2-296,3 2-288,-3 0-192,3-1-328,-2-3 256,-1 4-64,0 1 48,0-1 72,0-2 73,0 0 55,0-2-440,0 2 456,0 1-8,0 1 16,-2-2-40,0 2 16,-1-2-440,1-1 384,-2 1-56,-1 4-32,-1-1-40,1-3 32,-1 3-288,6-5 249,-7 2 23,-1 2-48,1-2 8,0 1 16,-1-1-24,6-1-224,-3 0 232,-2 1-48,-8 0 0,9-2-8,-1 2 0,-6-2-176,10 0 184,-3 2-24,-1-1 8,-8-1 8,9 0-48,-8 0 8,13 0-136,-4 0 80,-2-3-64,-8 3 56,13-4-40,-3 0 16,1 2-48,0 1 128,-3-3-72,2 0 24,-1 1-32,1-3-48,1 1 0,4 5 24,-6-15-16,1 11 24,1-1 8,2-10 8,0 11-40,2 3-8,-1-3 32,-1-13-72,2 14 24,0-12 32,0 11 0,0-7-16,0 6 104,0-1-72,0-12 0,0 12-48,3-9 8,1 10 16,-4 4-8,4-13-32,0 11 24,-1-12 0,1 11-8,-4-1 88,2-2-72,0-1 32,3 4-48,-1 1 64,1-3-96,1 1 56,-3 0-8,-3 4 64,4-15-80,0 16 8,0-4-8,-1 0 0,1-1 40,-3 3-24,3-2 40,2-1-64,-1-1 8,10 1 16,-11 1 24,-2 2-24,-1 0 80,5-1-24,0-1-48,8 0-8,-10 1-16,1 3 16,-5 0 24,15-4 16,-11 0-56,11 4 40,-12-4-32,3 4-8,-1 0 16,4 0 64,-9 0-80,6 0 32,9 0 8,-12 0-16,1 2-8,-2-2 48,13 4-16,-12 0 48,1-1-40,1 1-24,1 0 24,-5-4-40,3 3-32,2 3-16,-1-1 96,1 1-72,0-1 16,-5 3 8,1-1 56,2-1-104,0-1 32,-4 10-16,3-10 16,-3 0 16,0-4 0,0 14 24,0-14-24,0 7 8,0 8 0,0-10-16,0-1 8,0 8 48,0-5-56,-2 10 32,-1-12 16,-1 12-48,1-15 8,1-1 41,-2 13-1,-2-9-64,1 10 32,-1-10 16,-1 8 0,7-13-24,-6 2 24,-1 12-48,0-11 24,-1 3-48,-6 8 64,12-14-16,0 1 56,-5 4-64,-1-1 72,1 1-32,0-1-32,-5 0 0,9-4 48,-1 1-96,-3 3 32,-1-3 40,1 0-24,0 0 64,4-2-64,-9 0 48,8 0-40,-3 0 0,-8 0 32,10 0-32,0 0-8,2 0 24,-11 0-32,8-4-16,1 4-8,-3-5 48,3 1 0,-3-2-16,1 1 0,2-1 40,-1 1-16,1-1 0,3 4-24,0-1 48,-2-12-104,0 11 72,3-10-24,-1 10 56,0-7-48,2 7 40,-2-1-24,0-12 32,0 12-88,2-14 72,0 14-56,0 4 24,0-17-24,4 13 8,0-15-8,-1 14 56,3-10 0,-4 13-32,0 0 40,1-12-16,3 12 16,-1-3-32,1-12 16,-1 15-24,-5 2 8,6-15-48,-1 16 8,10-15 56,-11 15 0,11-6 0,-15 5-24,0-3 64,5 0-112,10 0 16,-12 1 48,3-1-16,4 4 0,-5 0 64,-2-4 0,3 4-32,9 0-8,-12 0-56,3 0 40,-6 0-8,16 0-24,-12 0-48,11 0 104,-15 2-64,14 2 16,-12-2 16,0 0 48,4 3-72,8 1 72,-10-1-48,2 1-16,-2-2 16,-3-3 0,5 3-48,-1 11 24,1-12 0,-1 3-40,-1 8 24,-3-13 40,1 0-8,2 14-56,0-9 40,-4 10 40,0-10 8,0-3-24,0-1 32,0 17-16,0-14-56,0 12-16,0-10 0,0 7 56,0-13 16,-2 4 16,0 10-24,0-10 32,-1 3-16,-1 6-24,3-12 0,-2 2-8,0 1-72,-3 3 80,2-1-8,-1 1 32,1-4-24,2-3 136,-3 5-160,-1 1 144,1-2-80,-1 1-64,1-1 72,-1-3-136,1 4 48,-1-2 40,1-3-16,-1 1 16,2-1 0,1 0 48,-4-1-32,-1 2-8,1 0-8,1 0-8,2-2 8,3 0 32,-7 0-40,3 0 0,-2 0 24,1 0-40,1-4 56,3 3-32,-2-2 72,-2 0-96,1-3 0,-1 2 32,1-1-8,4 1 0,0 2 16,-3-14 16,1 12 24,1-11-64,0 10 8,-2-14 16,4 18-16,-1-3-48,1-16 0,0 14 32,0-14 16,0 3-48,0 11 48,0-2 32,0-7-64,0 9 40,0-14 24,3 15-16,0-13-16,-2 14 56,4-11-64,1 11 32,-2-12-32,-1 10-16,3-10 0,-5 12 24,3 2-24,2-13 24,9 12-16,-15-3 40,5 1-16,-1-5-8,-2 5 24,3 1 16,1-1-16,-1-1-24,1 3 8,8-1-8,-14 4 24,4 0 0,2 0 32,-1 0-80,1 0 16,-1 0 8,1 0 0,3 0-40,-9 0 32,5 0 40,10 0-16,-15 0 24,4 1-40,-2 0 48,3 1-64,1 3 16,-3 3-16,1-1 8,0 0-32,-4-6 40,3 4-88,1 0 40,0 3 16,-1 8 40,-3-10-16,0 8 8,0-8 8,0 12-56,0-10 40,0 10 32,0-13-24,0-4-24,-3 17 64,1-13-32,-2 16-32,-1-7 8,1-6 8,3-3 8,-4 10 8,0 0-64,-1-8 40,1 11-8,-2-12 56,2 4-32,2-5 72,-4 0-16,1 3 8,1 8-72,-3-12 40,3 3-32,5-7 24,-7 15-40,-1-13-8,1 3 40,1 1 0,1-3 0,2-1-16,-2 0 80,0 0-88,-1 0 56,1 1-40,-1-1-8,2 0 0,3-2 56,-5 0-72,3 0 24,-3 0-16,2 0-40,-1-4 48,4 4 0,-2 0 40,-2-3-56,1-3 56,0 1-48,1-1 40,2 3-32,0 1 40,-3-13-80,2 15 56,1-15-32,-1 10 0,0-9 16,2 13 16,-2-14-24,0 10 24,2-14-8,0 14 8,0-17-16,0 17 0,0-7 16,0-2-56,0-5 80,4 14-40,0-16-8,-2 17 8,-1 3 64,-1-16-72,4 14 40,1-16-64,-1 16 0,2-14 56,-6 16-24,5-3-16,1-13-24,-3 13 80,3-1-64,-1-10 8,-2 15 16,0 0 56,2-5-56,1-1-40,-1 2 72,1 1-24,-1 3-16,1 0 64,-1-4-56,1 4 16,0 0 8,-1 0-24,-3 0 0,2 0 0,1 2-64,1 0 16,-3 0 56,3-1-8,-4 2 0,-1-2 80,3 5-24,0-1-64,-1 1-24,1-1-24,-4 2 24,0-6 32,0 13-24,0-8-40,0 8 88,0-8-56,0 9 32,0-13 0,0 1 56,-2 12-88,-1-10 64,-3 12-56,2-12 16,0 8 8,3-11-16,-5 4-16,1 8 48,-1-6-8,1 10 32,-1-12-16,5-5-24,-5 5 24,-1 9-32,1-10 48,1 1-40,-3 1 24,4-3-24,1-1 64,-4 5-24,-1-1 40,3-1-40,-3-1-24,-6 0-16,14-4 8,-4 4-8,-2-3 8,-1 0 64,0 2-16,1-3-16,4 1-40,-1 0 80,-3 2-112,1-2 40,-1-1 16,1-1 0,2 0-24,2 0 64,-3 0-72,1 0 40,-1 0-24,2 0 16,-2 0-8,4 0-16,-1-5-16,-1 1-48,0 1 80,2-1 16,0 0 0,0 1-32,0 1 96,0-4-72,0 1-40,0-1 40,0 1-40,0 0 16,0 4-8,0-15 24,4 12-8,-1-2 8,1 1-16,0-10 8,-3 14-8,3-2-8,2-13-24,-1 10 48,1-8-24,8 8 24,-14 3-16,0 1 48,6-15-96,-1 17 112,10-5-96,-11-1 32,1-9 40,-4 15-40,4-3-32,0-3 32,1 1 0,-1 1-8,1 0 16,-4 3-8,1-1 24,3-2-64,-2 4 64,-1 0-24,3-4-32,-3 4 32,-3 0 8,4-3-32,0 3-64,-4 0 128,5 0-56,-1 0 16,-4 0 0,0 0 64,4 0-152,-4 1 88,3 1-24,-3-1 24,0 0 80,0 1-72,0-2-48,0 2 48,0 0-48,0 3 56,0-5-16,0 6 24,0-1-80,0 1 64,0-1-40,0 1 24,0-5 8,0 1 8,-1 4-112,-1 9 144,0-14-32,-4 1 8,5 2-16,0-2 56,-2 0-112,-1 3 40,0 3-8,-1-1 32,1 0 32,4-6-40,-5 4 32,-1 0-80,3 1 72,-3-3-56,1 3 16,2-3 16,0 0 48,-3 2-64,1 1 40,-1-3-32,1-1 24,2 1-16,2-2 8,-1 2 8,-1-1 16,1 0-16,0 0 8,-2 0-56,3 1 24,-1-1-72,0 0 56,0-2 16,2 0 24,0 0 56,0 0-56,0 0 64,-2 0-104,2 0-8,0 0 32,0-4-72,0 1 40,0 3 16,0-4 8,0 0 24,0 3-16,0-1 56,0-2-88,0 0 8,0 1 24,0-1-24,0 1 24,0 2 24,0-13 32,0 14-112,0-6 40,0 1 40,0-1-56,1 5 32,2-3 24,-3-2-64,0-9 24,4 12 8,-4-3 8,2 3 0,-1 1 72,3-4-64,0 1 8,-1-1 0,1 1-56,0-1 40,-4 6-16,0-4 32,3 1-16,-3-1 8,4 0-8,0 1-16,-1-1 8,1 0-40,0 4 88,-1 0-56,-3-3 24,3 3-8,-2 0 24,3 0-56,-4 0 40,0 0 8,3 0 8,-3 0-32,1 0 8,2 0 32,-3 0-88,0 1 32,0 1 24,0 0-40,0 2 64,0 1-8,0 1-72,-2-1 80,0 1-8,1-1-16,1-5-8,-4 4 72,0 2-96,1-1-16,-1 1 48,0-3-8,3-1 8,-2 2 8,-2 1-48,-1 1-16,1-1 16,-1 3 64,5-4-24,1-3 48,-6 7 0,2 6 32,-1-12-112,1 4-16,2-1-24,2-5 72,-1 2-184,-1 2-40,0-1-16,0 1-56,0 0-72,1-3 368,0 0-376,1 0-145,0 5-87,0-4-168,0 0-144,0-1-208,0-1-273,0 0-287,0 0-304,4 0-177,0 0-23,-4 0 2192,3 0-1729,1 0-3320,-4 0 5049</inkml:trace>
  <inkml:trace contextRef="#ctx0" brushRef="#br0" timeOffset="11">4785 839 10426,'0'0'1912,"3"0"-336,-3 1-1576,0 0 1009,4 3-417,-4 2-176,4-1-104,-4-1-56,0-2-256,0-1 352,0 5 16,0-1 24,0 1 112,0-1-40,0 1-7,-1-6-457,0 4 424,-3 1-112,0 1-8,1-1-48,-3 3-8,4-5-248,1 1 240,-5 1-56,1 3 112,-1-1-96,1 0-16,-9 7-184,13-13 192,-3 3-128,-1 1 152,-10 1-104,11-1 24,-3 1-40,5-5-96,-4 2 0,-8 2 32,8-1-32,1-1 56,-12-1-24,14-1-32,1 0 112,-13 1-56,9-2-8,-1 0-24,-8 0 8,10 0-40,4 0 8,-13 0 0,9-4-56,-1-1 16,-9 1 64,12-1-40,0 3 16,-2-2 56,0-1-88,-2-10 104,1 11-64,1-1 16,0-9-24,4 9 72,-5 0-128,1-12 128,1 14-56,2-14-16,1 11 8,0 4-8,0-12-96,-1 8 48,2-10 32,0 10 40,0-10 8,0 13-32,0 0 48,0-13-8,5 1 8,-1 10-24,2-16-8,-1 16-16,-5 5 32,6-17-104,-1 12 104,1-12-8,-1 13-72,12-10 80,-17 12-32,0-2 0,5-10-72,12 8 128,-14 1-56,3-10 0,5 15 0,-5 0 112,-3-4-136,12-1 88,-11-1-56,12 1-24,-12 1 64,-3 4-48,13-4 0,-11 1 8,12 3 24,-11 0-8,12 0 24,-14 0-48,0 0 73,13 0-81,-12 0 120,12 0-104,-11 1-8,8 1 0,-10-2 48,2 4-136,2-2 136,-1 1-24,1 3-8,-1-1 8,1 3-48,-1-1-16,1 1-16,-1-3 64,1 10 16,-3-13-24,-1-1 64,2 5 0,0 1 8,-1 8-80,-3-9 0,0 1 0,0-7 8,0 7-48,0 1 16,0 8 24,0-10 32,0 8-48,0-12 24,-2 2 64,-3 1-96,-1 3 80,1 6-24,-1-8-24,4-1 0,1-3 64,-3 6-104,-2-1 120,1 8-40,-2-12-16,-1 3 32,3 1-80,-3-1-24,1-1 88,0 1 8,-8-1 16,13-1-64,0-2 144,-5 3-80,0-1 16,-1-2-48,-7 2-8,10-3-24,5-1 40,-7 4-56,-1-2 32,1 0 8,0 0 8,-1-2 0,6 0-32,-3 0 40,-3 0-88,1 0 80,0 0 0,-1 0-40,5-3 8,1 2 88,-4-3-96,-1 1 40,1-3 0,1 1 0,1-10-16,4 14-16,-2-2-16,-1-12-32,-1 12 24,2-3 40,0-10-8,1 13-8,-1 0 72,0-13-88,0 10 112,2-12-96,0 14 24,0-10-24,0 12 40,0-2-152,0-16 168,0 14-80,0-14 24,6 14 8,-6 5-8,3-3-56,1-15-16,1 16 56,1-14 24,-1 12-16,1-10 64,9 11-64,-12 1 32,3-3-8,10-9 8,-12 12 8,-4 3-32,6-6-24,-1 1-40,10-1 72,-11 1-32,1 1 48,2 4-24,3 0 32,-7 0-64,3-4 104,10 4-112,-12 0 48,0 0-8,-2 0 48,14 0-120,-12 0 216,1 2-112,1 2-48,9 0 24,-15-4-8,3 5-104,1-1 40,1 3 80,-1 8 8,0-13-32,-2 1 8,-1-1 96,3 5-136,-4-1 160,4 11-96,-1-12-80,-3 10 56,0-13 40,0 12-184,4-8 120,-4 12 8,0-12 48,0 12 0,0-16-32,0 2 48,-2 12-72,0-1 24,1-10 40,-3 12 24,1-13-64,2-3 104,-4 14-80,-1 0 56,1-10-80,-3 10 80,1-9-40,6-6-40,-13 5 8,11 1 24,-3 1 16,-9 0 16,12 1 16,-1-6-80,0 1 120,-10 5-88,10-3 176,-3 1-144,-1-3-16,-4 0-48,10-2 88,-2 3-192,-3-2 192,-8-1 0,11 1-40,-1-2 0,3 1-48,-4 0-40,1-1-72,-1 0 104,1-4-16,1 1 32,2-1-8,0 2 96,-1-3-80,1-1 64,-4 1-80,4-10 16,1 11 16,1 4-32,-2-16-56,2 12 64,0-11 16,0 12-16,0-12 24,0 13-32,0-2 48,0-14-104,3 12 208,1-12-120,0 13-32,0-11 0,-3 11 64,3-9-216,0-3 280,1 1-136,1 10 48,8-14-16,-13 19-24,2-4-96,3-13 8,8 12 32,-10-10 56,2 12-32,-3 1 32,-1 1 96,15-15-72,-14 12 64,1-10-120,1 15 32,9-5 0,-13 4-16,3 1-96,1-3 112,1-1-56,-1 0 8,1 4 40,-1 0 8,5 0-32,-7 0-40,1 0 24,2 0-16,-3 0 80,0 0-16,-2 0 40,4 0 24,-1 2 16,0 4-112,-4 1-8,3 0-16,-3-6 56,0 6-120,0 0 32,0 0 128,0 8-40,0-9 16,0 1-16,0 0 32,0-1-104,0 1 136,-1 8-64,-1 0 8,0-11-8,2-3 32,-6 16-120,1-12 176,1 12-64,-1-12-16,-1 14 40,5-17-48,-3 3-96,-2 10 96,-1-10 16,-1 12 16,3-12 48,0-1-80,3-2 120,-13 13-48,13-12-56,-5 3 24,1 1-64,-1 0 56,7-6-32,-6 4 48,-1-1-72,0 1 120,1-1-80,-1-2 16,4-1-32,0 1 64,-4 0-144,-1 0 224,3 0-96,-1 0-32,1-2 32,-1 0-144,1 0 144,1-6-48,1 6 32,-3-3-24,2-1-48,1 0-24,1-1 24,-2 1 56,2-2-8,2 4-8,0-1 32,-2-3 80,2-10-88,0 12-24,0-1 40,0-1-40,0 6-56,0-5 24,0-12 8,0 13 40,0-12 8,4 12 0,-2-1-24,2-4 32,1 5-88,1-11 88,-1 10-48,1-10-8,-2 11 24,-3 2 40,3-14-64,1 12 96,1-1-56,-1-10 8,1 11-48,-5 4 24,15-5-64,-16-1 0,5 1 8,1 1 24,-1 0-8,-2 3 40,0-1 24,2-2-48,1 0 48,-3 4-40,3 0-8,-3 0 48,3 0-72,-2 0 16,1 0 32,-1 0-48,0 2 16,-3-1 32,1 0 48,-2 3-120,4-1 72,-4 3 0,0 1-80,0-2 80,0-2 40,0 4-80,0 8 64,0-14-32,0 7 16,0 7 24,0-15-32,-2 5-32,0 2 0,-3 10 16,1-13 0,-1 10 24,2-11-8,0 0 72,-3 4-96,1 8 136,-1-10-88,1 3-24,-1-3 0,5-3 72,-7 13-104,3-11 176,-10 1-96,11 2 0,-1 1-64,4-7 16,-6 5-88,0 0 40,0 1 64,1-1 16,-8-1-48,13-3 16,0 0 72,-5 0-32,1 1-8,-1 1 16,2 0-32,1-3-16,3-1 8,-4 2 16,0-2-16,3 0 0,-1 0 8,-2 0-72,3-1 56,0-1-16,-1 2-56,1-4 64,-1 0 0,0 1 8,2 0 0,0 2 64,0-3-48,0-1 176,0-1-176,0 1 24,4-10-56,-4 15 16,3 0-152,1-15 96,0 12 48,-1-3-32,1-12 16,-2 16 24,0 0 72,3-15-88,1 12 120,-1-10-80,10 12-72,-15-14 40,5 13-96,1-10 128,-1 10-16,1-2-64,-1-8 48,-3 14 8,2 0-80,1-6-8,10 1 16,-15 1 56,6 0 0,-4 2 16,-1 1 24,5-3 24,-2 4-64,-1 0-16,3-4 40,-3 4-40,-2 0 32,2-3-24,1 3-16,-4 0-16,3 0 32,-3 0 24,0 1 32,4 1-56,-4 2 104,0 0-128,0 1-8,0-2 56,0-2 24,-2 4-192,2-1 256,-2 0-96,1 1-40,-1 1 56,1-5-8,-2 3-104,-1 2 40,1-3 72,-1 3-16,0 1 8,1-1 40,-3-1-48,3-3 24,-1 4-32,-2-3 24,3 3 16,-3-2-24,1-1-16,1-1-24,0 0 24,1 2 0,1-3 56,-2 1-88,0 0 80,3 0-8,-1-2-32,0 1 8,2 0 104,-2-1-144,0 0 136,2 0-88,0 0-16,-2 0 32,2 0-24,0 0-96,0 0 8,0 0 128,0 0-56,0-4 8,0 4 8,0 0 72,0 0-120,0-5 184,4-1-96,-4 2-8,3 0-32,-2 3 32,2-3-120,1 1 104,2-3-48,-3 0 32,3 1-32,-5 4 32,1-4-40,2 2-32,2-1 16,-3 0 72,3 4-24,-4-3 8,0 1 48,1-2 24,1 1-32,0 3-72,-1-4 40,-3 4-40,0 0 32,4 0-56,-4 0 48,0 0-16,0 2 0,0-1 24,0 1-16,0 2-8,0 2 80,-2-1-104,0 1 32,1-2 16,0-3-32,0 5-72,-3-1 200,-2 1-120,3-1 48,-3 3-16,6-8-8,-5 7-120,-1 0 96,1-1 16,-1-1-8,2 1 40,2-2-24,1-1 24,-3 5-40,0-1 40,1-2-48,-3 1 8,3-1-128,1 3-88,0 6-64,0-12-144,0 4-80,2 1-128,0-4 648,0 2-793,0 2-223,0 9-80,0-12-216,0 2-225,0-1 1537,0-3-1664,4 4-272,0-1-41,-1 1-15,1-1 327,1 1-3392,-4-6 5057,-2 0 0</inkml:trace>
  <inkml:trace contextRef="#ctx0" brushRef="#br0" timeOffset="12">4765 922 8025,'0'0'304,"0"0"24,0 0 120,-1 0 33,1 0-481,0 0 432,0 0 8,0-3 8,0-1 0,0 0-8,0 2-440,0 1 496,-2 1-56,2-6 40,0 2-40,-2 4-7,0-3-17,2 3-416,-2 0 360,2 0 0,0 0-8,-2 0 16,2 0 40,0 0-408,-1 0 424,1 0-80,-2 1-8,0 1 16,2 0 24,0 0-376,0-2 400,-2 2 1,0 2-9,2-1-8,0-1-16,-2 2-48,2-4-320,0 3 312,-2 1-120,1 0 80,1-1-16,0 1-64,0-2-192,0 0 272,0 1-40,0-1 24,0 2-88,0-2-8,0 1-160,0-3 160,0 6-32,0-4 120,0 2-87,0 1-33,0 1-24,0-5-104,0 3 80,0 2-16,3-1 16,-3 1-8,0-1-32,0-1-40,0-2 168,4 5-80,-4 8 8,4-13 8,-1 3-32,-3 12 48,0-17-120,0 3 72,4 14-48,0-12 72,-4 14-8,3-12 24,-1 1-112,0 3 160,2-6-104,-1 15 144,3-5-48,-2 0 8,-1-8-16,3 15-144,-3-16 208,3 14-104,0-5 56,-1-1-8,-4-11-152,4 11 24,0-7-32,1 13 48,-1-12 8,1 10-16,-3-8-32,-1-3 136,4 7-88,8-8 40,-14 12-16,6-10-32,7 10-40,-11-16 56,-2 16-80,5-1 192,10-10-104,-12 13-8,3-5 40,-1-12-96,5 1-72,-10 19 32,14-9 88,-14 3-48,6-3 16,-2-1-16,-3-9 80,16 13-48,-13-12-56,12 19 56,-10-7-8,8 1-8,-13-15-16,2 18 96,3-5-152,10 5 80,-12-3-64,11 0-40,-13-7 80,-1-1 16,14 8-64,-11 0 264,10 3-184,-10-3-24,10 1-8,-13-18-8,2 19-216,3-1 272,-1 1-40,10 0 16,-11 1 0,-3-15-24,2 10-72,2 4 40,1-2-64,-1 1 48,10-3 48,-15-6 0,0-3 16,5 11 64,1-3-16,-2 3-40,1-1 8,-1-3-32,-4-13 0,3 13-24,1 1-80,0-8 88,-1 13 56,1-5-40,-2-11 0,0 0 104,1 18-128,1-15-24,0 11 48,-1-10-24,0 7 24,-2-10 40,3 2-40,0 10-24,-1-2 104,1-8-48,0 13 48,-3-16-80,3 9 72,0-6-144,1 13 48,-1-5 0,0-8 32,-1 5-8,-1-3 72,4-2-56,-1 11 80,1-10-104,-3 10 16,1-11-8,-4-7 0,4 21-112,-1-14 72,1 11 16,0-12 40,-1 12 64,1-12-16,0 12-120,-1-12 152,1 12-136,0-12 48,-4 5-8,0-8 120,3 5-192,1 6 88,-4-6-40,4 8 24,0-10 24,-4-5-24,3 14 24,1-9-32,-4 10-8,4-10-16,-1 10 24,-1-12 8,0 0 32,2 12-56,-4-8-16,3 8 32,1-8-24,-1 6 32,-2-12 8,-1 4 0,3 8 32,1-8-32,0 12 0,-1-10 32,-2-3-40,2 8-24,1-7-16,-1 12 48,1-11-56,0 12 32,-2-14 16,-1-3 32,3 16-16,0-10 144,-1 8-160,1-8-16,2 10 0,-6-17 16,3 13-168,3 1 120,-3-1 64,1-6-16,0 10 0,-3-15 0,2 1 72,0 15-88,-3-14-144,4 14 168,0-12-8,-1 8 0,-3-12 32,4 3 144,0 12-128,-1-10-48,1 6-24,-4-8 16,1-3 8,2 9-48,0-5-24,-3 9 0,4-10 72,0 11 32,-2-14-32,-1-1 72,-1 15 16,4-12-16,0 12-112,-4-12 48,3 10-8,-3-15 8,4 5-88,0 12 80,-1-11 8,1 8-40,0-8 40,-4 10 0,5-10-72,-1 9 48,0-10 32,-1 12-16,-3-13 0,0-3 72,4 6-24,0 1-32,-1-1 40,1 1-72,0 8 40,-4-15-24,0 5-40,3 2-24,-3 6 56,4-8-16,0 9 24,-2-13 0,-1 1 40,3 3-32,0 16 40,-4-17-32,3 3-40,-3 5 24,0-12-8,4-1-72,0 6 32,-1 9 56,-3-12-8,4 3-8,-4-5 8,0 3 40,4 11-112,-4-11 24,4 3 64,-4 8 16,2-12-32,-1-1 80,-1 13-16,0-9-72,4 1 0,-4 8 24,0-10-16,0-5 0,4 6 16,-4 8-64,0-8 24,3 1 8,-3 10 32,2-15-16,0 1 24,-2 5-40,4 8 72,-1-10-72,1 8 56,-1-9-40,-2-4 16,-1 4-56,3 14 80,1-14-32,-4 10-16,4-9 40,-4-5-32,3 3-48,1 2-24,0 8 40,-1-10-8,-3 11 48,3-12-8,-2-1 80,3 6-40,-1 10-32,1-13 8,-4 12-40,4-12 24,-4-4 24,3 6-16,-3 9-8,4-10-8,0 11-8,-1-12 24,-3 1-8,0 5 0,4-6-56,-4 2 48,0 10-24,4-11 32,-4 4 0,0-6 80,3 2-64,-3 12 88,4-12-87,-4 1-9,4 10 32,-4-15-40,0-3-32,4 16-49,-1-9 65,-3-1-40,4 10 24,-4-13 32,0 0 56,0 3-88,4 12 72,-4-16-80,3 3-24,-3-2 64,0-2-96,4 0-144,-4 2-80,0-2-80,0 0-120,0 0-72,0 0 592,0 0-712,4-6-248,-4 3-209,0-3-303,0-10-304,0 13 1776,0 2-2049,0-16-319,0 12-225,0-15 409,0 5 527,0-2-3192,0 17 4849,0 0 0</inkml:trace>
  <inkml:trace contextRef="#ctx0" brushRef="#br0" timeOffset="13">4629 854 10146,'0'0'456,"0"0"80,0 0-72,0 0-24,0 0-440,0 0 384,4 2-24,-4 2 8,0-2-32,0-1 72,4 1-39,-4-1-369,0 0 352,0 1-56,0 0 8,0-2-48,0 0-16,0 1-240,0 0 280,0 0-96,0 1 96,0 0-16,0 0-16,-2 0-8,2-2-240,-2 2 200,0-1 0,0 1 88,0 0 56,-1 2-48,2-1-296,0-1 361,-1 2-73,0 2 32,-1-1-40,1-1-24,0 1-256,2-5 248,-2 6-64,0 8 88,-1-8-24,1 9 0,0-10-24,1-1-224,0 9 200,1-8-80,0 14 40,-2-12 32,2 10-8,0-8-184,0-4 232,0 10-64,0-8-40,0 15-48,0-5 32,-2 1-16,2-17-96,0 17 128,0-2-40,0 3-15,0 1 7,0-2-16,0-9-64,0 3 104,0 8-48,0 0-104,0 2 112,0-2 0,0-4-64,0-12 40,0 15 128,0-3-168,0 3 40,0-1 56,0 2-56,0-15-40,0 13 48,0 2-48,0-2 24,0 2 80,0-1-40,0-9-64,0-2 80,4 10-16,-4 1 96,0 1-120,4-1 16,-4-2-56,0-16 56,0 21-184,3 0 200,1-2-24,-4 2 24,4-1 40,-4-15-112,0 6 72,3 10-64,1 2 104,-4-2-56,4 2 8,-2-8-64,-1-10 136,-1 14-144,4 4 16,-4-2 40,4 0 24,-4 0-8,0-19-64,3 16 88,-3 3-120,4 0 56,-4 1-16,4-1 32,-4-11-40,0 0 112,4 11-80,-4-2 72,3 2-104,-3 0 24,3-4-24,-2-16-8,-1 22-16,0-4 136,0 1-112,0 1 24,0-2-8,0-15-16,0 10-88,4 5 40,-4 1 24,0-1-16,0 0 56,0-8-16,0-6 88,0 13-8,0-1-32,0 1 16,0-1-48,0 0 0,-1-17-16,0 19 24,1-2-80,0 0 64,-2-1 16,2 3 0,0-13-24,0 3 48,-2 10-56,2 2-8,-2-4 32,2 3 0,-1-6-16,0-12 56,1 12-40,0 7-56,0-6 32,0 5 24,0-3 40,0-1-8,0 5-40,0-2-56,0 2 48,4-2 8,-4-8-8,0-4 24,0 13 24,4-5 104,-4 4-160,0 2 0,0-1 8,0-19 8,0 21-176,0-2 176,3-1 32,-3 0-40,0-2 16,0-10-16,0 5-8,0 5-56,0 4 0,0-2 48,0-1 16,0-6 0,0-8 48,0 12 0,0 1-80,0-1 32,0 1 24,0-1 24,0-15-48,0 14 72,0 1-88,0-1 8,0 2-24,0 1 8,0-10 24,0 0 16,0 10 0,0-1-24,0-3 8,0 3-32,0-1-32,0-1 72,0 4-24,0-1 64,0-3-16,0 1-48,0-13 16,0 7-8,0 5-16,4 3 0,-4-1 64,0-1-8,0 1 0,0-3 16,0-1 40,4 1-120,-4 2 8,0-3 0,0-13 24,0 15-88,0 0 64,0-1 24,0 2-16,0-3 0,0-7 16,0 3 48,0 6-120,0 1 72,0-2-8,0 1-16,0-1 72,0 0-16,0 3 0,-2-1-40,2-3 32,0 3-24,0-14 0,0 9 0,0 4-32,0 1 16,0-3-32,0 1 32,0-7 16,0-1 48,0 8-24,0-1-16,-2 1 16,2 2-8,0-3-16,0-14-16,0 17 48,0-3-56,0 1 8,-2-9 64,2 12-72,0-15 24,0 1 0,0 17-32,0-14 32,0 11 0,0-10 24,0 10 32,0-3-80,0 0 96,0-8-80,0 13-8,0-12 16,0-7 0,0 16-56,0-2 16,0-8 40,0 11 16,0-12 0,0 4-16,0 0 48,0-4-56,0 12 0,0-3 16,0-8-16,0 9 8,0-14 0,0 13-32,0 0-48,0-8 96,0 13-48,4-12 16,-4-4 16,0 8 64,4-4-168,-4 10 104,3-3 24,-3 0-32,0-11 8,0-1 72,4 15-16,-4-10-48,0 8-48,0-8 48,4 8-8,-4-16-48,0 6 32,0 10-16,0-10 24,0 10 48,0-8-32,1-2-8,1 2 72,-2-2-96,0 10 8,0-10-8,0 9-16,0-11 40,0-3 32,0 14-32,0-10-16,0 12 56,0-12-64,0 10 16,0-14 8,0 5 72,0 9-128,0-9 56,0 1 48,0 10-64,0-14 16,0-1 64,0 4-56,0 10-56,0-12 64,0 1-64,0 2 48,0-6 8,0 6 56,0 0-120,0 8 64,0-11 8,0 1-48,0-2 32,0 2 16,0 2-56,0 0 40,0 1-16,0 6 56,0-11-40,0-2 48,0 7-64,4 6 0,-4-8 8,0-1 48,0 10-24,0-15-16,0 4 24,0 3-96,0 8 56,0-12-8,0 3 32,0-2-8,0-1 88,0 12-112,0-11 0,0 1 16,0 1 8,0 0 0,0-5 8,0 5 48,0 8-72,0-10 24,0 1-8,0 3-8,0-7 8,0 3 40,0 4-112,0-3 32,0 3 32,0-1 48,0-2-40,0-3 64,0 6-8,0-1-24,0 0-64,0 1 16,0-1 0,0-6 16,0 13-40,0-11-8,0 3 56,0 1 16,0 1-24,0-2 0,0 2 64,0-4-136,0 2 48,0 8 16,0-10-8,0 2 16,0-5 32,0 7-16,0-1-24,0-1 24,0 1-8,0 0 16,0-5-24,0 4 48,0 1-128,0-2 80,0 3-8,0-3-24,0 0 32,0-2 88,0 2-128,0 1 8,0-1 40,0 1 0,0-1-8,0-5 80,0 6-56,0-1-72,0 1 32,0-1-8,0 1 32,0-5-8,0 0 56,4 2-104,-4 1 32,3 2 24,-3-3-32,3 0 24,-2-2 32,-1 3-144,4-3-56,-1 1-120,1 0-128,-4-2-72,0 0 488,4 0-696,-1 0-208,1 0-113,2-4-175,-3 1-184,0 0 1376,0 0-1529,2-13-327,1 10-320,-1-10 111,10 10 393,-12-9 1672,-2 14-5065,-1 1 5065</inkml:trace>
  <inkml:trace contextRef="#ctx0" brushRef="#br0" timeOffset="14">4597 5660 8521,'0'0'56,"0"0"-56,0 0 56,4-4-8,-1 1 0,-3 3-8,0 0 8,4-4 24,-4 4-88,4-4 24,-4 4 24,0 0-8,0 0-24,0 0 48,0 0-8,0 0-24,0 0 0,0 0 16,0 0-184,0-3 344,0 3-160,0 0 16,0 0 96,-2-4 65,2 4 87,0 0-296,0 0 368,-2 0-8,2 0 32,-2 0 32,2-4 40,0 4-464,0 0 480,0 0 64,-2 0-72,1 0 56,-1 0 17,0-4-33,2 4-512,-2 0 552,0 0-88,0 0 24,1 0-48,-1 0-48,1 0-392,0 0 440,-1 0-96,-4 0-24,1 0 25,1 0-89,-1 0-256,5 0 304,-6 0-40,1 0-48,-1 0 96,1 0-96,-1 0 8,1 2 48,-1-2-128,-1 0 48,-1 0 16,-6 2-56,10-2-152,2 0 176,-5 0-64,-8 0 8,11 0-8,-3 0-16,-8 0 16,15 0-112,-5 0 80,-10 0-64,10 0 16,-3 0 32,-8-4-32,12 4-32,0 0 120,-12 0-72,10-3-64,-12 3 56,12-4-56,-9 4 16,12 0 16,-12-4 32,1 4-48,-1 0 32,8-3 16,-12-1-24,16 3-24,-9-2 32,-2 0-56,6 3 24,-12-4 24,13 4 48,-6-2-72,6 0 88,-8-1-32,0-1 0,0 4-72,-1 0 16,1-4 16,15 4-16,-7 0-8,-13-3 8,3-1 56,10 4-24,-15-4-8,16 4-24,-3 0 56,-6-3-32,1 3 0,-1 0 48,0 0-23,4 0-49,7 0 88,-12-4-8,-1 0-16,3 1 24,-1 3-24,0-4 16,13 3-80,-11 2 64,-1-5-48,-1 4 8,-2-3 8,10 3-8,-5-3-24,4 2 56,1 1-16,-12-4-8,4-1 0,8 1 8,-12-1-40,18 5 0,-6-4 8,-14 0 0,7 4 16,6-4 16,-12 4 0,17-1-40,-1-1 40,-15 2-80,12-4 80,-12 4-16,5-4 0,-1 1 40,0 3-56,8-4-16,-13 4 8,5-4-40,0 4 8,14 0 32,-14 0-8,-2 0-16,1-3 72,-1 3 16,-1 0-40,8 0-24,1 0 48,-9 0-32,0 0-72,-1 0 56,1 0 32,3 0-32,13 0 0,-14 0 40,1 0-8,-2 0-8,1 0 80,1 0-24,11 0-80,-8 0 80,-3 0-64,0 0 24,1 0 32,-1 0 8,5 0-80,5 0 88,-11 0-72,1 0-8,-2 0 24,3 0 24,-1 0-40,14 0-16,-5 0 40,-15 0-112,14 0 56,-11 0 40,3 0-8,12 0-16,-2 0 96,-13 0-120,3-4 0,1 4 24,-1 0-24,3 0 24,9 0 48,-11 0 0,-3 0-96,10-4 64,-14 4-16,7 0-16,11 0 16,-11 0 56,-1 0-56,1 0 0,-3 0 24,10-3-40,-5 3 16,4 0 64,0-4-16,-12 4-16,13 0 64,-12 0-80,4 0-16,14 0 24,-5 0 0,-12-4-72,12 4 64,-10 0 0,1 0 112,11 0-128,-7 0 200,4 0-48,-13 0 32,12 0-80,-12 0-40,17-2-64,1 1 64,-15 1 16,12 0-104,-3-4 56,-10 4-8,12 0-32,5 0 8,-14-4 40,9 4-120,-10 0 88,10 0-16,-10-3 40,13 3-32,0 0 80,-15-4-80,12 0-24,-10 4 16,10 0 8,-9 0 0,14 0 8,-5 0 56,-10 0-80,8 0 8,-10 0-8,10-3 56,4 3-40,-8 0 24,6 0-56,-10 0 32,10-4-64,-12 4 40,14 0 24,2 0 88,-14 0-56,9 0-8,-10 0 48,11 0-104,-12 0 32,18 0 0,-5 0 8,-12 0-64,11 0 88,-8-4-16,8 4 0,3 0-16,-1 0 72,-11 0-104,11 0-16,-3 0 56,-8 0-40,11 0 32,3 0 40,-6-3 24,-8 3-104,9 0 48,-8 0 0,8 0-16,5-1 8,-3-2 48,-4 3-80,1 0 24,-8 0 0,10 0 0,1-2 8,0 0 64,-10-1-88,10-1 80,-2 4-48,-1 0-24,0-3 16,7 2 16,-15 1-80,9-3 56,1 3 16,-2 0 16,-1-4 16,6 4-40,-3 0-8,-10 0-24,10-4-24,-3 4 56,-6 0 8,10-2-8,2 0 48,-13 2-16,8 0-24,-10 0 0,12 0-8,-12 0 16,16 0-16,-3 0 24,-11 0-40,10 0 8,-12 0 0,12 0-8,-2 0 16,-1 0 40,2 2-56,-1 0 16,-8 0 8,10-2-8,-1 0 0,4 0-8,-3 0 0,-2 0-24,1 0 64,-1 0-16,1 0 8,5 0-24,-3 2 16,-4-2-112,3 0 0,1 2 16,2-2-80,1 0 160,0 0-192,0 0-32,-1 0-168,2 0-128,0 0-96,0 0-160,0 0 776,0 0-737,0 0 241,-2 2-8,-2-1-488,2 1-728,2-2 1720,0 0-2569,0 0-423,15 0 367,-9-3 793,10-1 783,-4 1 1049,-9 2-488,2 1 248,21 0-3897,-26 0 4137</inkml:trace>
  <inkml:trace contextRef="#ctx0" brushRef="#br0" timeOffset="15">5601 4237 9337,'0'0'81,"4"0"-25,-4 0-24,2 0-32,-1 0 72,-1 0-16,0 0 24,0 0 40,4 0 40,-4 0 64,4-4 40,-4 4 48,3 0 0,-3 0 40,0 0-8,2-1-344,0-2 360,-2 3-24,4 0 0,-1 0 24,-3 0-24,0 0-336,0 0 360,0 0-23,4-3-49,-4 3 8,0 0 8,0 0 8,0 0-312,0 0 328,0 0 0,0 0-8,0 0 8,0 0-8,0 0-1944,0 0 3576,0 0-1632,0 0-16,0 0-8,0 0-56,0 0-3352,0 0 6497,-2 0-3153,0 0 32,1 0-8,-3 0-56,0 0 16,3 0-216,-1 0 168,-2 0-24,-2 1 80,1 1-8,-1 0 8,3-1-224,1 0 240,-4 1-72,-1 0-24,0 1-16,-1-1 32,-6 0-8,13-2-152,-2 4 152,-4-1-32,-8 1-16,9 2 32,-8-3-16,11-1-120,0 0 176,-12 3-64,10 1 0,-14-1 0,12 3 0,-6-4-112,10-3 128,-5 7-31,-8-3-1,10-1-16,-10 1-8,8 1-16,5-5-56,-12 3 128,9 4-72,-12-3 56,11 1 16,-10-1-48,13 4-80,1-3 136,-18-2 16,14 10 24,-13-12-120,13 4 40,-13-1-96,19-5 64,-6 4-56,-13 1 56,3 1-16,2 1 32,-1 1-16,10-6-64,-6 1 72,-5 3-80,-1-1-24,1 1 16,-1-1 96,1 1 32,-1 1 0,-1-1-40,1-1-48,-2 1-24,1-3 0,17-2 0,-16 4 56,2 0-104,-3 1 64,3-1-16,-3 1 16,10-3-16,0 0 72,-10 2-64,-1 2 80,2 1-64,-1-1 24,3-2-48,14-4 48,-15 4-32,-1 1 24,2-1-32,-1 1 16,-1-1-8,1 1 16,0-1-56,1 1 72,-1-1-24,-1 1-16,7-3-8,5-1 64,-10 4-48,1 1-8,-3-1-8,-1-1 0,-1 1-8,20-6 8,-18 5 16,1 1-32,1-3 64,-1 1-16,-1 0 8,11-3-40,-3 1 40,-8 2-112,1 0 48,-1-2 0,0 1 16,1-1 8,13-2 88,-16 6-64,2-3 8,-1 1-24,1 2-16,1-3 32,13-2-24,-10 2 0,-4 1-16,1-1 16,-1 1 8,-1 0 48,8-2-56,4-1 112,-10 5-96,-1-1-24,0 1 8,-1 1-8,3-2 8,16-4 48,-19 4 64,3 1-144,-3-3 80,1 3-24,-1-2-24,13-3 0,-4 1 88,-5 4-128,-1-3 16,-1 3 16,1-2 32,2-2-24,9-1 80,-11 1 0,1 2-104,-2 0 32,10-3-16,-13 3 16,18-4-8,-13 2 72,1 2-152,-3-1 80,0 1-32,3 1-24,6-4 56,1 0 56,-8 3-80,1-2 56,-1 0-16,0 1-16,0 1 40,1 2-56,-1-3 24,0 3 40,8-3-48,-13 3 24,16-5-24,-7 2 24,4 0-72,-14 1 8,14 0 56,-13-1-24,15 1 8,3-2 72,-17 1 0,4 3-136,8-2 72,-13-1 0,5 1 8,0-2 40,8 2-88,-13-3 56,12 1-8,-10 0 24,15-1-40,-1 0 56,-13 3-112,10-3 48,-10 1 24,12 0-16,-9 0 0,11-2 48,-2 0-72,-12 2 8,12-2 24,-14 2-16,12-2 40,4 0-32,-11 1 24,9 1-48,-12 0 16,10 0 0,-10 0 32,13-1-24,1 0 56,-15 2-56,10 1-24,-10 0 8,11-1 16,-14 1 40,14 0 0,-11 1-80,10-1 40,-10 1-24,10-1 32,2-3-8,-6 0 40,5 4-88,-12-1 72,12-2-24,-11 3 0,12-3 0,4-2 48,-14 4-72,8 0 40,-8-1-16,10 1 8,-12 0 0,17-4-8,-5 3-8,-13-1-48,14 0 80,-14 0-8,14 0-24,-12 0 72,12-1-64,-12 1 32,12 0-8,-14-2 8,14 2-32,-14 0 0,14 0 56,-12-1-40,12 1 0,-1 0-8,2-1-8,-7 0-16,6 1-56,-2 0 40,-8-2 40,9 0-24,2 0 16,1 0 48,-4 2-24,-8-2-80,9 1 88,-8 1-64,8 0 48,5-2-16,-13 4 72,9-2-144,-10-1 120,10 1-16,-3 0-40,2-1 8,-2 0 72,2 1-112,-1 0-24,-8-1 48,10 1-32,-3 0 112,-6 0-40,10 0 8,-4 1 32,1-1-64,-8 0 24,15-2-24,-3 2 8,-5 0-96,1 0 32,0-2 40,-8 1 32,13 1-16,0-2 72,-5 2-56,0 0 8,-1 0-48,-6 0 32,10-2-8,4 0 8,-8 2 16,-6-1-72,8 1 48,1 0-8,-12 0-8,15-1 16,-1 0 48,-5 2-112,-6 1 24,8-2 24,-1 0 16,-4-1 0,7 0 88,-1 0-24,-3 1-48,-8 0-16,10 0 0,-9 0 0,15-2 0,-5 2-16,-1-1-32,-8 1 24,8 0 16,1 0 32,-3-1-24,1 0 56,3 1-64,-3-2 56,-8 1-80,10-1 32,-2 2 0,6-2 8,-13 0-56,8 2 24,-1 0 32,-8-2 16,9 2 0,4-2-24,-3 0 56,-10 2-136,10-2-8,-2 2 88,-10-1 0,15 1 0,0-2 56,-5 2-16,-10-2-72,12 2 0,-2 0 56,-8 0-24,15-2 0,-6 1 8,-1 1-56,-10 0 48,12 0 16,-10 2 24,13-4-40,-1 1 64,-12 3-152,9-2 104,-8 2-16,8-3-16,-6 2 16,9-2 64,-2 1-104,-12 2 40,12-3 32,-12 1-48,12 2 56,-10-2-64,10 2-40,-10-3 40,9 1 16,-8 0-16,11-1 24,2 0 32,-6 1-24,-1 0-8,1-1 8,0 1 8,1 0-16,6-2 24,-7 2-8,1 0-32,1 0 8,-1-2 24,1 1-24,3 0 8,-2 0 72,-1 1-128,-1-2 40,2 2-16,1 0 16,0-1 16,2 0 72,-3 0-32,3 1-32,-3-2 8,2 2 0,0-2-24,2 0 8,-2 2-24,0-2-88,1 2 40,-1-2-40,0 0 0,2 1 112,0 0-120,0 0-128,0-1-8,0 2-96,0 0-40,0-2-48,0 0-96,4 0-24,-4 0-96,3 0-145,-3 0-175,1 1 976,2 0-1184,1 1-320,-1 0-209,-3 0-143,6-2-113,-4 1 1969,0-1-1848,1 0 440,3 2 400,-1 0 431,10 2 321,-11-1-3889,-4-3 4145</inkml:trace>
  <inkml:trace contextRef="#ctx0" brushRef="#br0" timeOffset="16">5679 4175 9265,'4'0'1025,"-4"0"-1025,4 0 1032,-1-4-304,1 4-160,0 0-144,-4-3-88,2 3-336,-1 0 328,-1 0-40,0 0 25,0 0 15,0 0 8,0 0-336,0 0 352,0-4 24,0 4 24,0 0-8,0 0 16,0 0-40,0 0-368,0 0 328,0 0-64,0 0-24,-1 0-16,-1 0-8,0 0-216,2 0 241,-2 0-1,2 0-8,-2 0-16,-2 0 24,1 0-56,3 0-184,-6 0 192,4 0-64,1-4-24,-1 4 24,-2 0-40,3 0-88,-2 0 128,2-3-24,-5-1-16,2 4 32,1-4 8,0 4-128,2 0 104,-4 0 8,1-5-40,-2 5-8,-1 0 48,1-4-16,5 4-96,-5 0 128,-1 0-112,-1 0 56,1-3 0,0 3-32,-2 0-40,3 0 128,2-4-72,-3 4 8,-8 0 0,10 0-16,-10 0 16,9-4-32,-10 4 0,10 0 0,-8 0 0,8 0 32,1 0-64,-6 0 72,5-4-16,-12 4 32,12 0-32,-10 0-16,12 0-40,2 0 96,-14-3-40,8 3-24,-8 0 72,10 0-8,-12 0-24,17 0-72,-6 0 113,-9 0-97,1 0 32,8-4-8,-12 4-16,16 0-24,-1 0 80,-16 0-56,12-4 56,-10 4-8,11 0-24,-13 0 16,12 0-32,-12 0 16,5 0-24,1 0 16,-1 0-16,11 0-24,-7 0 0,-4 0-16,1 0 0,-1 0 80,8 0 8,-8 0-72,8 0 112,-8 0-48,-2 0-32,3 0 32,-1 2 8,0-2 8,15 0-80,-7 0 16,-13 2-48,12 0 56,-10-2 0,10 0 32,1 0-56,-4 0 96,-4 0-80,1 0 32,6 0 8,-12 0-32,5 0 16,10 0 8,-15 0-32,12 0 48,-10 0 8,11 0-8,3 0-64,-11 2 32,0-2-96,8 0 64,-11 0-24,10 0 8,-2 0 16,2 0 80,1 0-16,-14 2 32,14-1-64,-11 1-32,10-2 0,8 0-40,-20 0 8,5 0 72,1 0-16,6 0 16,-14 0-48,17 0 8,-5 0 16,-4 0-32,-1 0 0,0 0 32,1 2 0,6-2 24,-10 2 0,11 2-88,-14-2 24,14-1 32,-13 1 16,19-2-24,-6 0 16,-11 0-32,11 0 8,-12 0 0,12 2 40,-3-1-32,0 0 56,2 1-64,-10-2 48,11 0-40,-10 2 8,10-2-8,7 0 72,-19 1-104,14 1 112,-14-2-24,14 2-40,-14-2 56,18 0-72,-3 0 24,-13 0-64,12 0 56,-12 0-24,12 0-8,-12 0 8,10 2-8,-10 2 16,3-3-8,8 1 32,-12-2-8,17 0-16,-6 0 8,-9 0-40,10 2 64,-10 0-40,8 0 8,1-1 0,-4 0 56,4-1-72,-12 0-8,12 1 24,-11 1-16,12-2 8,-12 2 104,10 0-32,-10-2-8,11 0 8,-12 2-104,16-2 40,-9 2-56,5-2 24,-9 1 16,10 1 40,-11-2 0,12 0 16,-12 0-32,12 2 8,-15 0-32,14-2 16,-10 2 0,16-2 40,-8 0-72,-10 0 24,10 2 56,-10-2-40,11 2 40,0-2-48,-5 0 80,7 1-96,-12 1-24,10 0 48,-11 0-24,13-2 16,4 0 16,-19 2 56,14 0-96,-12-2 32,12 0 32,-12 0-32,17 0-8,-5 0 40,-11 0-72,12 0 48,-12 0-8,10 0 16,-10 0 56,10 1-88,-12-1 40,12 0-8,-11 0-32,11 0 8,6 0 8,-17 2-8,12-2 48,-12 0-40,3 2 16,8-2 8,1 1-32,-8 0-24,-1-1-8,8 0 0,-14 2 24,14-2 24,-6 0-16,6 0 56,-1 0-8,-12 3 8,13-1-96,-12 2 24,12-2 16,7-2 0,-20 0-56,13 0 48,-14 0 48,14 0-24,-11 0-24,14 0 8,0 0 48,-14 0-72,10 0 0,-10 2 48,3-1 16,8-1 0,-10 2 8,10 0 0,-9 0-72,8-2 24,-10 0 32,16 0-32,-4 0 0,-12 0-16,11 0 32,-12 2-32,12-2 48,-4 0-32,4 0 32,-8 2-8,8-2 8,-12 1-88,14-1 80,-15 0-24,19 0-16,-6 2-16,-11 0 56,1 0-16,2 0 16,1-2-24,-1 0-8,8 0-56,-14 0 16,5 0 64,8 0 0,-6 1-16,8 0 72,-8-1-48,6 0-48,-12 0 0,5 0 8,1 0 24,13 0-8,-6 0 48,-11 0-88,10 2 72,-8-2-16,1 1-16,8-1 24,-12 0-48,12 0 72,-9 0-40,10 2 24,-8 0-32,11-2 32,-2 0-64,-2 2 104,-8-2-56,9 2-8,-8-2-16,12 0 8,-2 0-32,-11 2 0,10-1 24,-1-1 56,-8 2-32,12-2-16,0 0 72,-5 0-48,-8 2 8,9 0-24,-8 0-32,8-2 8,6 0 16,-15 0-24,10 0-48,-2 0 56,-8 0 40,9 0-16,-1 0-8,-2 0 56,1 2-72,-8-1 16,10-1-24,-8 2 48,8 0-24,4-2 40,-16 2-72,3 2 56,1-3-24,6 1-8,-10 0 32,16-1-24,-4 0-8,-12 3-40,3-3 72,10 1-16,-14 0-32,12 0 40,-9 0-16,10 0 48,-9-2 0,10 0 8,-9 0-56,13 0-24,-4 0-40,-10 2 16,9-1 24,-8 1 40,8-2-8,1 0-8,-5 0 16,5 0-64,-12 2 72,12 0-8,-10-2 0,11 0-16,3 0 24,-16 0-40,12 0-32,-10 0 64,9 0 8,-1 0-64,5 0 40,-13 2 64,10 0-144,-10-2 80,10 0 16,-3 0-16,0 0 0,0 0 64,2 0-104,-10 1 160,10-1-120,-10 2-8,11-2 8,4 0 32,-6 0-136,-10 2 184,12-2-88,-10 0-8,9 0 32,1 0-16,-8 0-88,8 0 56,-12 2 16,11 0-16,-10-2 8,9 0 48,-8 0 16,9 2-56,-8-1 40,8 1 16,-9 2-40,15-4 0,-5 0 40,-12 0-96,12 2 48,-10 0-16,10-1 0,-2 0 24,-1 0 56,2 1-88,-10-2 96,10 2-32,-8 0-32,9-1 0,4 0 24,-15 2-96,8 3 160,-10-2-88,12-3 0,-8 1 40,8-2-136,-9 0 40,10 0 24,-3 0 16,-6 2-40,10-1 56,2 0 48,-12-1-8,8 2 24,0-2-8,-8 0-56,8 0 0,6 0-8,-5-4-56,-10 4 80,9 0-24,-1-4 24,-8 4 0,13 0-16,-1 0 24,-4 0-72,-1-3 32,-7 3-8,10 0 8,-1 0 16,5 0 32,-14 0 8,11 0-8,-3 0-32,-8 0 40,12 0-72,2 0 32,-6 0 24,-9 2-64,12-1 32,-11 1 32,10 2-32,-3-2 48,-6 0-40,10-1 80,-2 1-80,-1 0 8,2 0-8,5-2 8,-8 0-104,1 4 160,-1-3-64,-6 1 8,8 0 0,-8-2-80,8 0 16,-1 0 56,-8 0 0,9 0-8,3 1 8,1 0 32,-13-1-16,10 2-40,-3-2 32,-6 0 16,8 2-40,6-2 16,-5 0 16,-10 1-40,9-1 40,-1 0-8,0 2 8,-1-2 8,1 2-72,0-2 88,1 0-40,-1 2-8,1-1 8,4 0 56,-5 1-96,0-2 152,1 1-96,1 1-32,-1 0 24,5-2-8,-3 2-80,-2 0 72,1 0-8,-3-2 16,3 2 0,1-1 0,2-1-8,-5 0 24,1 4-16,-1-2 0,1 0 8,1-1-8,5 0 24,-7 0-40,1 1 16,-9 0 24,13 0 8,-3 0-8,-2 0-56,1 1-16,-1-1 40,-1 0 40,3 0 16,1-1-48,2 0 40,-3 2-80,-1-1 64,-1 2-32,1-2 0,1-1 48,5 0-40,-6 0-24,1-1-24,-1 2 48,1-2-16,-1 2-40,4-1 56,-1 0 40,-3 1-48,1-2 96,-1 0-72,1 2-32,0-2 16,4 0 24,-4 1-112,1 1 184,-1 0-80,-1-2-40,2 2 56,-1-2-136,-1 0 64,1 0 32,-1 0-8,1 2 32,1-2-16,2 0 64,-3 0-72,-1 0-32,1 0 40,-1 0 0,1 0 40,4 0-40,-4 0 32,0 0-80,-1 0 40,1 0-32,-3 0 64,3 0 8,-1 0-88,1 0 120,-1 0-136,1 0 112,0 0-40,4 0-16,-4 2-56,1-2 160,0 1-192,1 1 64,-1 0-72,0 2-104,1-2 32,-1-1 0,0 1 8,-1 0 0,3-1 176,0 0-152,-2 1 8,1 1-168,-3 3-264,2-4-216,3 3-297,-1-3-79,0 0-32,0 0-56,0 0-33,0 1-87,2-2 1376,0 0-1472,-1 3-137,-1 0-159,2-3 64,-2 5 247,1-3 1457,0-2-1064,-1 2-3441,2-3 4505</inkml:trace>
  <inkml:trace contextRef="#ctx0" brushRef="#br0" timeOffset="17">295 4618 8345,'0'0'1073,"0"0"151,0 2-136,0 0-1088,0-2 912,4 2-168,0 0-152,-1-1-87,1 1-41,0 0-40,-3-1-424,1 2 464,2 1-56,1-3-16,-1 3 24,0-2-48,-2-1-368,-1 0 376,3 2-48,2 1-64,-1-2 8,-1 0-7,0 0-9,-4-2-256,5 3 288,-1-1-88,1 2 16,-1-2-16,1-1-64,-3-1-136,0 0 184,4 2-64,-1-2 32,-1 0-24,1 0 16,0 0-144,-4 0 128,4 0-40,-1 0 72,2 0-72,-1 0 16,-1 0-16,-3 0-88,3 0 24,2-3 56,-1 3 24,10-4 32,-11 4 0,-2-2-136,-1 0 152,5-1 0,9 3 16,-12-4 24,1 4-40,1 0 8,-4 0-160,13-4 184,-14 4-15,6-3-1,8 3-24,-10 0-40,2-4 32,-1 4-32,10-4 56,-11 4 16,1 0-32,6 0-144,-7 0 232,-4 0-24,5 0 16,10 0 8,-11 0-8,1 0-40,-2 0-184,11 2 96,-11 0-56,12 0-16,-11 0 80,1-1-24,5 0-80,-1 0 128,-6 1 0,14 2-32,-12-2-8,10 1-24,-10-1-64,-4-2 72,13 2-64,-8-2 8,9 0 56,-12 2-32,14 0 32,-15-1-72,1 3 88,12 0-112,-9-2 56,8-1-32,-8 1-32,5 0 32,-6-2 48,1 4-32,14 0-24,-14-3 48,14 1 56,-15 0-64,-3-2-32,15 2 48,-3 0-32,-10 0-32,15-1 72,-14 3 48,4-3-104,0 0 80,-3 1-32,14 0 0,-14-1-40,10 1 56,-11 0-64,-4-2 56,13 2-48,-10 2 72,13-3-80,-14 1 0,14 0 0,-16-1 0,3 0-48,13 1 32,-11 0 24,10 1 16,-12 3 24,12-2 16,-10-3-24,8 5-48,-8-2 24,11-1-16,-14 1 0,-3-4-8,17 2 48,-14 0-72,14 1 80,-11-1-48,10 2 49,-14-3-49,2 1 48,12 0-72,-10 0 112,12 0-80,-14 0 24,8-1-32,-8 0 56,2 2-40,12 1 104,-12-2-104,12 0-16,-12 0-32,-4-2 32,12 0-96,-8 1 64,10 1 8,-10 0 32,12 0 56,-15-1-64,0 0 32,13 1 8,-12-1-24,11 1-72,-10 0 56,11 0 0,-15-2 8,4 2-48,12 0-24,-12-1 48,14 1-40,-14 2 32,14 0 32,-14-1-104,12 3 96,-12-4 16,15 1 8,-16 0-24,-2-2 80,16 1-72,-12 2 48,12-1-56,-12 1 8,14 1 8,-20-4-16,5 2-16,14 1-16,-14-2 40,14 1 0,-14-1 8,3 0-16,1 0 56,-4 0-112,12 3 64,-12-3-32,12 0 16,-12 1 8,-5-3 72,17 2-104,-12 2 8,10-2 40,-9 0 24,8 0-48,-13-2 8,2 3 80,12 1-120,-10-2-40,10 1 128,-11-1-72,5-1 24,-4 0 48,-1 1 8,2 0-32,8 1-48,-10 1 56,2 0-24,-6-4-8,14 3-8,-10-1-24,11 0 16,-12 2-8,12-2 0,-14-1 24,2 1 64,2 2-104,10 2 88,-10-5-16,1 3-32,8-3 0,-10 0 40,2 1-64,9 0 16,-10 1 8,10-1-8,-10 2 40,-2-4-32,11 2-16,-9 1 0,10 1 56,-9 0-56,10-3 56,-13 2-40,0-2 0,13 1-24,-10 2 16,8-1 8,-8 1 64,8-1-64,-13-2 0,2 1 24,14-1-80,-13 3 32,10-2 40,-10 0-16,1-2 0,5 2 16,-7-2-96,14 1 56,-13 1 24,10 2-8,-11-3 8,-2 0 72,14-1-56,-12 0 8,3 2-32,9-1 40,-12 1-32,-3-2 0,6 2-32,-1 0 24,10 0-16,-11 0 16,1-1 48,2 0-40,1 0 32,-4 1-72,1 2 40,1-2 8,10 0 8,-13 1-16,-2-3 16,4 2-32,12 2-8,-12-2 16,10 1 0,-11-1 48,-1-2-40,10 2 0,-9 0-32,13 0 24,-12-1 32,12 1-16,-14 1-8,-1-2 16,17 1 0,-14 0-64,12-1 32,-12 1 24,14 0-8,-19-2 24,5 2-24,12 0-40,-12 0 48,12-1-40,-12 1 16,2-1 16,3 0 8,-7 1-72,12 2 88,-9-2-24,8-1 24,-10 1-24,-2-2 32,13 0-64,-12 2 0,3 0 32,10 0 24,-12 0-8,-3-2-16,4 1 32,0 1-88,10 0 24,-12 0 24,3 2-16,-3-3 24,-1-1 72,13 2-64,-11 0-48,1 0 80,1 0-24,-1-1-16,-5 0 32,6 0-16,9 1-88,-12 0 24,3 0 48,9-2 24,-14 1-24,1 0 64,4-1-96,8 2-8,-10-1 16,2 1 32,5-2-8,-6 0 72,-1 0-40,1 0 32,14 0-72,-16 2 8,14 0-24,-17-2 24,5 2-40,12 0-24,-11-2 64,10 0 24,-10 0-40,1 1 16,2 0 56,-3-1-56,12 0-16,-12 1 40,12 1-32,-13-2 8,-4 0 0,15 2 24,-10 0-64,10-2 96,-12 2-48,11 0-8,-15-2 0,3 1 40,14 1-136,-14 0 64,14 0 8,-13 0 40,1 0 64,12-1-56,-14 1 8,12 0-64,-11 0 32,1-2 24,-4 0-24,15 2-24,-12 0-8,1 1 16,1-1 0,8 0 8,-14-1 8,0 0 48,6 2-96,10-1 96,-12 0-32,2 0-40,-2-1 24,-3 0 88,14 1-152,-15 0 48,5-1 56,10 1-72,-15 0 24,1-2 8,3 2 16,2 0-96,9 0 56,-12-1 48,3 1-8,-1 0 48,10 0-24,-11 0-56,1-2-16,10 2 24,-11-1 16,1 1 32,1-2-104,8 2 104,-10 0-64,2-2 24,-5 1 0,3 0 96,13-1-192,-14 2 104,3-1-32,-1 1 16,6 0 8,-7-2 56,0 0-80,-1 2 56,3-2-64,0 2 48,-1 0 0,-4-2-16,4 1-40,9 1 8,-14 0 8,6 0 64,-1 0-16,-2-1-24,0 0 56,2 1-72,10-1-24,-15 1 32,6 0 24,-1-2-8,1 0 24,-1 2-32,1 0-32,-1-2 16,10 2 24,-15-2-8,0 1-24,5 1 0,1 0-8,-1-2 0,10 2 80,-15-2-48,0 0 24,6 0 48,8 2-104,-10 0 16,2-2 48,-1 1-40,-5-1 8,15 2 8,-12-2-96,3 2 72,-1-2 8,10 2 16,-11 0 80,0-2-128,1 2 56,1-1 16,-1 1 0,-1 0-32,-2-2 40,3 0-72,1 2 0,-1 0 0,1 0 24,-1-1 8,-3-1 0,11 0-8,-13 2-72,5 0 40,1 0 32,-2 0-24,1 0 120,1 0-56,-1-2-80,10 0 72,-11 0-48,-1 1 24,-3-1-16,6 2 64,-1-2-72,1 2 32,-1-2-16,1 0 32,-2 1-24,7 0 56,-8 1-104,1-2 24,1 2 0,1-1 0,4-1 24,-5 0 72,-2 2-56,1 0-8,1-2 16,1 2-64,9-2 56,-15 0-16,3 0-24,1 2-8,2 0 80,-1-1-48,1 1 24,-4-2-24,1 0 0,12 2-72,-15 0 96,5 2-40,1-3 48,-1 3-32,-5-4 56,6 2-88,-1 0-16,-1 0 8,2 1-8,-1 1 32,-4-3 16,2 2 32,2 0-72,1 1 32,-2-2 16,-1 2 8,1-3-16,-2-1 40,3 4-24,1 2-24,-3-3 32,3 1-24,-1 0 0,-4-4 0,4 3-16,1-1-56,-1 2 72,10 0-24,-12-1 32,-1-2-8,0 0 56,4 1-112,-1 2 80,10-3 8,-11 1-16,0 0-16,-3-2 56,5 2-80,8 0-16,-10-2 32,1 2-16,1-2 48,-4 0-24,11 1 8,-10 1-72,1 0 48,2-2 16,8 0-40,-14 0 40,0 0 56,6 0-32,-1 0-96,1 0 96,9 0-40,-15 2 16,0-2 0,5 2 72,1 0-104,8-1 56,-10-1-40,1 2 8,-3-1 8,2 0 16,11 1-96,-12 0 96,1 0-16,2-1 32,-3 1-32,-1-2 56,4 2-48,8 0 8,-10 0-32,0 0 8,1 0-8,-4-2 16,15 1-40,-13 3-16,3-2 32,9 0 0,-12 0-24,4-2 48,1 1 32,-4 1-32,1 0 0,14 0 24,-16 0-56,11-1 32,-11 0-48,2 0-9,12-1-55,-13 2 64,12 0-8,-10 0 8,-2-2 48,10 2 24,-10 0-112,12-2 16,-12 0 16,11 1 8,-12 1 24,12 0 0,-11 2-32,1-1-48,10 1-24,-11 2 128,-4-6-176,5 3-56,1 1-80,-1 2-16,1-1-8,-1 1-56,-3-4 392,2 1-344,-1 3-136,3-1-112,-2 1-121,-1-1-199,0 0 912,-2-4-960,-1 4-144,4 3-120,-4-1-129,0 0-215,3 1-232,-2-7 1800,-2 3-1961,1 3 121,4 1 407,0-1-3360,-4-7 4793</inkml:trace>
  <inkml:trace contextRef="#ctx0" brushRef="#br0" timeOffset="18">1992 1847 10506,'0'2'488,"0"0"16,0 0-56,0-1-448,0 0 440,0 0-8,0 1-32,4 0 16,-4 0-16,0-2-31,0 0-369,4 0 368,-4 0-80,0 2-8,0 0-16,0-2-32,0 0-232,0 1 200,0 1-72,0 0 64,0 0-56,0 0 40,0-1-176,0 0 192,0 2-72,0 3 96,0-3-88,0 1 24,0 2-16,0-6-136,0 3 96,0 1 8,-2 2 0,2-3-8,-2 3-40,1-3-56,0-1 128,-1 4-40,1 8 32,-1-12-48,0 4-16,2 1-56,0-7 56,-2 6-40,0 1 80,0 0-15,1 1 23,-1-1-8,1-4-96,0 1 80,-1 4-40,0-1 120,0 8-112,1-11 8,-1 1-56,2-3 152,-2 13-120,0-10 144,0 10-16,2-10-24,0 3-32,0-8-104,-2 14 112,2-8-8,-2 9 48,1-10 32,-1 12-24,2-15-160,0 1 176,-2 16-64,2-12 152,-2 13-152,2-5-8,0-9-104,0-5 112,0 21-160,0-7 88,0-8 56,0 15 8,-2-7-8,2-11-96,0 7 144,0 5-104,0 1 32,0 0-40,0-1 24,-1-5-56,0-5 88,1 12-16,-1-1 56,1 1-104,0 0 64,0-1-40,0-17-48,0 18 8,0 1 8,-2-1 24,2 0-24,0 1 16,-1-12-32,0 4 80,1 8-96,0 1-64,-2-2 120,0-1 0,2-2-40,0-12 56,0 14 96,-2-1-16,2 1-128,-1 1 8,-1-1 0,2-14-16,0 12-128,0 2 88,-2-1 40,0 3-16,2-3 48,0-6-32,0-1 40,0 7-56,0 4 72,-2-1-80,0-1 48,1-3-24,1-13 32,-2 16-80,0 0 88,0 3-32,0-3-8,0 2 0,2-13 0,-1 7-48,-1 4 32,0 2 96,0 0-72,0 1 32,1-8-40,0-8-32,-1 13-32,1 4 80,-3-1-64,0-3 72,2 2-56,2-19 32,-1 13 0,-3 4-32,0 1 64,2 1 8,-1-3-48,2-8 8,0 2 40,-1 7-80,0 2 56,-1-1-24,-1-1 16,2-4-8,2-11 0,-4 15-88,3-1 80,-3 3 16,2 0-8,0-3 24,1-12-24,-2 10-8,0 3-24,-1-1 0,2-1 48,0 3-8,1-3 16,-1 1 24,-2 3-8,0-3-48,3-1-24,-1 1 40,2-17-8,-2 16-40,0 1-8,0-2 72,-1 1-32,1 1-8,1-11 16,0 2 64,-1 7-96,0 5 72,0-5-40,-1 2 0,1-5 0,2-8 40,-4 2-88,2 18 48,0-10 16,1 5 8,-1-5-8,0 3-16,0-1-24,-2 1-40,3 1 72,-3-3 0,3-6-8,0-1 32,-1 8 8,0 1 8,-1 1-64,1-1 8,0 0 8,2-16-8,-2 19-40,-1-1 72,1-3-40,-2 1 24,2-3-24,2-9 16,-2 5 0,1 7-24,-3-1 80,2 1-88,0-2 24,1-5 8,0-6 48,-2 4-104,1 16 128,0-8-48,-2-1-16,2-1 8,2-13-16,-1 4-24,-1 17-24,0-15 24,0 16 16,0-16 0,0 13 40,1-5-8,-3 0-24,0-1 8,1 3-32,-1-11 24,4-5 0,-4 18 24,1-12-16,-1 9 56,0-8-31,0 12-66,4-19 33,-3 4-16,-1 15-72,0-6 40,-1-6 72,1 12-16,2-15-8,1-3 48,-3 15-40,2-12-40,-2 10 48,1-9-16,1 8 0,2-14 8,-2 6-56,0 10-24,-1-10 56,1 12 16,-2-12 48,3-3-48,0 1 56,-3 13-96,1-12 40,1 12 8,-2-12-8,0 10 0,3-11 96,-1 3-96,-2 11-8,2-3-8,-1-9 0,-1 12 40,3-16-24,-2 3-24,0 14 0,-1-4-8,-2-8 16,3 11 8,1-9 8,0-3 64,-2 1-80,1 12-8,-1-12 56,0 12-48,1-14 16,3-5 8,-2 17 0,-2-12-40,2 12 24,-1-10 24,-1 10 16,3-16-32,-2 3 16,2 3-24,-1 8-16,0-9 0,0-1 16,-1-1 8,2-2 0,-1 5 16,-1-1-96,1-1 48,0 1-48,0-3-48,2-3 128,0 4-128,0 0-168,-2-3-24,2 1-152,0-2-152,0 0 624,0 0-680,0 0-240,0 0-161,0-3-183,0-3-288,0 1 1552,0 5-1849,4-6 57,0-10-1761,1 12-1368,-5 4 4921</inkml:trace>
  <inkml:trace contextRef="#ctx0" brushRef="#br0" timeOffset="19">179 1435 8065,'0'0'1096,"0"0"-759,0 0-337,0 0 472,-1-3-32,1 3 32,0-4-48,-2 4-48,2 0-376,0 0 424,0 0-96,-2 0 152,2 0-88,-2 0 0,2 0 1,0 0-393,0 0 288,0 0 64,-2 0-8,2 2 32,0 0-32,-1-2-344,0 0 320,1 1-32,0-1-104,0 2 32,0 0 64,0 0-24,0-2-256,0 2 344,0 1-88,0 1 8,0 0-16,0 0-8,0-3-240,0 1 297,0 2-105,4 1 184,-4-1-144,0 2-16,3-2-216,-2-3 240,-1 5-168,3 1 216,1 8-144,0-10 64,-4 3-24,0-5-184,3 10 128,1-7 80,0 10 8,1-9 8,1 12-16,-3-15-208,-1-1 216,4 17-80,-1-5 24,1 2-24,-1-10 24,0 13-160,-4-18 192,4 15 0,10-3-79,-11 5 63,10-4 8,-10 3-48,-2-13-136,2 6 200,10 6-104,-10 0-8,2 1 32,10 0 16,-13-5-136,-2-7 144,14 16-64,-12-8 96,12 5-160,-11 1 72,10-1-32,-13-17-56,2 19-16,14 0 40,-14-3 24,3 2 40,10-3-104,-14-8 16,0 0 96,13 8-120,-10 3 104,10-2-40,-11 1-48,10-3 8,-12-14 32,2 13-104,1 3 40,12 1 64,-13-3-8,1 3 0,-1-15-24,7 10 40,-8 4-112,3 3 0,9-1 40,-12-2 64,1-5-32,-2-6 48,13 14 48,-12 1-80,3 0 8,-1 2 64,10 0-40,-15-24-48,4 22 96,1 2-144,1-1 72,-1 1 0,10 0-8,-14-15-16,2 6 120,2 9-104,1 2 112,-1-2-72,12 0 8,-14-5-64,-3-14 80,6 17-96,9 0 88,-12 2-48,3-2-8,-1 2 0,-4-20-16,4 14 8,10 2-48,-12 2 80,3-2-32,-1 2-16,-1-9 8,-2-4 80,3 13-56,10-1 16,-15-1-24,6 0-16,-3-1 0,-3-18 0,6 21-24,-1-1 24,1-1 0,-3-2-24,1 2 40,2-3-24,-3-1-32,1 3 120,0-3-48,-1-1-16,0-5-16,-2-5 40,3 10-112,-1 1 56,3 1 16,-2-1-8,1 1 24,-4-15-16,4 10 56,-2 3-80,3 2 56,-1-3-56,1 3-8,-3-8 32,-1-1 24,13 8-32,-15-1 32,6-1-32,8 5 0,-14-3 8,0-14 24,6 18-16,8 1-136,-10-3 176,2 0-32,-1 3-32,10-3 144,-11 0-200,1 1 64,1 1 8,-1 0 32,5-6-32,-5-7 24,-1 13-32,1 2 64,1-2-88,-1 0 40,10 1 16,-15-21-24,0 16-40,5 4 0,1-1 56,-1 1-16,1 0 8,0-12-8,3 3 88,-9 7-120,3 4 8,3-5 16,-3 1-8,2-5 16,-4-10 32,4 5-16,1 14-16,0-4 8,-1 1-16,1-3 16,-5-12-8,3 11-8,2 1-40,-3 1 24,1 1 32,1-3 0,-1-5-8,-2-2 24,2 9 24,-1-1-8,1 5-8,0-3-16,-1-1-16,-3-16-32,4 16-24,0 3 48,-1-3 32,1 1-8,0 0-32,-3-13 16,1 7-24,2 4-32,0 3 56,-1-3 8,1 1-16,-1-4 8,-2-8 16,2 12 8,1 3 16,0-3 8,-4 1-24,3-1-40,-2-16 16,2 12-16,1 4-56,0-2 88,-1 1-8,1-1-8,-4-8 0,0 2 40,4 6-48,-1 2 0,1-1 8,0 1-8,-1-3 8,-3-12 8,4 13 8,0 3 0,-1-10-48,-3 14-8,4-7 16,-3-14 24,2 5-40,-3 14 8,3-5 16,-3 0 16,4 3 0,-2-9 0,0-3 32,-2 10-16,3 1-40,1-1 32,-4-1 0,4 1-8,-4-15 16,0 15-16,0 1-40,3-1 64,-3 3 8,0-3 8,0-10-40,0 3 32,0 7-96,4-1 16,-4 2 32,0-1 40,3-4-24,-2-9 48,-1 13-16,3 1-48,-3 0 0,4-1 24,-4 1-24,1-14 16,2 10 8,0 4-48,-3-1 16,4 1 72,0-2-48,-4-7 0,0-2 80,4 2-16,-1 10-104,-3-3 56,4-8-64,-1 11 48,-2-17-56,-1 13 40,3-6-40,1 8 0,0-9-40,-4 10-80,1-15 176,1 2-216,2 3-88,-4 8-56,4-10-64,-4 1-112,3-1-80,-3 1-145,0-4-79,4-1-48,-4 1-88,0-2-104,0 0 1080,0 0-1257,0-3-223,0-1-240,0-2-225,4-12 185,-4 15 1760,0 0-1384,3-19-3377,-3 22 4761</inkml:trace>
  <inkml:trace contextRef="#ctx0" brushRef="#br0" timeOffset="20">1286 269 10370,'0'0'448,"0"0"48,0 0-496,0 0 504,0 2-80,0 2 0,4 0-16,-4-1-16,0 1-8,0 2-71,0-1 39,0 1-24,0-1 24,0 0-352,0-4 288,0 4-40,0 1 56,0 10-64,0-10 8,0 10 48,0-14-296,0 2 208,0 14-48,-2-12 72,0 12-32,0-11-16,1 5-184,1-5 304,0 7-80,-2-6 40,2 12-15,-2-3-33,0 1 40,2-17-256,0 18 144,0 0 32,-2 1 48,2 0 0,0 2 32,0-13-256,0 4 248,0 7-96,0 4 48,0-2-56,0 4-8,0-7-136,0-14 168,0 21-72,0 0 56,0-1 16,0 1-32,0 0-16,0-21-120,0 16 104,0 4-80,0 1 88,0 0 16,4 1 8,-2-11-136,0-4 176,-2 14-40,3 1 88,-3 3-80,4-1 33,-4-1-177,0-26 160,4 29-144,-1-2 72,-3 2 64,4 1-8,0-1 64,-4-21-208,0 11 176,3 11-144,1-3 192,-4 2-200,4-1 24,-4-9-48,0-13 136,0 21-248,0-1 240,3 0-80,-3-1-24,0-1 32,1-23-56,2 22-24,-3 2 40,0 1 8,0 1 40,0-1-16,2-14-48,0 1 72,-2 15-64,3-1-40,-3 0 80,4 1 8,-4-3-56,0-23 48,4 25 48,-4 1-144,3 1 72,1-3 16,0 1 0,-4-22-40,0 14 88,4 6-136,-4 1 32,3-1 8,-3 1-8,3-10 16,-2-8 56,-1 17-40,0 1 112,0-2-144,0 1 24,3 0-8,-2-26 24,-1 28-96,0 1 72,3-5 16,-3 1-24,4 0-8,-4-16 16,0 6 8,0 9-16,4-1 184,-4-2-152,0 0 16,0-5-40,0-12 24,0 19-160,3-5 128,-3 3 8,4 0 32,-4-4 0,1-14-32,2 14 48,-3 2-48,3-1-40,-3-1 32,4 1-16,-4-8 24,0-2 32,0 11 0,4 0-152,-4 1 112,0 1 8,3-2 16,-3 0 144,0 4-32,0-2-104,4 0-40,-4 0 16,0-15 0,0 6-112,4 11 64,-4 0 64,3-2-48,-3 0 72,0-6-40,0-10 16,4 15-8,-4-3 8,0 4-8,0 0 8,4-2-16,-4-18 0,0 20-24,3-1-24,-3-1 56,4-2 16,-4 1-8,0-10-16,0 2 56,0 7-80,0 2-32,0 1 88,4-3-56,-4-3 24,0-12 24,0 16 16,0 1-64,0-2 16,0 1 0,0-1 8,0-14 0,0 9 16,0 5-88,0 2 16,0-1 16,0 1-64,0-7 104,0-6 56,0 13-40,0 1 32,0-3 16,-2 2-24,0 0-40,2-20 80,-2 21-80,2-3-8,0 2-8,-2 1 8,2-3 8,0-10 0,0 4 8,-1 8-64,1-3 56,-2 3-24,0 0 48,2-5-24,0-11 80,0 18-88,0-6 104,0 5-120,-2-5-8,2 1 16,0-14 16,0 10-48,0-5 48,0 12 40,0-13-32,0 13-16,0-15 8,0-2 32,0 17-72,0-3 48,0-3 0,0 1 32,0-1-40,0-13 32,0 4-24,0 17 0,0-7-56,0-8 32,0 14 16,0-19 0,0 3 16,0 13-72,0-3 64,0 0 8,0-8-16,0 9 0,0-10 72,0 2-80,0 10 0,0-3-24,0-8 64,0 13-24,0-18-8,4 13-24,-4-8-48,0 13 64,3-12 32,-3 12 8,0-13-32,0 1 88,0 6-104,0-6 32,4 10-32,-4-12 32,0 6-16,0-10 8,0 4-56,0 10 128,0-10-96,0 1 16,4 8 8,-4-14-8,0 3-64,0 2 16,3 9-16,-3-10 40,0 1 0,0 3 24,0-4 40,0-1-16,0 11-104,0-11 80,0 3-40,0 0 64,0-6-24,0 4 88,0 0-168,0 3 72,0 6-8,0-10-32,0 2 48,0 3 56,0-4-88,0 3-8,0 6 24,0-8 8,0 5 8,0-8 8,0 3 24,0 11-40,0-12-8,0 13-8,0-12-40,0-3 64,0 12-16,0-9-88,0 12 96,0-12-8,0 10 0,0-13 16,0 0 56,0 12-80,0-8 64,0 9-24,0-10 0,0 1-16,0-7 32,0 15-56,0-9-32,0 8 32,0-8 8,0 9 8,0-14 8,0 1 40,0 6-72,0-1 0,0 8 40,0-12 0,0 1-8,0-2 48,0 5-16,0 8-16,0-11-32,0 1 8,0 2-48,0-6 56,0 4 0,0 10-24,0-12-16,4 3 24,-4 1-88,0-3 104,0 0-112,0 3 8,0 0-64,0 1 24,0-3-56,0 1 200,0-5-240,0 5 0,0 1-96,0 1 24,4-1-81,-4 0-87,0-5 480,0 4-512,3-1-160,-3 3-104,4 6-104,-4-12-128,0 3 1008,0-2-1105,4 4-143,-4 8-200,3-10-137,1 1-39,0 1 1624,-4-7-1328,4 6-2697,-4-6 4025</inkml:trace>
  <inkml:trace contextRef="#ctx0" brushRef="#br0" timeOffset="21">1840 1954 7913,'0'0'3001,"0"0"-2409,3 0-136,-3 0-152,4 0-104,-4 0 32,0 0 72,0 0 64,0 0 32,0 0-400,0 0 409,0 0-73,0 2 8,0 0-32,0-1 8,0 1-320,0-2 264,0 4-32,0 0 8,0-1-16,0 3-16,-2-1-8,2-4-200,-2 4 184,-1 0-40,-1 3 64,-1-3-8,1 1-40,1 1-160,0 0 176,0-3-48,-3 2 40,3 1 24,-3 0 8,1 6-200,5-11 161,-6 4-41,-1 8 96,1-8-64,-1 10 0,-8-1-8,14-14-144,-2 4 32,-2 15 16,-10-6 40,10 1 8,-3 2-32,0-9-64,2 0 80,0 9-40,-9 1-8,10 1-16,-12 3 16,10-4-32,7-18 72,-17 20-56,10-1-8,-10-3 0,12 6-48,-12-2 0,15-11 40,-1 5-8,-14 9-56,12 1-8,-12 0 104,10-2-16,-7-5-16,10-12 80,-11 19 8,7 0-112,-10 0 40,11 0-24,-10-2-24,16-19 32,-5 16 0,-11 3-48,3 2 40,8-4 24,-14 1 8,16-10-24,0 0 56,-14 7-40,3 2 160,1 0-184,-1 1-8,8-4 16,7-16-16,-19 17-168,12 1 168,-12-1 24,5 1 0,-1-3 16,13-10-24,-3 8 16,-14 5-48,5-1 0,-1 1 24,7 1 24,-6-6-16,8-8 40,-8 16 8,6 2-64,-12-2 24,5-2 16,8 2 0,6-20-24,-20 17 48,6 1-40,0 0 0,1 0 8,-1 2 24,8-12-40,-1 1 56,1 9-32,-11 0 72,10-2-40,-10 3-32,12-6-24,4-12 40,-16 15-104,13 3 96,-12-5-16,10 4 0,-10-3 0,16-13-16,-3 10-40,-13 5-24,12-3 64,-10 3 16,9-1-24,-4-7 8,4-4 56,0 12-64,-8-1 48,8-1-16,-11 1-24,12-1 0,5-17 24,-17 18-40,12 1 8,-12-3-8,12 1 8,-3-1 24,-6 1 24,8-3-40,-9 5 48,10-3-56,-2-1 24,-4-4-16,7-7 40,-2 1-64,-1 14 56,0-12 8,-8 11-48,9-10 72,4-6-64,-10 12 24,8-8-48,-3 10 80,-8-10-40,9 10 16,2-13-32,1 0 48,-12 15 0,10-12-56,-1 10 16,-1-10 8,-7 11-16,13-16 16,-2 7 8,-5 8-8,1-8-8,-8 10-24,10-12 48,3 0-32,-2 8 16,-11-9-48,12 14 64,-5-12-24,1 11 8,2-12-16,3-4 56,-6 14-48,1 3 40,2-14-64,-1 12 32,0-3-16,6-13 0,-5 2-16,-1 16 24,1-12 40,-1 11-16,1-12 16,3 3-48,0 0 48,-3-3-72,-1 8 16,3-8-8,-3 10-8,2-10 72,1 11-40,-1-12-16,2 10 24,-3-10-32,1 12 48,3-16-32,-2 5 32,0 11-64,-1-12 24,0 3-8,1-1 40,0 2-24,2-3 56,-3-1-40,1 3 24,-1-1-48,2 0-8,-2 1 16,4-8-8,-2 5-32,1 1-8,-3-1 64,0 1-24,1-1-56,2-4 64,0 0-32,-3 3-136,2 1 40,0-1-72,-1-2-104,1 0 304,2-1-368,-4-1-136,2 2-64,1 0-49,-1-2-111,0 0-88,2 0 816,-2 0-912,0 0-160,2 0-41,0 0-103,0 0-64,0-2 1280,0 0-1112,0-1 216,0-1-3553,0 4 4449</inkml:trace>
  <inkml:trace contextRef="#ctx0" brushRef="#br0" timeOffset="22">1294 135 11066,'0'0'984,"0"0"-264,0 2-272,3 0-128,-3-2-320,0 5 248,0-1 9,4 2 119,-4-3 48,0 3-32,0-1 80,0 1-128,0 1-8,0 8 8,0-11-56,0 10 40,0-8-64,0 12-8,0-10-32,0 12-40,0-6-72,0-10-112,-2 7 112,0 8-64,1-1 48,-1-1 41,0-1-49,0-5-88,0-5 144,-2 10-40,-1 3 40,1 1-80,-1 0 32,-1 2-8,6-22-88,-5 20 32,-1 1 80,1 1-24,-1 3 8,1-1-8,3-14-88,-2 6 88,-1 10-88,-1-2 128,-1 3-72,-1 1 64,3 1 88,-1 1-128,1-3 72,-1 1 0,1-2-32,-1-1 24,5-20-144,-3 16 184,-2 7-136,1-3 72,-1 3-8,1 0-24,3-14-88,0-1 192,-3 15-120,-1 1 64,2 1-88,-1-1-8,0-1-40,4-27 16,-4 29-64,-3-1 128,-6 2-80,10 3 40,-3-3-16,4-21-24,-2 13-32,0 10 16,-3-2 80,3 1-64,-1-3 40,3-8-40,1-13 80,-2 22-72,1-3 160,-3 3-152,1-1-8,1 1 32,4-29-40,-6 31-88,1-1 80,1-2 24,-1 3-16,1-5 48,1-12-48,0 2 72,-2 14-32,-1-2 104,1 3-128,-1-3 24,2-4-40,3-21 56,-5 26-112,1-4-24,-10 3 96,13-3 16,-3 1 40,3-20-72,-2 14 144,-1 3-136,-3 5-16,3-3 24,-3 3 0,4-13-16,1-6 72,-2 16-16,-1 0 25,-1-1-73,1 3-33,1-3 25,5-24 25,-6 24-50,1 3 154,-1-2-33,1-1-16,-1-1-40,4-14-40,-1 6-24,-3 8 64,1 0 24,1 0-16,0-4 16,2-5-64,1-8 56,-3 13-72,0 1 96,1 1-80,-1-2 32,0 0 8,0 2-40,-1 0 32,1-2-8,1 1 0,-3-1-40,5-9 16,0-2 32,-4 11-8,-1-1 8,3 1-16,-3-2 24,1 4-32,1-1-8,-2-1 80,3 0-56,-3-2 0,1 3-40,3-16 16,-2 8-48,-1 5 24,-1 3 24,1-3 8,-1 0-8,1-5 0,3-7 48,-4 10-56,-1 5 80,1-3-32,-1-1-48,1-1 8,6-15 0,-5 5-72,-1 17 16,1-5 72,-1-1-16,1 1 40,-1-2 8,1 3-88,3-4 192,-4 1-168,3-9 16,-2 12 0,4-15 16,-2 10-160,-1 3 200,0 3-72,1-2 24,-1-1 24,0-1-88,0-1 16,-1 2 40,1-1-16,1 3 32,0-9-16,2-4 40,-1 11-8,-3 1 48,1-1-72,0-1 8,-1 1-16,5-17-8,-6 7-80,1 15 56,-1-5 16,2-1-8,1-1 24,-3 2 32,1-3-64,-1 5 88,1-3-40,1-1-24,1-2 8,2-9 48,-2 1-72,1 19 80,-2-9-24,-1 1-8,-1 1-8,6-16-16,-4 5-16,1 14-48,1-3 80,-2-2-32,1 1 0,1-8 16,0-1 48,-2 8-80,2-1 136,-1 3-104,1-12-24,0 13 24,2-15 16,-2 4-112,-1 17 104,1-8 24,0 1-72,-2 1 64,4-15-24,-2 2-24,-1 15-16,1-5 48,0-1-40,0-8-16,1 6 48,0-6 40,-2 2-56,1 12 8,0-6-24,0-6-32,0 10-16,2-18 80,-2 6-80,-1 12-48,-1-11-8,0 14 56,1-7-48,2-10 128,0 0-80,-3 14-120,2-12-1,1 10-55,-1-8 48,0 5 208,2-10-160,-2 3-96,2 10 72,0-12-160,0 3 16,0 8-104,0-10-120,0 3-88,0-1-216,0-1-129,4-1-239,-2-4 1224,-1 0-1440,3 3-153,2-2-103,-1-1 208,10-1 344,-10 0-3481,-5 0 4625</inkml:trace>
  <inkml:trace contextRef="#ctx0" brushRef="#br0" timeOffset="23">109 1272 11114,'0'0'880,"0"0"-184,4 0-232,0 1-160,-4 3-48,1-3-256,1 2 264,-2 0 9,0 3 71,0 1 32,0-1-8,0-1-368,0-3 400,0 4-80,0-1 8,0 10-64,0-10-24,0 3 8,0-6-248,0 14 168,0-10 16,0 10 48,0-8 8,0 10-8,0-14-232,0-1 256,0 18-40,0-14 73,0 15-41,0-7-16,0-2-232,0-12 264,0 16-112,0 0 160,0-1-24,0-1-112,-1 1 64,1-13-240,0 2 136,-2 19-32,0-6 96,2-1-32,0 1-16,0-7-152,0-5 200,0 12-24,0 4-128,0-2 88,0 0 0,0 1 8,0-20-144,0 18 264,0 3-160,0 2 80,0 0-40,0 0-8,1-14-136,2 5 225,0 9-137,-3 2 176,4 0-160,-4-2-80,3-3-24,-2-17 88,-1 22-192,3 0 240,-3 0-48,4-1-56,-4 3 8,1-22-40,2 16-80,-3 5 40,3 1 48,-3-1-16,4-1 0,-2-9 8,0-6 40,-2 16-24,0 3-32,3-3 40,-3 3 8,4-7-32,-4-22 48,0 26 8,4 3-96,-4-5 40,0 5 0,3-5 0,-3-15 0,0 8 72,0 10-80,0-1-64,0-1 120,0 2-32,3-9-16,-2-13 40,-1 20 56,0 3-224,0-1 160,4-2-24,-4 1 16,0-23-24,4 16 144,-4 6-152,3 2 40,1-3 0,-4 1 16,0-13-48,0 0 64,0 13 24,0-6 136,0 4-160,4 0 0,-4-4-64,0-18-8,0 23-136,0-1 32,3 0 96,-3-2 8,0 2 24,0-18-16,0 10 96,0 6-96,0 0-32,0 0 40,0 1 32,0-10-40,0-6 8,0 15 64,0 0-32,0-2-64,-2 0 8,1 2 8,1-21 8,0 15-24,-2 4-48,0 0 104,2 1-40,-2-3 8,1-9 0,0 2 48,-1 8-40,2 1 16,0 0-24,0-3 0,-1-3 0,1-10 40,0 13-64,-2 3 24,2 0 32,-2-3-56,2 1 48,0-15-24,0 9 32,-2 2-80,2 3 48,0-2-16,0-1 24,-1-4-8,0-3 64,-1 9-48,2-1 40,-2 2-80,1-3 0,-1 3 24,0 0-32,0 1 24,0-2 72,0 1-72,1-2-8,-1 1 32,0-1-56,0 2 112,2-3-24,-2-6-56,1 7 8,0-10 40,1 2-64,-1 17 48,1-7 8,0-3-40,-2 1-8,2-13 16,0 2-72,0 14 8,0-11 80,0 14 24,0-14 0,0 1-40,0 0 96,0 0-96,0 8-56,0-8 72,0 6-64,0-7 48,0-6 0,3 13 24,-3-6-8,0 8 8,0-10-32,0 10 32,0-12-48,0 11-8,0-11 8,4 3-16,-4 8 16,0-13 24,0-1-8,0 7-56,0 6-24,0-10-24,0 2-48,0 1 16,0-7 144,4 5-192,-4 3-64,0-3 0,0 1-72,0-1-81,0-2 409,0 0-456,0 1-168,0-1-88,0 1-168,3-2-160,-3-1 1040,0 0-1249,0 0-295,0-1-232,0 0-217,4 0 249,-4 0 56,1 0 1688,4-3-4721,-5 3 4721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7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1475 285 6585,'0'0'120,"-2"0"24,2 0 120,0 2 128,0-2-392,0 2 496,0 0 72,0-1 48,0 1-47,0-2-41,0 1-528,0 0 520,0 1-88,0 0 40,0 0 0,0-1 8,0 1-480,0-2 496,0 4-64,0-2 25,-2 0-25,2-1 0,0 1 32,0-1-464,-2 0 408,2 1-32,-2 2 56,1-3-80,-1 1 24,1 1-376,0-2 360,-1 1-72,0 1 40,0 1-128,-1-2-24,-1 0-176,4-2 137,-4 2-81,1 0 64,-3 1-8,2-1 32,-1 0 8,4-1-152,-2 0 136,-2 1-64,-1-1 64,1-1-24,-1 2-24,2-2-88,3 0 168,-5 2-144,1 0 32,-1-2 24,1 2 8,-1-2 24,5 0-112,-5 2 88,0-2-40,1 0 32,-3 1 16,3-1 32,2 0-128,0 0 176,-2 2-96,-1 0 96,1-2-120,-1 2-16,0-2-40,5 0 104,-5 0-104,1 0 176,-1 0-72,3 0-16,-3 0 32,5 0-120,-2 0 24,0 0-16,-1 0 72,0 0-32,-1 0-32,2 0-16,2 0 160,-2-4-128,-1 1 48,2 3 40,-2-4-48,-1 4-16,5 0-56,-4-4 40,0 1-72,-1-1 48,1 0 64,1-1-80,1 3 0,0 0 88,0-4-72,0 1 0,-1 1 56,1-1-24,0-1 8,0 1-48,0-12 96,2 17-112,0-5 48,0-1 56,0 3-96,0-9-24,0 9 32,0-3-8,0 1 16,0-12 8,0 15-24,0 1 89,4-5-1,1-9 72,-1 12-136,0-3 24,-1-10-48,-3 16 48,6-4-184,-2-2 136,1-8 40,-1 10-64,-1-11 64,0 14-40,0-1 48,3-4-88,-1-10 120,1 12-40,-1-2-40,-1 2 0,-2 3 16,12-5-48,-14 1 56,6-1 0,-1 1 56,1 1-48,-4 3-32,11-2 16,-13 0-16,5 3-32,10-4 32,-12 0 48,-1 2-48,0 1 96,4 1-48,-1-4 96,1 4-136,8 0 8,-10 0-16,-4 0 16,4 0-120,1 0 216,1 0-112,-1 0 48,1 2-16,-4-2-32,1 2-72,1 1 8,2 1 96,-3 2-40,3-3 24,-4 0-16,-1-2 64,3 3-96,0-3 144,-1 5-104,1-1 48,-4 3-24,0-7-32,4 13-64,-1-11 40,1 3 0,0-1 56,-4 1 24,1-4-56,2 1 88,-3 5-80,3-1 40,-3 0-56,0-1 48,0 6-40,0-9 48,0-2 16,0 5 32,0 1-96,0-1 40,0 1-24,0-6-16,0 4 32,-2 0-32,1 1 24,-1-1 8,0 1-48,0-3 16,0-1 120,-2 6-40,1-3 120,-1 1-176,0 1 40,1-2-64,3-5 48,-4 6-168,-1 0 168,-1-1-24,1 1 32,-1-3 16,4-1-72,-1 2 88,-3-1-88,0-1 144,1 0-80,-2 0-24,3 1-40,2-2 80,-5 2-136,-1 3 144,3-3-48,-1-1-8,-1 0-24,6-2-8,-5 0 0,-9 2-56,11 0 32,-1-2 24,-1 0 8,2 0-8,1 0 80,-3 0-40,-1 0 72,0 0-104,1 0 32,-7 0-40,11 0 48,1-4-104,-5 0 136,2 1-96,-1-1 40,-1 0 16,1 1-80,-1-1 8,1-1 32,-1-1-16,1-10 48,1 13-32,2 2 80,-3-5-64,1 1 64,2-1-96,-1-12 16,-1 14 0,4 3 0,-2-12-32,0 9-8,0-13 64,2 12-24,0-12 24,0 15-24,0-1 48,0-14-16,0 13 112,0-14-144,4 14 40,-1-10-40,-2 12 32,2-4-136,3-8 288,-2 10-168,1-11-48,-1 10 32,-3 2 0,3-9-144,11 8 64,-11-1 72,1-1 32,1 1-32,4-5 8,-4 3 88,-2 4-88,11-3 32,-12 1-48,12 1-16,-11-2 32,-4 6 56,14-3-120,-10-1 8,2 4 48,10 0-32,-12 0 64,-2 0-24,1 0 48,3 0-88,9 0 8,-15 2 0,5 2-16,10 1 48,-15-1 24,5 1-16,1 1 16,-1 1 24,1 0-40,-5-5-8,3 4-40,2 1-40,-1 1 24,-1 6 16,0-8 32,-2-3 8,-1-1 56,-1 15-64,4-14 128,-4 5-136,4 8 24,-4-11-8,0-4 16,0 14-160,0-10 208,0 2-56,0 8-24,0-9 64,0-2-48,0 6-32,0-6-24,0 3 56,-2 1 24,0 7-8,0-12 56,0 5-24,1-1 48,-3 8-80,2-12 48,0 3-32,2-6-32,-3 7-48,-1-1 24,0-1 32,-1 1-8,1-1 40,2-3-40,-1 0 104,-3 2-144,2-3 136,-1 1-32,-1 0-40,2 0-24,3-2 128,-14 2-184,11-2 104,-1 0-88,-1 0 48,-1 0 40,5 0-48,-3 0-32,-3-4 16,3 0-32,-3 1 72,3-1-32,2 2 8,0 0 64,-2-3-16,-1-10 8,3 15-48,-3-5 8,3-1-16,2 6 0,-2-5-40,-1-1 24,0-9 32,3 12 40,-1-3-40,0-12 24,0 14-96,0-12 24,0 12 32,2-11 32,0 11-32,0 3 40,0-14-48,0 11 8,0-10-16,4 10 0,0-2 16,-4 5 0,3-12-8,1 9-96,0-2 96,-1-8 0,1 10-16,-2 1 24,0 1 48,3-4-64,1 2 192,9 1-224,-12-3 8,2 3 40,-4 3-32,13-4-176,-14-2 272,6 3-56,9-1 0,-15 4-32,1 0 24,3 0-80,2 0-24,-1 0 80,1 0 0,8 0-24,-14 0 48,0 0 80,6 0-112,0 0 64,-3 0 0,1 2-40,0 0-8,-4-2 16,3 5-88,1-1-40,-4 1 48,0 1 48,0-1 16,0 1 48,0-1-56,0 3 128,0-1-112,-2 0 16,0 0-8,2-6 56,-2 6-120,1 1 160,-1 6-72,-2-10 8,0 3-40,4-3 8,-3 7-48,-3-5 8,2-1 8,-1 10 56,-1-12 8,3 1-32,1-2 128,-4 5-24,1-1 136,-1-1-184,1-1 16,-1 1-72,6-4 56,-5 4-152,-1 1 136,1-3-8,-3 1-8,3-2-8,3-2-16,-2 2 64,-1-2-104,-1 0 80,1 0-24,-1 0-32,4 0 16,1 0 72,-3 0-72,0 0 120,2 0-104,-1-4 0,-1-2-8,3 6-8,-3-5-72,2-1 16,0 1 96,0-1-16,0 1-32,1-3 8,0 1 120,1 3-136,0-1 160,0-10-160,0 12-16,0-2 32,0 4-32,0-14-120,0 10 248,0-10-152,4 11 8,0-10-56,-3 14 104,1 0-184,2-6 40,0-9 88,-1 12-24,1-3 16,0 2 64,-2 3 0,1-14-104,3 11 64,-2 1-80,1-1 56,1-2 32,-6 6 32,5-3-96,1-1-24,-1 0 40,1 1 16,-1 3 32,-3 0 32,0 0 48,2-4-112,-1 4 80,1 0-56,0 0 8,-2 2 32,-1-2 24,-1 0-120,4 2 152,-4 0-72,0-1-40,0 3 40,0-3 16,0 0-120,0 4 8,0-3 64,0 4 24,0-1 0,0-1 24,0-2 80,0 3-72,0 10 64,0-11-64,0 1-40,0 3 96,0-3-112,-2 3 72,0-1 32,0-2-24,1 3 16,1-5-48,0 1 72,0 3-56,-2 1 80,0-3-56,-2 1 24,3-2-64,0-3 120,0 5-104,-1-1 104,0-1-40,0-2-72,0 0 32,2-2-40,-2 2-72,2-1-16,-2-1 104,2 0-32,-1 0 80,1 0-64,0 0 64,-2 0-88,2-3 112,0-1-128,0 0 88,0-1 0,0 1-120,0 1 96,0-3-96,0 0 40,0 1 32,0 1 0,0-7 8,3 8-80,1-3 32,-4 1-8,4-1-16,-2-4 64,0 5 32,1 5-48,1-5-24,0-1 16,-1 1-40,1 1 24,-4 4 40,5-5-64,-1-1-40,0 1 64,-1 1-8,1 0 16,-1 4 32,0 0 24,0-3-96,1-1 96,0 4-24,-1 0 0,-3 0 0,0 0 48,0 0-104,4 0 152,-4 0-184,0 0 40,0 0 8,0 0 40,0 2-176,0 3 104,-2 1 56,0-3-8,-1 3 32,0-2-8,2-1 24,-3 5-56,1-1 80,-3 0-72,1-1 48,-1 1-24,6-7 0,-4 15-40,-1-13 40,-1 3 40,1 1-16,1 1-56,2-5 32,-1 2 32,-3 1-96,2 1 64,-1-3 48,-1 3-64,2-5 16,3 0 64,-3 2-40,1 1-24,-3-2 32,4 2-80,-1-3-64,2 0 112,-2 0-256,1 1-216,0 0-104,0 0-192,1-2-177,1 0 945,0 0-1088,0 0-392,0 0-289,0 0-327,0 0-233,0 0-23,0 0 224,-2-6 599,2 3 569,0-1-3273,0 4 4233</inkml:trace>
  <inkml:trace contextRef="#ctx0" brushRef="#br0" timeOffset="1">210 1241 6377,'0'2'280,"3"0"184,-3 0 168,4 0 144,-2-2-776,0 0 824,1 1-31,-3 1-1,4 0-168,0 2-64,-4-3-560,0 0 504,3 0-104,1 1 16,-4 2 56,4-2-47,-4 1-25,1-2-400,1 0 440,-2 1-96,4 4-16,-4-3 88,4 1-8,-4 0-408,0-2 424,0 1 0,0 1-24,0 1-56,0-1-16,0 2-23,0-6-305,0 5 240,0 1-56,0-1 24,0 1 32,-2 1-48,1-3-192,0-1 264,-3 5-80,3 6 72,-1-10-80,-2 2-16,2 0-160,2-5 224,-3 5-96,-3 1 48,2 0 8,1-1-64,-1-1-16,3-3-104,-2 4 120,0-1-104,-3 1 64,1-1-16,-1-1-16,2-1-48,3-1 104,-5 0-72,1 6 72,-1-5-80,0-1-24,1 0 64,5-2-64,-7 0-8,-1 0 8,1 0 48,0 0-32,-1-4 8,5 4-24,-1 0 96,-4-3-120,1-3-8,0 2 8,1 1 16,0 0 8,5 2 72,-5 1-32,-1-15 128,0 15-160,-1-5 16,1-1-8,6 6-16,-5-3-96,0-3 48,1 1-8,3-12 120,-2 13-56,2-4-8,0 2 88,-1 0-24,-1-9 0,2 10-40,0-12-24,1 12 0,0 5-32,0-24-40,-1 18 8,0-12 24,2 12 56,0-12-80,0 13 64,0-5 32,0 5-96,4-12 120,-4 12-64,3-14-16,-3 15 24,0 3 88,4-16-168,0 12 216,-1-12-112,1 14-56,0-3 8,-4 5 24,5-13-96,-1 11 64,1-1 40,1-2 32,-1 1-24,-2 2-16,0 0 56,2-2-40,10-1 32,-11 3-24,0-1 8,8 1-32,-10 2 32,2-2-56,11 3 72,-12-4-88,12 4 80,-11 0-40,-3 0 0,3 0-56,13 0 80,-14 2-112,3 0 112,12 1-24,-15 0 0,-2-2-16,5 1 96,10 2-24,-12-1-72,1 3-40,1-1 56,-6-5-56,5 6-56,10-1 24,-15 1 104,6 1-80,-3 1 8,0-5 56,0 1 24,0 3-96,1-1 128,-4 1-96,4 0-16,-4 6 56,0-11 8,0 6-56,0-3 128,0 2-32,0 10-8,0-12-24,0 16 0,-2-14 8,0 10 48,-2-12 0,1 10-32,1-12-40,0-1 144,-2 15-72,1-2-40,-3-10 96,1 2-87,0 8-41,4-13 80,-6 0 8,1 3-80,1 10 48,1-13 0,-1 3 0,3-3-56,-2 2 80,-1 2-80,-1-5 128,1 1-104,-1 0 32,2-1-56,3 0 96,-5 1-144,0-2 80,1 0-72,-1 0 40,1 0-8,4 0 8,-4 0 56,0-4-40,-1 0-16,1 1 48,1-1-80,1 1 32,1 0 64,-2-2-64,0-12 136,2 14-120,1-3 0,-1-9-16,2 14 16,-2-3-176,0-2 184,0-8-64,0 8-48,1-8-40,1 12 128,0-2-144,0-13 8,0 12 56,0-12 48,0 12-32,0-6 64,0 5-56,0 3 0,3-3 112,1-14-136,0 16-9,-1-10 9,-3 13 80,0-4-248,4-1 104,0-8 96,-1 10 8,1-1 32,-2 2 8,2 0 8,1-2-64,-1-1 64,-1 1-32,1 1 24,-1 1 0,-2 2 24,4-3-96,1 4 64,-1 0 0,-1 0-16,2 0-24,-6 0 48,3 0-64,3 2-32,-1 0 32,-1 2 64,1 1-8,-2-1 8,-2-2 32,3 3-24,-1 3-32,1-1 8,0 0 8,-4 1 8,0-8-24,3 5 8,1 1 32,-4 9 0,0-10 40,0 2-16,0-1-40,0 5 40,0-6-64,0 3 0,0 7 136,0-12-16,0 2-96,0-2 176,-2 13 56,0-12-56,1 11 25,-3-10-17,0 10-40,4-15-144,-3 5 120,-1 10-40,-2-10 64,1 3 8,-1-1-24,5-3-128,-1 0 168,-2 3-56,-1-2 144,1-1-160,-2 0 40,3-1-136,3-3 56,-4 6-120,0-2 240,1-2-168,-1-1 40,0 1-32,3-2-16,-3 0-80,0 0 96,0 0 56,3 0-32,-3-3-8,2-1 64,0 0-144,0 0 88,0-1-64,1-10 16,-1 12 24,2 2-16,-2-13-24,0 10-32,0-11-40,2 10 0,0-10-56,0 13 152,0-1-104,0-12-120,0 9 24,0-10 24,0 12 16,0-9 160,0 10-88,0-3-32,0-10 40,4 12-88,0-13 8,-1 14 40,-3-1 120,0-11-153,4 12 1,-4-12-24,4 9 80,-1 1-24,-1-3 120,0 1-56,2 4-16,-4-3-64,3 1 32,1-1 40,-4 0 8,4 3 8,-1-3 0,1 3-8,-4 3 40,0-4 8,1 4 8,2 0-32,-3 0-32,3 0 136,-3 0-104,0 2 48,3 0-16,-2-1 40,-1 1-144,4 0 168,0 0-96,-4 2 8,0 1 24,0-4 0,3 4-72,-3 0 32,0 1 88,0 1 8,0 0 16,0-3-72,0 0 120,0 3-88,0 8 24,0-10-32,0 3 0,0 5-24,0-12 56,-2 5-24,-1 1 176,1 10-104,-2-12 8,0 3 32,4-5-144,-3 8 16,-1-7 56,2 2 72,-1 8-32,1-10 1,-1 0-113,2-2 192,-3 3-80,-1 1-72,1-1 48,2-1-32,1-1-16,0-2-40,0 2 112,-1 1-120,0-2 72,-2-1-24,2 1 8,2-2-48,-1 0 104,1 0-128,0 0 32,0 0-24,-2-3-16,2 0 32,0 2 16,0 1-48,0-6 104,0 1-112,0-1 0,0 1 8,0-1-128,0 1 32,0-10 24,0 11-8,3-1 48,0-4 64,-2 3-72,-1 3-16,4-12 48,-4 11-97,4-11 57,-4 12 80,0 3-80,3-6-72,1 1 64,-4-10-8,4 11 16,-4-1 16,1 0 64,1-5-64,-2 10-56,4-5 96,0-1-72,-1-9 32,0 15 64,-2 0-8,3-5-120,-1-1 216,1 1-160,-4-1 32,4 3 0,-4 3 40,0 0-136,3-4 96,1 4 24,-4 0-8,4 0-8,-4 0 32,0 0 16,0 0-56,3 0 112,-3 2-72,0 3 0,0-1 0,0-4 8,0 6-48,0-1 88,0 1-32,0 8 24,-1-10-40,0-2 0,0 3-16,-3 10-8,0-9 32,1 1 24,-3 8-8,2-10 88,-1 10-80,-1-10 120,1 12-136,-1-12-56,1 12 32,5-17 8,-6 7-144,1 8 88,1-11 64,-1 3 16,1 8-80,3-13 56,0 1-80,-3 5-272,1-3-56,-1 1-408,2-1-344,1 0 1160,0-4-1425,0 4-423,1-3-48,0 0-233,0 0 33,0-2 391,0 0 1705,3 0-1264,3 0-3193,-6 0 4457</inkml:trace>
  <inkml:trace contextRef="#ctx0" brushRef="#br0" timeOffset="2">2010 1859 7713,'0'4'560,"-2"1"144,1 0-704,0-2 721,1 13-121,-2-14-104,0 5-152,1 8-24,-1-9-24,2-6-296,-4 14 304,0-8 88,-1-1 80,-1 10 48,1-9 24,-1-1 33,1 10-65,-1-10-16,1 1-80,-10-1-40,12 0-376,2-4 384,-6 3-48,0 1 0,-1 1-32,1-5-56,1 1-8,-1 0-16,-8-2-56,12 0-7,-5 0-1,1 0 8,2 0-168,3 0 200,-6-4-24,1 1-32,0-1-16,1 0-8,1 1-64,4 2-56,-4-4 40,-2 0-48,1-1 48,3 1 48,-1-10 0,3 13-88,0 0 96,-1-12-56,0 8 224,2-12-200,0 12 0,0-9-64,0 12 48,0-3-224,0-12 336,0 3-112,4 10 16,0-18-40,-4 23-24,3-5-104,1-15 88,0 14 24,-1-10 8,3 10 8,-3-3-24,-1 2 64,4 1-40,-1-9-8,10 12 24,-11-12 0,1 12-40,-5 2 48,15-4 0,-11-12-24,1 14 16,10-3 16,-11 1 8,1 3-64,4 0 32,-5-4-32,11 3 0,-12-1 72,14 0 32,-13 2-104,-3 1 112,16 1-48,-13 0 128,1-4-208,12 4 48,-14 0-16,-2 0-16,4 0-128,12 0 152,-14 0-32,1 2 48,1 0-32,-2-1-8,0-1 48,2 6-32,1-4-8,-2 3-24,-1 1-16,1-1 32,-4-5-24,0 19 8,0-14 64,0 10-32,4-9-8,-4 10 0,0-14-8,0 2-48,0 14 0,0-11 48,0 12-16,-2-12 32,1 5-16,0-6 64,-3 9-56,1-7 24,-3 14-8,1-8 16,-1-6 56,6-8-96,-5 20 56,-1-13 8,-1 10 24,1-10-16,-1 8 80,4-13-152,-2 1 136,-2 5-48,0-1 144,-8 8-152,10-12 64,0 2-144,4-4 144,-14 5-120,12-1 225,-5 1-153,1-5 48,0 1-48,4-2-96,-9 0-8,8 0 48,-1 0 16,-3 0 0,-6 0-24,11-2-32,2 1 88,-5-3-48,-1-2 72,0 1-56,-8-1 16,13-9-72,2 14 48,-5-3-112,-1-11 72,1 10-48,-1-12 56,1 12 24,3-2-40,-2-6 8,0-2-32,1-2-56,1 3 56,0-3 104,0 0 8,0 1 8,2-1 72,0 3-176,0-1 32,0 0-48,0 15 24,0-5-136,6-17 32,-2 7 24,1 9 8,-1-14-16,1 15 56,1-12-64,-1 13 96,1-10-32,8 8-48,-10 1 80,-4 5-8,6-17-64,-1 17 16,12-3 88,-14-1-40,3 0-8,-2 3 16,7-2-16,-8 0-88,3 3 80,-1 0 0,10 0 40,-13 0-16,0 0 80,3 0-104,1 0-24,-1 2 32,1 1-48,-1 3 64,-5-6 0,6 18 64,-1-14-136,1 3 72,-2 8-8,-1-10-16,-1-1 24,0 0 32,2 12-56,-4-10 144,3 12-144,1-12-8,-4 10 32,0-12-16,0 2-136,0 10 280,0-9-96,0 10 72,0-11-40,0-3-64,0 12-56,0-8 104,-2 8 8,2-8 64,-2 10-24,1-14-96,0-1 160,0 17-32,-5-14-112,2 12 88,1-12 0,-3 3-104,6-8 64,-5 7 104,-1 0-88,2 1 40,-1 7-24,-1-14-16,5 1-80,-1 2 104,-4 0-128,1-3 72,-1-1 8,-1 2-8,3-2-48,2 0 80,-3 2-40,1-2 32,-1-4-56,-1 1 32,1-1-56,4 4 8,-2-4-16,-3 1-24,1-3 72,1-12-8,-1 18-16,2-9-8,0 1 56,0 3-80,-3-1 56,2-16-16,1 17 0,-1-16-40,2 1 16,0 15-40,0-14 48,2 14 64,0-16-72,0 17 8,0-6 48,0 4-104,0-12-72,4 12 80,0-14 0,-2 16 48,-1 3 0,3-14 8,0 9-80,0-10 40,-1 12-48,1-1 32,-4 5 48,5-15-80,1 15-104,-1-6 104,-1 1-48,2-1 56,-4 4 72,1-1-8,3-1-104,8 1 152,-14-1-64,6 4-48,-2-3 72,-3 2-24,5 1-112,-1 0 160,1 0-32,-1 2-8,-1 0 8,-3-1 8,4 2-112,0 2 32,1 1 72,-1-1-8,-1 1-32,0-1 64,-1-1-32,3 1-8,-3 1 24,1 1 0,-4 0 0,0-6-24,0 6 32,4 0 80,-4 8-32,0-10 0,0 10-24,0-13-32,0 2-40,0 10 16,0-12 168,0 6-96,-2 8 56,1-12-104,0-2 136,-3 16-168,1-12 216,1 8-120,-4-10 16,3 3 40,2-6-120,-2 6 24,-2 7 48,1-10-16,-2 2 16,1 1-24,3-5-48,0 1 96,-3 3-24,1 9 64,-2-14-64,1 1-32,0 0-40,4-2 56,-4 0-80,-1 2-56,1 0 88,-1-2-8,3 0 8,2 0-8,-2 0 128,-1-4-160,1 4 64,-3-4-24,2 1-24,3 0 16,1 2 96,-2-4-56,-2-10 184,2 11-192,0-1-40,1-12-16,0 17 24,0-4-200,-1-1 128,2-12 88,0 12 40,0-13-56,0 15 0,0 0 64,0-14-120,0 3 80,0 8-48,0-14-32,4 14 56,-4-8-80,3 10 152,1-1-88,0-14-48,-1 16-64,-2-1 128,2-11-208,1 11 48,-1-1 80,1-12 24,0 17 8,-2-3 48,-1 1-8,3-4-56,2 3-24,-3-1 32,1 0 32,-1 4 24,-2 0-56,-1-3-16,3 3 56,1 0-80,-4 0 24,4 0 32,-3 0 40,1 0-144,-2 1 32,0 1 192,0 4-112,4-1-24,-4-1 56,0-2 16,0 13-176,0-12 296,0 3-152,0 1-16,0 0 8,0-6 24,0 6-200,0 0 144,0 8 56,-2-10 0,0 1 32,1 1-32,0 1 72,0-3-56,-1 3-48,0 6 80,-2-8 32,1 0-80,3-5 112,-4 6 88,0 10-8,2-13-80,-1 10-40,-3-10 16,5-2-88,-2 2 16,0 3 40,-1 0 64,0 1-48,1-3 24,-1-2-96,2 0 96,0 2-64,1-5 88,-1 4-120,0 0-8,-1-3 8,2-1 40,-1 6-96,1-4 16,-1 0 72,0-2-24,0 0-8,2 0 0,0 0 56,-2 0-72,2-4 128,0 0-72,0-1-16,0 2-24,0 2 56,0-3-160,0 1 168,0-1-48,0 0-48,0-1 8,1 4 24,2-4-120,1-9 8,-1 10 40,1-2 16,0 1 32,-2-4 24,-1 1 16,3 5-64,0-1-64,-1-2 0,1-10 8,-1 12 104,-2 4-80,-1-5 88,3-12-64,1 13 32,-4 1-24,4-3-8,-4 3 32,3-1-56,1 0 64,0 1-16,-4-1 0,2 4 32,-1 0-8,-1-4 136,0 4-152,0 0 32,0 0-8,0 0-168,0 0 120,0 0 8,0 2-24,0 0 80,0-1-16,0 0 56,0 1-40,0 1-24,-1 1-24,-1 0 16,0-3 16,2-1-8,0 2 40,-2 2 72,0 0-120,0-1 32,1 1-16,0-4 0,0 2-80,1 0 40,-2 0 8,0 3 40,0 1 16,2-3-24,0-1 96,-2 4-32,0-5-112,2 1 56,0 4-24,-1-3 32,1 3 64,0-1-144,0 1 56,0-2-56,0 1-128,0 1-96,0-1-232,0 10-1,0-13-351,3 3-216,0 0 1088,-2-4-1376,-1 2-561,4 1-135,-1-2-241,1 0 1,0-2 447,-4 0 1865,3 0-1264,1 0 512,2 0-3321,-6 0 4073</inkml:trace>
  <inkml:trace contextRef="#ctx0" brushRef="#br0" timeOffset="3">189 1081 6369,'0'0'88,"0"0"-88,-1 0 112,1 0 88,0 0 112,0 0 136,0 0 24,0 0-472,0 0 496,0 0-8,0 0 1,-2 2 31,2 0 48,0 0 40,0-2-608,-2 3 624,0 1-32,0 0 8,0-1-32,1 1-55,0-2-513,0 0 504,-1 1-104,0 3-16,0-2-32,0-1-32,1 0-320,0-2 328,0 3-72,-1-1 16,0 3-104,0-1-8,-3-1-64,4-3-96,-2 4 24,-1-2-32,1 3 16,-1-1 72,0-1-48,3-2-32,0 0 120,0 1-40,-1 1 40,-2 0-40,0-1-16,1 1-64,3-4 16,-4 4-64,0-2 56,2 1 40,1-1 40,-1 0-32,1-1-56,0 2 80,-1 0-72,2 3 144,-2-3-96,2-1 32,0 2 0,0-2-128,0 3 152,-2-1-96,2 0 48,0-2-7,0-2-57,-1 0-49,1 0 25,0 1 24,0 1-16,-2 0 65,2-1-49,0 0 72,0 1-88,-2-2 72,2 0-48,0 0-8,0 0 16,0 2-88,0-2 248,0 0-168,0 0 32,0 0-24,1 0-16,2 0-160,-3 0 128,0 0 40,3-4-40,-3 4 8,3-3 24,-2 2-8,-1 1-65,4-3 234,-1-1-161,-3 0 0,0 1 0,0 2 0,4-2-112,-4-1 39,4 0 57,-4 1 48,3-1-56,-3 2 24,0 0 57,0-3-82,0 1 106,0 1-105,0-3 16,0 1 8,0 5 16,0-4-161,0-2 250,0 1-130,0 1 17,0-1 33,0 4-25,0-2-105,0-3 49,0 1 8,0-1-8,0 1 0,0 1 56,0 2-32,0-3-40,-2-10 32,2 15 0,0-5 48,0-1-8,0 6 16,0-5-32,0 1-24,0-2 40,0 1 8,0-1-32,0 4 24,0-1 24,0-1-96,0-1 88,0 1-16,0 0 16,0 1-16,0 3 64,0-4-80,0 4 40,0-4-24,0 4 16,0-3-24,0 2 8,0 1-16,0 0-56,0 0 24,0 0 72,0 0-48,0 0 160,0 0-216,-1 1 80,-1-1 56,0 0-48,0 1-16,0 1 8,2-2 24,-2 4-112,1 0 88,-1-3 32,-2 1-8,2 4-8,1-5-16,-1 2 0,0-2-88,-4 1 64,3 4 24,-1-3 56,1 1-56,2-2 96,-1 5-56,-1-1 0,1-3-32,0 3 40,0-1-16,2-4-32,-2 4 40,0 2-32,1-1 16,-1 1 16,0-1 40,2-1 25,-2 1-49,2 8 24,0-12-80,0 2-8,0 1 8,0-4-16,0 0-8,0 1 112,4 0-72,-4 4 40,0-3-72,3 3-64,-3-4 40,4-1-40,-4 3 64,0-2-25,2-1 41,0 0-32,-2 1 8,0-2 40,0 0-104,0 0-16,4 0-8,-4 0 112,0 1-216,0-1 40,0 0 48,0 0-72,0 0 16,0 0 184,0 0-112,0 0-88,0 0 120,0 0-72,0 0-48,0 0 944,0 0-1640,0-3 600,0-1 72,0 0-120,0 4-88,0-3-96,0 3 528,0 0-721,0-4-127,3 0-192,-3 1-192,4-1-64,-2 2 1296,0 0-1193,1-3 241,1 1 400,0 0 248,-1-1 144,2-8 160,-4 11-112,4-1-3817,-5 3 3929</inkml:trace>
  <inkml:trace contextRef="#ctx0" brushRef="#br0" timeOffset="4">202 1129 6529,'0'0'136,"0"0"8,0 0 200,0 0 184,0 0 216,0 0 120,0 0 1,0 0-65,0 0-48,0 0-32,0 0-8,0 0-712,0 0 728,0 0-47,0 0-25,0 0-40,0 0-16,0 0-3881,0 0 7106,0 0-3305,4-4-48,-4 4-88,4 0 1,-1-3-65,-3 3-320,0 0 248,0-4-40,4 4 96,-4-4-88,4 1 24,-2 0-240,-1 2 288,-1-3-128,0-1 160,4 1-128,-4 0 48,4 1-64,-4 3-176,3 0 104,1-4 48,-4-1 8,4 1 56,-1-2-72,-1 4-144,0-1 208,-2-3-112,4 1 112,-1-1-40,3 1-16,-1-8-152,-5 11 152,6 2-103,-2-4 87,1 1 16,-1-3 16,0 1 8,-3 3-176,3-2 168,2-11-104,-1 15 48,1-5 0,-1-1 24,-2 3-136,0 1 192,11-4-8,-10-8 96,2 10-168,8 0-8,-10-1-104,-4 5 72,15-6-120,-12-8 112,12 10 16,-11-2 0,12-8-16,-14 12-64,0 0 80,14-4-96,-10-12 144,12 14-120,-12-10 0,7 11-8,-8 2 96,1-3-176,10-16 152,-10 16-56,9-10-32,-10 8 32,-2 5-16,12-3-48,-9-11-8,14 9 64,-14-8 16,10 10-16,-13-4-8,0 1 80,13 4-48,-10-3 40,10-9-32,-12 10-40,11-10 0,-13 13 0,3-3-64,14-1 112,-14-10-80,13 10 16,-12-8 32,-2 12-16,7-2-24,-6-1 0,12-10 72,-12 9-48,12 1-24,-13-7 24,-3 7 88,16 2-88,-12-16 56,14 16-56,-14-12 8,12 11 8,-17 4-16,5-4-64,12-1 24,-13-1 32,12-10 8,-12 16 24,3-3-24,2 0 56,-5-13-72,13 16 104,-12-15-104,10 11 40,-12-8-24,-3 10 8,15-2-64,-11-2 80,12-12-32,-12 14 16,11-10-16,-14 13 8,1-2 8,4-12-48,11 10-32,-14-1 48,3-10 16,2 13 8,-2 0 88,-2-11 32,2 10 8,8-11-104,-10 11-24,1-1 0,-4 5-24,13-17-72,-10 17 24,1-5 48,10-10 56,-11 11-32,-2 3 0,1-1 64,3-4-88,9-8 96,-15 14-72,5-6 8,-1 3-8,-2 2 32,3 1-128,1-3 104,-1-1 0,1-1 24,-3 1-32,-2 4 0,4 0-8,-1 0-32,1 0 8,1-4 64,-3 0-32,-1 2 0,0 1 40,2-3-48,-1 4 96,1-4-96,0 4 0,-1-3 8,-3 3 8,0-4-128,4 0 200,0 1-80,-1 3 8,3-4-16,-5 3 8,2-2-56,0 0-8,-3-3 56,4 3 8,0-1-48,-2 0 48,-1 2 64,3-1-80,-4-1 8,4-2 16,-1 1-32,1 1-32,-4 4 56,4-3-96,-4-3-96,3 2 0,1 1 64,-4-3-80,2 4 208,0 1-160,-2 1-160,3-4 0,-3 4-48,4 0-80,-4-3 448,0 2-480,4 1-169,-4 0-55,3 0-112,-3 0-96,4 0-136,-4 0 1048,0 0-1217,0 0-239,4-4-232,-4 4-321,0-3-31,2 3 2040,-1 0-1697,-1 0 481,0 0 624,4 0 384,0 0 112,-4-4 96,0 4-3945,0 0 3945</inkml:trace>
  <inkml:trace contextRef="#ctx0" brushRef="#br0" timeOffset="5">1372 199 7073,'0'0'80,"0"-4"-24,0 0-56,0 4 80,-2-3-48,2-1 48,0 0 80,0 4 56,0-3 136,0 3-352,0 0 496,-2-4 88,0 0 161,2 0 15,0 4 32,-1-2-792,0 1 832,1 1-72,-1 0-16,1 0 25,0-4-81,-2 4 8,2 0-696,0 0 664,0-4-104,0 4 24,0 0-40,0 0-39,0 0-505,0 0 552,0 0-104,-2 0 48,2 0-88,0 0-48,0 0-360,0 0 376,0 0-104,0 0 104,0 0-32,0 0-80,0 2 0,0-1-264,0 0 224,0 1-96,0-2 121,0 2-41,4 0-64,-2 0-144,-1-1 224,-1 3-112,4-2 88,-4 2-48,4 1-16,-1 10 8,-3-15-144,0 5 24,4 10-8,0-10 88,-4 3-8,3 8-8,-1-13-88,0 0 176,2 13-128,-1-8 48,1 10 24,-4-12-16,3 7-104,-2-10 128,2 3-64,-3 12 32,4-10-48,0 10 16,-1-13-40,-2-1-24,2 9-8,1-8 24,-1 16-8,-3-16 104,4 14-8,-2-16-104,0-1 96,1 15 0,3-14 24,-2 14-88,-1-10 16,1 12 0,-4-19-48,4 16-64,-1-10 64,1 8 40,0-8-8,-1 12-16,-1-15-16,0 2 64,2 11-88,-1-10 48,3 8 16,-2-8-16,-2 8-24,-1-10 88,3 11-104,0 0 72,1-8-40,1 12-88,-1-12 96,1 9-104,-1-8-8,-1 8 120,1-8-48,1 12 88,-3-16-72,-1-1 96,13 16-64,-15-5 88,6-6-168,-1 12 56,10-5-8,-15-1-88,5-6 136,1 14-32,11-7-16,-14 1 0,-1-10 0,2 8-64,14 3-8,-14 1 80,10 1-40,-10 1 88,0-7-56,-2-8 80,14 14-72,-10-1 56,-1-1-104,12 1 32,-14-1 8,-2-17 0,13 18-16,-10-3-48,11-1 72,-12 1 8,3 0-40,1-12 24,2 1 88,-5 14-144,2-12 184,-1 11-112,10-12 8,-15 9-24,0-11 48,5 2-168,1 2-40,8 8 176,-14-9 32,6-1 8,-5-1-56,4 9 232,0-10-280,1 12 40,-1-11 24,-1 1-16,-1 0 0,-1-2 80,2 2-24,1 3-24,-1 6-32,0-8 48,-4 1-40,0-7-8,3 15 0,-3-10 64,4 3-88,0-1 16,0 8-24,-4-13 32,0 1-56,3 5-16,-3-3 232,4 10-128,-4-10-32,0 7 0,0-9 88,4 4-256,-4 12 264,3-14-72,-3 3-48,0 6 56,1-13-32,2 0-72,-3 5 0,0 9 72,0-10 0,4 1 8,-4 8 80,0-10-24,3 1-16,-3 1-40,4 1-8,-4-2 0,0-4 8,4 6-32,-4 1 128,3-3-56,-3 2-40,4-1-16,-4-4 8,0 1-88,0 3 16,0-2 64,4-1 16,-4 1-8,0-1 0,0-2 56,3 4-48,-3-3 104,0 2-96,0-1-8,4 1-24,-4-4 16,0 4-96,0-2 72,0-1 8,0 1 8,0 0 0,2-1 8,0 0 8,-2 1-104,3-2 128,-3 2-208,0-1-80,0-1 256,0 0-320,0 2-296,0-2 120,0 0-168,0 0-104,0 0-152,0 0 920,0 0-1177,0 0-175,0 0-216,0-3-265,0-1-367,0 2 2200,0 0-2577,0-1 193,0-3 527,-1 1 689,-1-1 760,2 1 408,0 5-3793,0 0 3793</inkml:trace>
  <inkml:trace contextRef="#ctx0" brushRef="#br0" timeOffset="6">289 4639 8849,'0'6'1889,"0"1"-57,0 10-440,0-17-1392,0 5 985,0 3-377,0 6-168,0-8-184,-2 1-104,1 0-152,0 1 144,-1-3-48,0 3 112,-1-3 0,-1 3 24,-1-4-232,4-3 248,-4 5-48,-1 8 16,3-12-72,-1 0-24,-1 0-32,3-2-88,-2 2 8,-1 0-8,-3-1-8,3 1 0,-3 0 24,5-2-16,1 0 40,-4 0-24,-1 0-56,1-4 32,1-1 8,-2 1 0,7 4-24,-8-5 8,3-1-56,-1-8-8,1 14 24,-1-6 8,5 0 48,-2-5-48,0 8-40,-1-12 0,0 11-24,-1-1 24,3-8 88,2 9-72,-2 1 0,0-3 24,0-9-16,1 12 24,-1-12-8,2 14 48,-2-2-64,2-2 0,0-10 32,0 11 16,0-1 32,0-4-16,0 1 40,0 5-56,0-3 56,0-9-80,0 15 8,0-5 32,0 5 24,4-15-40,-4 15 24,0-3 16,3-3-24,1 1 8,-4 3-8,0-2 8,4 0-24,-1-1 8,1 1-8,-4 0 48,3 2-32,-2 1 48,2-3-8,1 0 16,0 4-56,-1-3 0,-3 3 8,4-4-8,0 0-16,1 4 48,1-3 0,-2-1-24,-3 4-8,1 0 64,4 0-56,-3 0 48,1 0-16,2 0 0,-3 0-40,-3 0 40,6 0-40,-1 0 72,1 0-40,-1 0 24,1 0-24,-5 0-32,3 2 8,2 0 0,-1 0 24,1 1 48,-1-1-16,-1 0-64,-2 0 64,3 1 16,1 1-64,-1 2 32,-1-1 0,2 1-48,-6-6 0,3 7 16,1 0 0,0-1 8,-1 1 8,1 1 0,-4-6-32,0 3 48,4 10-48,-4-13 80,3 3-40,-3 10-24,0-12-16,0-3 40,0 8-32,0 6 80,0-10 9,0 2-9,0 1-24,0-7-64,0 15 24,0-12 0,-1 3 72,-1 1 32,0 1-8,1-4-120,0-1 136,-1 3-16,-1 1-40,1-2 32,-2 1-40,1 1-72,2-7 64,-2 6 8,-3-1-56,2-1 16,1 0 0,-3-1 0,5-2-32,-3 0 72,-2 3-88,1-2 0,-1 0 32,1-2-40,1 0 24,2 0 56,-3 0-32,-3 0-8,1 0 8,1 0-32,-1-4 24,7 4-16,-5-4-24,-1-1 0,1 1 16,-1-2 16,1 1-8,-1-1 8,0 1 0,3-1 0,-3 1 8,4-12 16,-1 14-32,3 3 24,-4-6-48,0 1 40,1-12-24,-1 13 16,2-10-16,2 13 8,-2-2-24,2-12-32,-1 12 32,-1-3 48,2-10-8,0 13-16,0 2 48,0-14-32,0 11-48,0-1 56,0-10 8,0 12-8,0 3-24,3-4 40,-3-2-40,4-8 0,0 10-24,-1-2 32,-1 4-8,0-1 32,-2-3-40,6 1 88,-3-10-64,1 15-8,0-3-8,-3 3 16,3-4-40,0 0 48,1 0-8,-1 1 8,0-1 0,-4 3-24,3-3 8,3 0-24,-1 4 40,1 0 16,-1 0-8,-2 0-32,0 0 80,2 0-24,1 0 16,0 2-16,-1 0-8,0-1-48,-4-1 8,4 2-32,1 0 40,-1 4-40,1-3 24,-1 1 24,-3-3-24,2 2-32,1 2 0,1 1 16,-3-1 24,1 3-8,-1-3 0,-2-3 80,2 5-40,1-1-24,0 1 64,-1 1-48,-3 6 32,0-13-64,0 4 48,4 2-80,-4 10 112,0-14-24,0 5 0,0-5-56,0 1 128,0 11-88,0-1 80,0-8-40,0 11 16,0-12 24,0 1-40,-2-1 24,0 2-24,-1 8-24,1-11-16,1-2-40,-2 3 104,0 3-104,1-1 24,-4-2 24,4 3-80,0-5 32,1-1 88,-3 4-24,-2-1-56,3-1 56,-3 0-32,1-1-8,5-3-24,-4 2 56,-1 0-64,-1 0 0,1-2 48,-1 0-24,4 0-16,-1 0 48,-3 0-64,0 0 40,1 0 0,-1-4-24,2 1 0,3 3 40,-5 0-64,-1-6 0,2 0 32,-1 1-16,1-10-16,4 15 24,-4-3 0,1-3-40,-1 1 40,1-10 40,-1 11-24,2 1-16,0 1 8,1-15 24,-1 13-32,1-10-8,0 10 64,-1-1-56,2 5-8,-1-17 16,1 13-8,-1-1-16,2-14 8,0 16 8,0-2 0,0-5 40,0 6-56,0-1-8,0-12 32,0 14-40,0-1 32,0 2 0,0-3 8,0-10-8,3 11 32,-3 0-16,4-1-40,-4 5 24,4-6-56,-1 1-16,1-1 56,0 3 40,-1-1-8,-1 2-16,0 0 40,2-1-56,-4 3 56,5 0-40,1 0 16,-2 0-16,-3 0-16,5-4-24,-2 4 56,1 0-8,-1 0 16,1 2-24,-4-2 0,4 0-8,0 2-64,1 0 48,-1-1 24,1 5-8,-4-3 8,0-1 40,1 4-24,3-2-16,-3 1-16,3 1 32,-1 1-16,-5-7-16,4 7 32,0 1-32,-1-1-8,-3 0 32,4 8-48,-4-13 40,0 0 48,0 5-8,0 1 32,0 6-24,0-8-16,0 5-32,0-8 32,0 3-48,0 9 32,0-10 16,0 10 8,-2-10 48,2-4-88,-2 4 72,1 10-40,-3-10 81,2 3-121,-2-1 88,3 1-80,1-1 120,-4-6-72,2 5 24,0 1-40,-1-1 8,1-1-40,2-5 48,-4 6 24,0-2 8,1-1 8,-1-1-24,2 0-16,1-2-48,-2 2 48,0 0-72,1-2-16,0 0 64,-2 0-24,3 0 0,1 0 32,-4 0 24,2 0-8,0 0-40,-1-4-16,1 0 8,1 4 0,-2-5-64,1-1 24,0 1 72,1-1-32,-1 1 0,1 2 0,0 0 32,-1-2-64,2-1 112,-2-9-80,2 15-8,0-4 8,0 3 24,0-14-128,0 15 136,0-4-32,0-1-8,0-10-8,0 14 16,0-3-16,0-2-24,0-10-8,4 12 32,-4-2-48,0 3 64,0 1 0,4-13-24,-4 12-24,3-12 24,-3 15-32,4-15 8,-4 15 48,4 0 0,-1-4-56,1-1 48,0-1-8,-1 1-16,-1 3 32,0-2-40,2 1-24,-1-1 112,3 0-96,-2 1 16,-1 3 16,1-4-64,0 4 104,-1 0 0,-3 0-48,1 0 24,2 0-48,1 0-8,-1 0 32,-3 0-8,4 0 16,-2 1 16,0 0 8,-2 3-24,0-1 40,3 1 8,-3-2 0,0 1-32,0-3 0,0 2-8,4 2 0,-4 0 24,0-3 0,0 3 0,0-2-16,0 2 0,0-1-64,0 3 48,0-1 24,0 1 8,-1-2-16,0-3 72,-1 3-24,0 2 88,1-1-88,-1 1 56,-2 1-16,0 0-120,1-1 40,-1 1 16,-1 1 32,1-3-8,2-2-48,0 0 104,-1 2-56,-1 1 16,0-1 0,0 1-40,0-3-24,3-3 32,-3 2-8,2 0-56,-1 0 64,1 0 16,-2-1-72,3 0 24,-1 0 56,0-1-88,-2 0 8,2 0 40,-1 0-16,0 0 0,2 0 56,-1 0-16,0 0 0,0-3-24,1-1-32,-1 0 16,2 4-8,-2-5-40,0 1 40,0-1 8,2-1-16,-2-9 16,2 14 0,0-1-16,0-4-32,-2-9 80,2 12-64,0-3 8,0-10 40,0 12-72,0-1 88,0-10-64,0 11-40,0-1-24,0 3 96,0-11-112,0 13 16,0-6 40,4 1 32,-4-1-16,2 3 40,0 1-16,-2-4-32,0 1-8,4-1 16,-4 3-16,3-2 56,-3 4-48,4-4 8,-4 1 0,4 4 16,-4-4 0,3 4 40,-3 0-16,0 0-56,4 0-8,0 0 32,-4 0-41,3 0 73,-3 0 57,0 0-90,4 0 122,0 0-121,-4 0 0,3 0 48,-3 0-16,0 2-113,0 0 89,0 2 8,4-1-16,-4 1 0,0-2 32,0 0 32,0 1-64,0 3 48,4-1-8,-4 1-56,0-3 48,0-2 16,0 0-40,0 1-16,0 4 64,0-3-16,0 3-8,-2-1 16,0 1-32,0-1 16,0-1 0,0 0 24,1-1-24,1-1 16,-2 4 40,0-1 8,0-1 0,2 0-23,-2-1-25,0-1-32,1 2 8,-1-2 40,0 1 16,0-1 8,1-1-56,0 0 56,1 1-48,0-2 56,-2 0-56,1 0 16,1 0-24,0 0 32,0 0-88,0 2 112,0-2-80,0 0 0,0 0 32,0-1-8,0-2-40,0 3-24,0-4 40,0 1-40,0-1 8,0 2 56,0 0 8,0-3 0,0 1 8,3 1-24,-3-1 8,0-1 0,0 4-48,0-4-1,0-1-63,0 3 40,0-1 16,4-2-40,-4 5 96,0-3-24,0 0-64,4 1 8,-4-1 48,3 0-24,-3 2 56,0 1-40,0 1-32,0-4 64,4 4-48,-4-4 16,0 4-24,0 0 64,4-4-128,-4 4 32,0 0 16,0 0 8,0 0 8,1 0 64,1 0-80,-2 0-48,0 0 56,0 2-64,4 0 16,-4 1 120,0-2-128,0 1-80,0 1-40,0 1-48,0 0-72,0 1-96,0-3 464,0 2-504,0 1-129,0 1-47,0-1-96,0 1-120,0 1-88,4 8-192,-4-13-129,3 3-103,1 1-64,-4-1 1472,0-5-1433,4 6 313,-1-1 296,-3 1-3409,0-6 4233</inkml:trace>
  <inkml:trace contextRef="#ctx0" brushRef="#br0" timeOffset="7">1601 5439 8705,'0'2'1177,"0"-2"-1177,0 2 1048,0 3-272,0 1-208,0-1-168,0 1-104,0-3-296,0 0 288,0 2-40,-2 1 32,0-1 73,-2 1 47,0 0-400,3-5 400,-3 14 24,1-12-112,-1 3-24,0-1 8,-1 1-48,3-5-248,-2 3 280,0 4-120,-1-3-8,-1 1-32,1-1-40,1-1-80,2-2 168,-5 3-96,2 1 8,-3-1 0,-7-1-40,14 0-40,1-4 112,-8 2-64,1 1 16,0-1 0,-1 0-16,-7 0-16,12-2-8,-5 0-48,3 0 32,-2 0 16,-1 0-8,4-3-16,3 2 32,-14-3-56,11 1 24,-1-3 40,-3 3-16,1-1 0,6 3-24,-3-2 0,-2-1-88,1 1 96,-1-3 8,1 1-8,2-3-8,0 1 96,-3 7-96,1-5-56,1-12 80,1 13-32,0-8 8,2 10 16,-1-2 48,0-2-56,0-8 16,2 10 8,0-1-16,0 0-16,0-7 40,0 6-40,0-8 16,0 8 16,0-10-16,0 13-16,0 2 64,0-14-40,4 12 0,0-3 16,-4-10-24,3 12 8,-2 4-24,4-6 9,-1-8-26,1 10 74,-1-2-49,0-8 24,-2 12-32,1 0 48,3-3-88,-1-1 56,1-9 8,-1 15-8,-1-5 48,1-1-48,1 1-40,-1-1 56,1 3-8,-1-1 8,-1 4-32,7 0 88,-11 0-96,6 0 32,8-4 40,-14 4-32,4 0-32,-2 0 88,3 0-32,1 0-32,-1 0 24,1 2-24,-1 0-8,-5-2-16,6 2 0,-1 1-8,1 1 8,-1 0 16,1-1 16,-5-1-32,2 0 24,0 4-88,1-1 32,0 1 8,-4-1 40,3 1-16,-3-4 48,0 3-24,4 2-24,-4-1-32,0 1 48,0-1-8,0-5-8,0 3 56,0 4-72,0-1 0,0 8 16,0-12-24,0 1 24,0 0 40,0 3 24,0 0-72,-2 8 48,0-9 32,1-1-32,-1 10 16,-2-10-16,0 3-8,-1-1 24,1 1 16,2-7-72,-1 3 64,-3 3-32,2 1 0,1-3 56,-3 3-40,2-3-48,3-3 56,-3 3 24,-1 1-56,1 0 32,-2-5 16,1 1-72,4-2 0,-4 4 64,0-2-64,-1 0 48,1-1 40,-1 1-56,4-2-32,-1 0 72,-3 0-88,1 0 32,-1 0 0,1 0 8,1-3-24,4 3 32,-4-4-32,1 0 0,-1 1 16,0-3 8,1 0 0,2 5-24,0-3 32,-3-13-88,0 14 24,3-12 40,-3 11 8,3-6-16,0 4 64,-1 2 8,2-12-88,0 10 24,0-14 0,0 14-24,0 6 16,0-20 8,0 15-48,4-14 40,0 14 8,-4-14 0,1 18-8,1-1 32,2-17-112,0 14 0,-4-10 48,3 9 24,1-5 8,-2 8 8,1-1 32,3-1-64,-1-10 0,-1 11 56,0 0-56,0-1 8,1 1-8,1 1 0,-1-1 16,1 0 24,-3 2-16,-1 1 8,4-3-24,-1 4-8,1-4 32,-1 4-16,0 0 8,-4 0 8,4 0-8,1 0-40,8 0 24,-14 0-8,6 2-16,-4-1 40,1 2-8,3 0-48,-1 3 8,-1-1 48,2 1-24,-4-1 24,-1-3 80,3 6-40,0-1-16,1 0 0,-1 8-56,0-9 32,-4-6 0,0 7 24,3 8-56,-3-10 56,4 10 24,0-10-48,-4 2 0,0 1 56,3-2-72,-3 10 0,0-10 40,0 12 0,0-13-24,0-4 56,0 17-8,0-11-32,0 12 24,0-14 0,0 10-16,0-14-24,-2 4 40,1 9-56,-1-6 40,-2 6 24,0-8 8,2 3-56,1-3 96,-5-3 8,3 3-32,-1-1-8,0 1 32,-1-1-96,5-5 80,-4 6 8,-2-3 8,3 1 0,-3 0-32,1-1 40,3-2-104,0 0 64,0 1-48,-1 0 56,-3 0-48,2-2 32,2 0-56,1 0 32,-5 0-16,3 0-16,-3 0 0,0-4 32,3-1-16,2 4-16,-2-4 40,-2 0-72,-1-1 24,1 1-8,1-10 0,2 13 16,0 0 40,-1-14-40,1 10 0,0-12 16,0 12-32,0-10 16,2 14 0,-2-4 16,1-16-24,-1 17 40,0-15-40,2 14 0,0 1 8,0-8 40,0 7-112,0-12 80,0 12 16,0-12-24,0 15 0,0 2 48,4-17-64,-4 14-8,3-13-24,1 12 56,-4-10 32,0 15-40,5-3 32,-1-3-56,0 1 16,-1-1-40,1 1 24,-2 2 24,0 0 48,1-3-72,1 3-16,0-1 64,-1 4-32,1 0 8,-4 0 32,4 0 0,0-4-96,-1 4 56,1 0-16,0 0 64,-3 0-40,3 0-8,2 0-32,-1 0 8,1 2-32,-1 2 64,-2-2 0,0 0 48,2 1-32,10 1 0,-11 0-32,-1 1 0,3 1 24,-3-1 0,1 1-16,0-1 16,-1 1-24,1-1 0,-4-2 16,0 2 24,4 2-104,-1 0 64,-3 8 72,4-9-40,-1-2-16,-2-3 80,-1 14-48,4-12-56,-4 5 40,0 7 0,0-10 8,0 10 0,0-10-48,0 10 56,0-9 8,0 8 32,0-11-72,0 0 104,-2 11-48,0-8-40,0 1 16,0-1-32,-1 7 0,2-11 0,-2 1 24,-1 5 8,0-3 32,3 2-8,-3-1-8,3-5-48,-2 2 64,-2 2-64,-1-3 80,3 0 0,-3 2-48,2-3-32,3-1 81,-5 2-33,0 0-40,1 0 40,-1-2 24,1 0-72,5 0 0,-6 0 24,1 0-56,-1 0 64,1-4 8,-1-1 16,4 3-56,-1 0 96,-3-3-112,1-10 0,-1 11 24,1-12-32,0 12 24,4 4 32,-2-15-24,-3 10-16,2-14-16,1 14 40,1-15 48,1 18-64,-2-2 24,1-18-32,1 16-40,-1-12 40,2 13-8,0-7 16,0 5 16,0 2 48,0-14-144,0 14 88,0-16-16,0 16 8,0 5-40,0-17 104,3 12-120,-3-10 64,4 12-48,0-12 0,-3 13 40,1 0 24,-2-3-104,4-1 80,0 1-40,-1-10 32,0 15 8,-2 0 48,3-4-80,-1 1-48,1 3 56,-4 0-16,4 0 8,-4 0 32,3 0 32,1 0-113,0 0 73,0 0-8,-1 0 8,-1 0 8,0 1 0,3 1-40,1 2-16,-2 0 32,-1 1 0,1-1 40,0 1 8,-4 1 8,3 1-32,1 0-16,-4 1 8,0-4 8,0 7-24,4-8-16,-4 5 32,0 10 40,0-13-16,0 5-16,0-5 64,0 1-32,0 8-56,-2-8 72,0 10 25,-2-10-1,4-6-72,-3 15 80,-3-10-80,2 10 56,1-10 16,-1 10 16,2-12-88,0 0 72,-1 11-72,-1-8 48,0-1-8,-1 1 64,2 0-104,2-5 88,-3 5 16,1-1-48,-3 1-24,3-2 16,-1-1-56,3-2 8,-2 0 64,1 1-48,-1 0-16,1 0 56,0-1-64,0-1 8,0 0 56,1 0 8,-1 0-64,0 0 24,0 0-24,0-3 0,2 3 16,-2-4 32,1-1-88,1-1 48,-2 1-16,2-10-40,0 15 48,0 0 80,0-6-120,0-12 40,0 14 8,0-12-16,0 12 8,0 2 16,0-14-24,0 12 16,3-11-32,1 10 40,-4-12 8,0 15-24,4-1-16,-4-12-80,3 11 8,-3-12 16,4 12 8,-2-4 64,0 1 40,-2 4-56,3-12-56,1 11 56,-4-1-40,3 0 56,-2 4-8,-1-2 8,3-1-24,1 0 8,-4 0-32,4 1 32,-4 3 16,0 0-32,3-4-48,-3 4 40,4 0 40,0 0-16,-4 0 16,0 0 16,0 0 8,4 0-32,-4 0-16,0 2 8,0 0 16,0-2 0,3 2-24,-3 1-32,0 1 48,0 2-16,4-3-24,-4-1 48,0 0 8,0 3-32,0 1-24,0-1 64,0 3-32,0-4 16,0-3 8,0 7-16,0-3-24,-2 3 48,2-3 0,0 2 40,0-6-56,-2 4 56,0 2-80,1 1 16,-1-3 24,0 1 8,0-1 48,0 1-40,0 1 32,0-1-48,1-1 40,1-1-56,0-4 48,0 5-32,0-3-8,0 2 8,0-2 16,0-1 0,-1 0-32,0 0 24,1 1-72,0 0 48,0 0-8,0 0 40,0-2 40,0 0-56,0 0-80,0 0 80,0 0-24,0-2 8,0 0 64,0-2-160,0 4 48,3-5 32,-3 1-40,2 2 56,0 0 40,2-1-24,-4-1-32,4 0 0,-4-1 16,3 0 0,-3 4 8,0-4-32,4-1 40,0 1-48,-1 1 0,1-1-40,-4 3 72,0-2-56,4-1-8,-1-1 8,-3 2 24,4 1-16,-2 0 48,0 2-16,1-4-24,1 1 40,0 0-48,-4 0 24,3 4-8,-3-3 32,0 3-56,4 0 40,-4 0-40,0 0-49,0 0 105,0 0-16,0 0-64,0 0 32,0 0-24,0 0 24,0 0 312,0 3-560,-2 3 280,0 0 8,0-1-16,-1 1-8,1 1 8,1-6 24,-2 3-16,0 2-56,-1-1 48,0 1 8,2-1 40,-1 1 0,-1 1-24,2-1-72,-1-1-48,1 1-16,0-1 136,2-5-208,-4 6-104,2-1-128,-1-1-56,1 0-176,0 1-72,2-3 744,0 2-864,-2 1-265,2-1-159,0 0-152,0-2-177,0-1 1617,0-1-1672,0 0-8,0 2 199,0-2 241,0 2-3225,0-2 4465</inkml:trace>
  <inkml:trace contextRef="#ctx0" brushRef="#br0" timeOffset="8">4818 5741 8041,'0'0'952,"0"0"25,0 2-185,0-2-792,0 0 624,0 1-136,3 1-120,1 0-24,-4 0 0,0 0 80,0-2-424,4 2 464,-4 0-7,3-1 55,-3 1-8,4-2-56,-4 1-448,0 0 464,0 1-80,0 0-56,4 0-16,-4-1-32,0 1-280,0-2 256,0 2-16,0-2-80,0 0 0,0 2-16,0 0-40,0-2-104,0 2 185,0-2-97,0 1 24,0 1 48,0-2-56,0 1-104,0 0 160,-2 1 8,0-2-96,0 2 56,0-2 24,-1 2-72,3-2-80,-4 1 184,2 1-112,0 0 16,-1 2-8,-3-2 0,5-2-80,-1 1 128,-4-1-72,0 2 8,1 0 40,-1 0 8,2 0-112,3-2 136,-5 4-16,1-3-64,-1 3 16,-1 0-8,2-2 16,3-2-80,-4 1 72,-9 3-40,10 0-8,-1-2 24,-8-1 32,10 1-80,2-2 64,-5 2 24,-8 0-56,11 2-48,-1-3 32,-9-1-16,13 0-24,-2 0 64,-3 0-40,-1 0 8,-1 0-24,-6 0-16,12-1 32,-2-1 24,-1 2-56,-3-4 24,1 0 40,-1 1-32,4 0 0,3 2 48,-6-3-8,1-1-88,1-1 48,-1 3-8,1-3 0,4 5 8,-4-3 48,0-2-80,1-9 32,-2 12 48,3-3-56,1-1 8,0 0 16,0 3-16,0-11 0,0 11 32,1-10-16,1 10 0,0-11-16,0 12 8,0-3 16,0-10 8,0 12 16,1 0-48,1-7 40,2 8-48,2-3 32,-3-11-8,1 14 0,-2-1-16,0 2 88,3-3-48,1-10-48,-1 15 80,1-5-24,-1-1-16,-5 6-32,15-5 96,-15-1-104,5 0 72,10 3 0,-11-3-32,-2 5-32,1-1 72,12-2-72,-11 0-8,1 1 40,12 3 16,-14 0 24,12 0 8,-11 0-16,10-4-24,-8 4-8,11 0 8,-17 0-40,3 0 56,3 0-56,12 0 16,-14 2 16,11 1-8,-13 0-24,-1-2 65,5 5-49,-1-1 8,10 1-48,-11-3 40,1 1 24,-5-4-40,15 4 40,-15 1-32,5 1 32,-1-1 0,0 1-80,-3-4 40,1 1 56,2 3-96,0-1 16,-1-1 80,-3 0-72,3-1 16,-2-3 32,-1 6-24,0-1-48,4 1 56,-4-1-8,0-1 40,0-3-48,0 4 40,0-2-80,0 3 72,0-1-56,0 1 24,0-2 0,0-1 88,0 3-96,-2-1 0,0 1-8,0-1 8,0 1 0,1-1 24,-3 3 24,0-3-8,-1 2-8,-1-1-8,5-4-16,-3 2 48,-2 1-64,1 1 16,-3-1 64,3-1-64,1-1 0,2-1 64,-3 2-40,-1-2-112,-1 3 80,0-3-8,-8 2 32,14-4-16,-4 2 88,-2-1-168,-8 1 56,10 0 32,-3 0 0,2-2-8,-2 0 48,4 2-48,-3 0-64,-8-2 16,9 0 72,0 0-24,5 0 8,-6-4 48,-8 0-32,11 1-32,-1-1 16,-1 0-24,5 4 16,-1-3 0,-4-3-96,1 1 80,-1 1 24,2-2-32,3 3 24,0 1 72,-2-13-88,1 11 8,0-1 32,0-13-24,1 14 0,0 4 0,1-15 8,0 12-96,0-3 88,0-11 24,0 14-48,2-3 24,0-3 48,2 5-72,-1-12-32,3 12 80,0-11-16,-2 13-8,-3 1 48,5-5 16,8 1-72,-10-10 8,1 15 0,10-5-24,-14 2 24,2-9 8,2 12-16,12-6 48,-13 1-16,10 1 32,-12 1-56,0 1 72,3-2-56,1 4 8,9 0-8,-12-4-8,2 4-8,-4 0 24,4 0 8,10 0-24,-11 0 40,0 0-8,1 0-24,-3 1-16,2 2 8,-1 1-80,3 1 32,-3 1 48,-3-1 24,3-1-32,-2-2 64,3 5-56,-1 0-64,1 8 96,0-9-56,-1-1 24,-2-5-8,2 6 40,-3 8-152,4-10 104,-4 11 32,0-10 0,0-2-24,0 2 80,0 11-88,0-10 32,0 1-24,0 8-24,-2-12 24,2-3 16,-2 6-40,0 1-8,-1 1 88,-1 6-8,0-10-16,3-3-32,-1 4 32,0 0-96,-2 1 32,-1 1 24,1-2 32,0 3 16,-1-3-24,1 1-80,-1-3 40,-1 3 8,1-3 16,4-2 0,-2 2 48,-3-1-88,1 0 56,-1 0 0,1 0 0,2-2-16,-2 2 64,0-2-112,-1 1-16,1-1 56,-1 0 0,1 0 56,-1 0 16,3 0-120,-3 0 48,1 0 16,1-3 0,3 2-8,-4-2 32,0-2-64,1-1 48,0 2-32,1-1 32,-1-1 32,2 1-80,0-10 32,1 11 0,-1 1 32,0-2-32,2 4 0,-2-14 32,2 12-24,0-3-40,0 1 96,0-12-80,0 13 16,0 3-40,4-5-8,-1-9 56,3 15 8,-4-3-16,0 1 56,3-4-24,-1 1-72,0-1 16,1 1 48,-1-1-24,-4 6 0,5-5 64,1-1-40,-1 3 24,-1-1-8,1 4 16,-1 0 16,0 0-72,-1 0 16,1-4-32,-4 4 24,3 0-8,-2 0 56,3 0 16,-4 2-24,3 0-40,1 0 0,-4 2 24,4-1 16,-4 1-56,0 1 0,3-1-24,-3 0 8,2-1 24,0-1 72,-2 2-40,4-2-32,-4 3 32,3 1-56,-3-3 48,0-3-24,0 6 32,0 0-88,0-3 56,0 3-40,0-1 24,0-3 16,0 0 72,0 2-112,0-3-8,0 5 16,0-2 8,0-2 24,0-1 56,-2 5 24,1-3-80,-1 1-8,0 2-16,-2-3-8,4-2 32,-3 2 16,-1 1-96,0-2 32,1 1 48,-1 1-40,1-3 40,0 0 72,0 1-56,-3-1-8,2 1 40,-1 0-64,0 0 16,4-2 24,-4 0-64,1 0-24,1 0 72,-3 0-32,2 0 40,3 0-16,-3 0 40,-2 0-96,3 0 32,-1 0 16,2 0 32,-2 0-24,3 0 56,-3 0-48,0-4-56,1 1 16,-1-1 48,2 0 16,2 4-32,-2-3 104,0-1-152,1 0 40,-1 1 8,0-3-16,2 4 16,0-2 48,-2-1-72,2-1-16,0 1-8,0-1 88,0 2-40,0 3 56,0-3-40,4-1-32,-4 1 16,3-1-24,1 1 40,-3 3-16,2-4 24,0 0-80,1 1 24,0-1 48,1 1 32,-2 2-48,-2 0 40,4-1 8,1-1-80,0-2 0,-1 3 64,1-1-32,-6 4-8,3-4 48,3 1-112,-1-1 40,10 4 40,-15-4-32,5 4 80,-1-3-88,2 3 8,-1 0 64,-1 0-32,1 0 72,1 0-64,-1 0-32,1 0 40,-1 0-56,1 0 24,-5 0 8,4 1-16,-2 1-88,1 0 64,0 2 24,-1 0 8,-3-3 8,0 1 64,0 2-88,4 0 24,-4-1 0,0 3-24,0-1 24,0-5 16,0 6-32,0-1-88,0 1 104,0-1 16,-2-1 16,2-3-32,-2 2 96,0 2-104,-1-1-8,1 1-16,-4 1 8,4-2 24,1-3 24,-5 3-16,2 2-24,1-5 16,-1 3 8,0-2-16,4-2 8,-5 2 8,-1 3-40,1-1 16,1 2-24,-1-3 32,3-1 64,-2 0-48,0 0-16,1 0-8,-1-1 24,1 1-8,2-2 24,-4 2 16,1-2-16,1 0-40,-3 0 0,2 0 16,4 0 0,-3 0 32,-1 0-72,0 0 24,1-4 64,-1 1-40,1 0-8,0 2 32,0-3-24,1 1-80,-2-1 8,2-2 56,-1 1 8,3 5 0,-4-6 32,2 3-32,0-3 24,1 3-48,-1-3 24,1 5 0,0-2 64,-1-2-104,0 1 16,2-1-16,0 1 8,0 0 32,0 2 40,0-3-16,0-1-8,4-8 16,0 14-48,-1-6 32,-2 5-16,4-3 24,0-2-88,1 1 48,-1-1 8,1-9 8,2 15 0,-1 0 24,-4-3 24,1-1-72,1 0 16,1 1 32,-1-1-24,-5 4 40,6 0 16,-1-4-96,1 4 56,-2 0-56,1-3 16,-4 3 24,2 0 16,1 0-72,-1 0-8,-3 0 56,4 3-24,-4-1 32,0-2 24,0 4 8,0 0-88,0-1 72,0 3-40,0-3-24,0-2 48,0 2-24,0 3-80,0-1 40,0-1 32,0 1 16,-1-2 16,0 0 24,-1 2-104,0-1 0,-1 0 32,-1-1-16,3 1 64,0-4-16,-2 6-24,1-3-56,-2 1-40,-2 1-48,3-1-16,2-3 200,-2 0-265,-1 5-47,1-3-24,-1-1-112,2 2-80,0-3 528,1 0-640,-1 0-136,0 3-104,0-2-81,2 0-31,-2 0-72,2-2 1064,0 1-1064,0 1-72,0 0-25,0-2 17,0 0-48,0 0 56,0 0 23,4 0 241,0 0 296,-1 0-3585,-3 0 4161</inkml:trace>
  <inkml:trace contextRef="#ctx0" brushRef="#br0" timeOffset="9">4694 5671 7777,'0'2'864,"0"0"129,-1-1-137,1 0-856,-2 0 696,2 1-160,-2 0-80,2 0 0,0-2-48,0 1-408,0 0 448,0-1 8,0 0-23,0 0 39,0 0-24,0 0-448,0 0 464,0 0-24,0-4-104,0 4 0,0-4-56,4-1-32,-3 3-248,1-2 264,2-1-80,0-1-40,-1 1 48,1-1-32,0 2-160,-2 3 192,3-5 17,10-9-105,-12 12 24,3-14-24,11 12-24,-16 4-80,1-15 112,13 11-72,-11-12 64,10 12-16,-10-12-16,2 15-72,3-1 112,-4-18-96,12 16 64,-12-17 16,12 7 24,-13 1-120,-3 11 112,20-13-24,-7-1-48,-8 1 8,16-3 40,-7 1-32,-12 15-56,8-11 96,6-4-56,1 0-8,-3-1 72,1 1-32,-6 6-72,-3 4 64,10-11-8,1 1-96,0 0 40,1-1 40,-1-1-40,-18 20 32,20-22 48,2 0-88,-1 0 32,1 0 0,-2 1 0,2-1 40,-2 0-96,2 0 0,0 0 24,-1 2-24,-7 5 32,-8 10 8,14-16 0,-2 1-32,1 2 72,-1 1 8,-3 1-24,-14 14-32,3-11 48,17-2-96,-16-1 56,14 10 16,-14-16-24,5 15 0,-2-1 56,-2 3-56,0-12 32,10 12 8,-16-10-32,5 12-8,-4 3 8,4-21-24,1 18 0,8-3 0,-14-10 40,6 12-24,-5 2 0,3-2-16,0-1 16,0-1-16,-1 1 48,1-1 0,0 3-32,-2 1 56,1-4-48,1 1-48,0 1 32,-1 0 24,1 4 56,-4 0-72,0-3 72,0-1-120,4 4 56,-1-4-56,-3 4-16,2-1 64,0-1 8,-2 2-128,4 0 40,-4-4-32,0 4-32,3 0 144,-3 0-128,0 0-72,0 0-16,0 0-32,0 0-64,-1 2-80,1-2 392,0 0-480,-2 2-129,0 0-79,0 1-88,-2 3-160,1-4 936,1-1-1016,-4 5-121,1 1-71,-1 1-8,3-1 0,-1 0 1216,4-7-1217,-4 6 169,1-1 248,-1 3-3489,4-8 4289</inkml:trace>
  <inkml:trace contextRef="#ctx0" brushRef="#br0" timeOffset="10">5844 4387 8865,'0'0'1297,"0"0"-193,0 2-296,3 2-288,-3 0-192,3-1-328,-2-3 256,-1 4-64,0 1 48,0-1 72,0-2 73,0 0 55,0-2-440,0 2 456,0 1-8,0 1 16,-2-2-40,0 2 16,-1-2-440,1-1 384,-2 1-56,-1 4-32,-1-1-40,1-3 32,-1 3-288,6-5 249,-7 2 23,-1 2-48,1-2 8,0 1 16,-1-1-24,6-1-224,-3 0 232,-2 1-48,-8 0 0,9-2-8,-1 2 0,-6-2-176,10 0 184,-3 2-24,-1-1 8,-8-1 8,9 0-48,-8 0 8,13 0-136,-4 0 80,-2-3-64,-8 3 56,13-4-40,-3 0 16,1 2-48,0 1 128,-3-3-72,2 0 24,-1 1-32,1-3-48,1 1 0,4 5 24,-6-15-16,1 11 24,1-1 8,2-10 8,0 11-40,2 3-8,-1-3 32,-1-13-72,2 14 24,0-12 32,0 11 0,0-7-16,0 6 104,0-1-72,0-12 0,0 12-48,3-9 8,1 10 16,-4 4-8,4-13-32,0 11 24,-1-12 0,1 11-8,-4-1 88,2-2-72,0-1 32,3 4-48,-1 1 64,1-3-96,1 1 56,-3 0-8,-3 4 64,4-15-80,0 16 8,0-4-8,-1 0 0,1-1 40,-3 3-24,3-2 40,2-1-64,-1-1 8,10 1 16,-11 1 24,-2 2-24,-1 0 80,5-1-24,0-1-48,8 0-8,-10 1-16,1 3 16,-5 0 24,15-4 16,-11 0-56,11 4 40,-12-4-32,3 4-8,-1 0 16,4 0 64,-9 0-80,6 0 32,9 0 8,-12 0-16,1 2-8,-2-2 48,13 4-16,-12 0 48,1-1-40,1 1-24,1 0 24,-5-4-40,3 3-32,2 3-16,-1-1 96,1 1-72,0-1 16,-5 3 8,1-1 56,2-1-104,0-1 32,-4 10-16,3-10 16,-3 0 16,0-4 0,0 14 24,0-14-24,0 7 8,0 8 0,0-10-16,0-1 8,0 8 48,0-5-56,-2 10 32,-1-12 16,-1 12-48,1-15 8,1-1 41,-2 13-1,-2-9-64,1 10 32,-1-10 16,-1 8 0,7-13-24,-6 2 24,-1 12-48,0-11 24,-1 3-48,-6 8 64,12-14-16,0 1 56,-5 4-64,-1-1 72,1 1-32,0-1-32,-5 0 0,9-4 48,-1 1-96,-3 3 32,-1-3 40,1 0-24,0 0 64,4-2-64,-9 0 48,8 0-40,-3 0 0,-8 0 32,10 0-32,0 0-8,2 0 24,-11 0-32,8-4-16,1 4-8,-3-5 48,3 1 0,-3-2-16,1 1 0,2-1 40,-1 1-16,1-1 0,3 4-24,0-1 48,-2-12-104,0 11 72,3-10-24,-1 10 56,0-7-48,2 7 40,-2-1-24,0-12 32,0 12-88,2-14 72,0 14-56,0 4 24,0-17-24,4 13 8,0-15-8,-1 14 56,3-10 0,-4 13-32,0 0 40,1-12-16,3 12 16,-1-3-32,1-12 16,-1 15-24,-5 2 8,6-15-48,-1 16 8,10-15 56,-11 15 0,11-6 0,-15 5-24,0-3 64,5 0-112,10 0 16,-12 1 48,3-1-16,4 4 0,-5 0 64,-2-4 0,3 4-32,9 0-8,-12 0-56,3 0 40,-6 0-8,16 0-24,-12 0-48,11 0 104,-15 2-64,14 2 16,-12-2 16,0 0 48,4 3-72,8 1 72,-10-1-48,2 1-16,-2-2 16,-3-3 0,5 3-48,-1 11 24,1-12 0,-1 3-40,-1 8 24,-3-13 40,1 0-8,2 14-56,0-9 40,-4 10 40,0-10 8,0-3-24,0-1 32,0 17-16,0-14-56,0 12-16,0-10 0,0 7 56,0-13 16,-2 4 16,0 10-24,0-10 32,-1 3-16,-1 6-24,3-12 0,-2 2-8,0 1-72,-3 3 80,2-1-8,-1 1 32,1-4-24,2-3 136,-3 5-160,-1 1 144,1-2-80,-1 1-64,1-1 72,-1-3-136,1 4 48,-1-2 40,1-3-16,-1 1 16,2-1 0,1 0 48,-4-1-32,-1 2-8,1 0-8,1 0-8,2-2 8,3 0 32,-7 0-40,3 0 0,-2 0 24,1 0-40,1-4 56,3 3-32,-2-2 72,-2 0-96,1-3 0,-1 2 32,1-1-8,4 1 0,0 2 16,-3-14 16,1 12 24,1-11-64,0 10 8,-2-14 16,4 18-16,-1-3-48,1-16 0,0 14 32,0-14 16,0 3-48,0 11 48,0-2 32,0-7-64,0 9 40,0-14 24,3 15-16,0-13-16,-2 14 56,4-11-64,1 11 32,-2-12-32,-1 10-16,3-10 0,-5 12 24,3 2-24,2-13 24,9 12-16,-15-3 40,5 1-16,-1-5-8,-2 5 24,3 1 16,1-1-16,-1-1-24,1 3 8,8-1-8,-14 4 24,4 0 0,2 0 32,-1 0-80,1 0 16,-1 0 8,1 0 0,3 0-40,-9 0 32,5 0 40,10 0-16,-15 0 24,4 1-40,-2 0 48,3 1-64,1 3 16,-3 3-16,1-1 8,0 0-32,-4-6 40,3 4-88,1 0 40,0 3 16,-1 8 40,-3-10-16,0 8 8,0-8 8,0 12-56,0-10 40,0 10 32,0-13-24,0-4-24,-3 17 64,1-13-32,-2 16-32,-1-7 8,1-6 8,3-3 8,-4 10 8,0 0-64,-1-8 40,1 11-8,-2-12 56,2 4-32,2-5 72,-4 0-16,1 3 8,1 8-72,-3-12 40,3 3-32,5-7 24,-7 15-40,-1-13-8,1 3 40,1 1 0,1-3 0,2-1-16,-2 0 80,0 0-88,-1 0 56,1 1-40,-1-1-8,2 0 0,3-2 56,-5 0-72,3 0 24,-3 0-16,2 0-40,-1-4 48,4 4 0,-2 0 40,-2-3-56,1-3 56,0 1-48,1-1 40,2 3-32,0 1 40,-3-13-80,2 15 56,1-15-32,-1 10 0,0-9 16,2 13 16,-2-14-24,0 10 24,2-14-8,0 14 8,0-17-16,0 17 0,0-7 16,0-2-56,0-5 80,4 14-40,0-16-8,-2 17 8,-1 3 64,-1-16-72,4 14 40,1-16-64,-1 16 0,2-14 56,-6 16-24,5-3-16,1-13-24,-3 13 80,3-1-64,-1-10 8,-2 15 16,0 0 56,2-5-56,1-1-40,-1 2 72,1 1-24,-1 3-16,1 0 64,-1-4-56,1 4 16,0 0 8,-1 0-24,-3 0 0,2 0 0,1 2-64,1 0 16,-3 0 56,3-1-8,-4 2 0,-1-2 80,3 5-24,0-1-64,-1 1-24,1-1-24,-4 2 24,0-6 32,0 13-24,0-8-40,0 8 88,0-8-56,0 9 32,0-13 0,0 1 56,-2 12-88,-1-10 64,-3 12-56,2-12 16,0 8 8,3-11-16,-5 4-16,1 8 48,-1-6-8,1 10 32,-1-12-16,5-5-24,-5 5 24,-1 9-32,1-10 48,1 1-40,-3 1 24,4-3-24,1-1 64,-4 5-24,-1-1 40,3-1-40,-3-1-24,-6 0-16,14-4 8,-4 4-8,-2-3 8,-1 0 64,0 2-16,1-3-16,4 1-40,-1 0 80,-3 2-112,1-2 40,-1-1 16,1-1 0,2 0-24,2 0 64,-3 0-72,1 0 40,-1 0-24,2 0 16,-2 0-8,4 0-16,-1-5-16,-1 1-48,0 1 80,2-1 16,0 0 0,0 1-32,0 1 96,0-4-72,0 1-40,0-1 40,0 1-40,0 0 16,0 4-8,0-15 24,4 12-8,-1-2 8,1 1-16,0-10 8,-3 14-8,3-2-8,2-13-24,-1 10 48,1-8-24,8 8 24,-14 3-16,0 1 48,6-15-96,-1 17 112,10-5-96,-11-1 32,1-9 40,-4 15-40,4-3-32,0-3 32,1 1 0,-1 1-8,1 0 16,-4 3-8,1-1 24,3-2-64,-2 4 64,-1 0-24,3-4-32,-3 4 32,-3 0 8,4-3-32,0 3-64,-4 0 128,5 0-56,-1 0 16,-4 0 0,0 0 64,4 0-152,-4 1 88,3 1-24,-3-1 24,0 0 80,0 1-72,0-2-48,0 2 48,0 0-48,0 3 56,0-5-16,0 6 24,0-1-80,0 1 64,0-1-40,0 1 24,0-5 8,0 1 8,-1 4-112,-1 9 144,0-14-32,-4 1 8,5 2-16,0-2 56,-2 0-112,-1 3 40,0 3-8,-1-1 32,1 0 32,4-6-40,-5 4 32,-1 0-80,3 1 72,-3-3-56,1 3 16,2-3 16,0 0 48,-3 2-64,1 1 40,-1-3-32,1-1 24,2 1-16,2-2 8,-1 2 8,-1-1 16,1 0-16,0 0 8,-2 0-56,3 1 24,-1-1-72,0 0 56,0-2 16,2 0 24,0 0 56,0 0-56,0 0 64,-2 0-104,2 0-8,0 0 32,0-4-72,0 1 40,0 3 16,0-4 8,0 0 24,0 3-16,0-1 56,0-2-88,0 0 8,0 1 24,0-1-24,0 1 24,0 2 24,0-13 32,0 14-112,0-6 40,0 1 40,0-1-56,1 5 32,2-3 24,-3-2-64,0-9 24,4 12 8,-4-3 8,2 3 0,-1 1 72,3-4-64,0 1 8,-1-1 0,1 1-56,0-1 40,-4 6-16,0-4 32,3 1-16,-3-1 8,4 0-8,0 1-16,-1-1 8,1 0-40,0 4 88,-1 0-56,-3-3 24,3 3-8,-2 0 24,3 0-56,-4 0 40,0 0 8,3 0 8,-3 0-32,1 0 8,2 0 32,-3 0-88,0 1 32,0 1 24,0 0-40,0 2 64,0 1-8,0 1-72,-2-1 80,0 1-8,1-1-16,1-5-8,-4 4 72,0 2-96,1-1-16,-1 1 48,0-3-8,3-1 8,-2 2 8,-2 1-48,-1 1-16,1-1 16,-1 3 64,5-4-24,1-3 48,-6 7 0,2 6 32,-1-12-112,1 4-16,2-1-24,2-5 72,-1 2-184,-1 2-40,0-1-16,0 1-56,0 0-72,1-3 368,0 0-376,1 0-145,0 5-87,0-4-168,0 0-144,0-1-208,0-1-273,0 0-287,0 0-304,4 0-177,0 0-23,-4 0 2192,3 0-1729,1 0-3320,-4 0 5049</inkml:trace>
  <inkml:trace contextRef="#ctx0" brushRef="#br0" timeOffset="11">4785 839 10426,'0'0'1912,"3"0"-336,-3 1-1576,0 0 1009,4 3-417,-4 2-176,4-1-104,-4-1-56,0-2-256,0-1 352,0 5 16,0-1 24,0 1 112,0-1-40,0 1-7,-1-6-457,0 4 424,-3 1-112,0 1-8,1-1-48,-3 3-8,4-5-248,1 1 240,-5 1-56,1 3 112,-1-1-96,1 0-16,-9 7-184,13-13 192,-3 3-128,-1 1 152,-10 1-104,11-1 24,-3 1-40,5-5-96,-4 2 0,-8 2 32,8-1-32,1-1 56,-12-1-24,14-1-32,1 0 112,-13 1-56,9-2-8,-1 0-24,-8 0 8,10 0-40,4 0 8,-13 0 0,9-4-56,-1-1 16,-9 1 64,12-1-40,0 3 16,-2-2 56,0-1-88,-2-10 104,1 11-64,1-1 16,0-9-24,4 9 72,-5 0-128,1-12 128,1 14-56,2-14-16,1 11 8,0 4-8,0-12-96,-1 8 48,2-10 32,0 10 40,0-10 8,0 13-32,0 0 48,0-13-8,5 1 8,-1 10-24,2-16-8,-1 16-16,-5 5 32,6-17-104,-1 12 104,1-12-8,-1 13-72,12-10 80,-17 12-32,0-2 0,5-10-72,12 8 128,-14 1-56,3-10 0,5 15 0,-5 0 112,-3-4-136,12-1 88,-11-1-56,12 1-24,-12 1 64,-3 4-48,13-4 0,-11 1 8,12 3 24,-11 0-8,12 0 24,-14 0-48,0 0 73,13 0-81,-12 0 120,12 0-104,-11 1-8,8 1 0,-10-2 48,2 4-136,2-2 136,-1 1-24,1 3-8,-1-1 8,1 3-48,-1-1-16,1 1-16,-1-3 64,1 10 16,-3-13-24,-1-1 64,2 5 0,0 1 8,-1 8-80,-3-9 0,0 1 0,0-7 8,0 7-48,0 1 16,0 8 24,0-10 32,0 8-48,0-12 24,-2 2 64,-3 1-96,-1 3 80,1 6-24,-1-8-24,4-1 0,1-3 64,-3 6-104,-2-1 120,1 8-40,-2-12-16,-1 3 32,3 1-80,-3-1-24,1-1 88,0 1 8,-8-1 16,13-1-64,0-2 144,-5 3-80,0-1 16,-1-2-48,-7 2-8,10-3-24,5-1 40,-7 4-56,-1-2 32,1 0 8,0 0 8,-1-2 0,6 0-32,-3 0 40,-3 0-88,1 0 80,0 0 0,-1 0-40,5-3 8,1 2 88,-4-3-96,-1 1 40,1-3 0,1 1 0,1-10-16,4 14-16,-2-2-16,-1-12-32,-1 12 24,2-3 40,0-10-8,1 13-8,-1 0 72,0-13-88,0 10 112,2-12-96,0 14 24,0-10-24,0 12 40,0-2-152,0-16 168,0 14-80,0-14 24,6 14 8,-6 5-8,3-3-56,1-15-16,1 16 56,1-14 24,-1 12-16,1-10 64,9 11-64,-12 1 32,3-3-8,10-9 8,-12 12 8,-4 3-32,6-6-24,-1 1-40,10-1 72,-11 1-32,1 1 48,2 4-24,3 0 32,-7 0-64,3-4 104,10 4-112,-12 0 48,0 0-8,-2 0 48,14 0-120,-12 0 216,1 2-112,1 2-48,9 0 24,-15-4-8,3 5-104,1-1 40,1 3 80,-1 8 8,0-13-32,-2 1 8,-1-1 96,3 5-136,-4-1 160,4 11-96,-1-12-80,-3 10 56,0-13 40,0 12-184,4-8 120,-4 12 8,0-12 48,0 12 0,0-16-32,0 2 48,-2 12-72,0-1 24,1-10 40,-3 12 24,1-13-64,2-3 104,-4 14-80,-1 0 56,1-10-80,-3 10 80,1-9-40,6-6-40,-13 5 8,11 1 24,-3 1 16,-9 0 16,12 1 16,-1-6-80,0 1 120,-10 5-88,10-3 176,-3 1-144,-1-3-16,-4 0-48,10-2 88,-2 3-192,-3-2 192,-8-1 0,11 1-40,-1-2 0,3 1-48,-4 0-40,1-1-72,-1 0 104,1-4-16,1 1 32,2-1-8,0 2 96,-1-3-80,1-1 64,-4 1-80,4-10 16,1 11 16,1 4-32,-2-16-56,2 12 64,0-11 16,0 12-16,0-12 24,0 13-32,0-2 48,0-14-104,3 12 208,1-12-120,0 13-32,0-11 0,-3 11 64,3-9-216,0-3 280,1 1-136,1 10 48,8-14-16,-13 19-24,2-4-96,3-13 8,8 12 32,-10-10 56,2 12-32,-3 1 32,-1 1 96,15-15-72,-14 12 64,1-10-120,1 15 32,9-5 0,-13 4-16,3 1-96,1-3 112,1-1-56,-1 0 8,1 4 40,-1 0 8,5 0-32,-7 0-40,1 0 24,2 0-16,-3 0 80,0 0-16,-2 0 40,4 0 24,-1 2 16,0 4-112,-4 1-8,3 0-16,-3-6 56,0 6-120,0 0 32,0 0 128,0 8-40,0-9 16,0 1-16,0 0 32,0-1-104,0 1 136,-1 8-64,-1 0 8,0-11-8,2-3 32,-6 16-120,1-12 176,1 12-64,-1-12-16,-1 14 40,5-17-48,-3 3-96,-2 10 96,-1-10 16,-1 12 16,3-12 48,0-1-80,3-2 120,-13 13-48,13-12-56,-5 3 24,1 1-64,-1 0 56,7-6-32,-6 4 48,-1-1-72,0 1 120,1-1-80,-1-2 16,4-1-32,0 1 64,-4 0-144,-1 0 224,3 0-96,-1 0-32,1-2 32,-1 0-144,1 0 144,1-6-48,1 6 32,-3-3-24,2-1-48,1 0-24,1-1 24,-2 1 56,2-2-8,2 4-8,0-1 32,-2-3 80,2-10-88,0 12-24,0-1 40,0-1-40,0 6-56,0-5 24,0-12 8,0 13 40,0-12 8,4 12 0,-2-1-24,2-4 32,1 5-88,1-11 88,-1 10-48,1-10-8,-2 11 24,-3 2 40,3-14-64,1 12 96,1-1-56,-1-10 8,1 11-48,-5 4 24,15-5-64,-16-1 0,5 1 8,1 1 24,-1 0-8,-2 3 40,0-1 24,2-2-48,1 0 48,-3 4-40,3 0-8,-3 0 48,3 0-72,-2 0 16,1 0 32,-1 0-48,0 2 16,-3-1 32,1 0 48,-2 3-120,4-1 72,-4 3 0,0 1-80,0-2 80,0-2 40,0 4-80,0 8 64,0-14-32,0 7 16,0 7 24,0-15-32,-2 5-32,0 2 0,-3 10 16,1-13 0,-1 10 24,2-11-8,0 0 72,-3 4-96,1 8 136,-1-10-88,1 3-24,-1-3 0,5-3 72,-7 13-104,3-11 176,-10 1-96,11 2 0,-1 1-64,4-7 16,-6 5-88,0 0 40,0 1 64,1-1 16,-8-1-48,13-3 16,0 0 72,-5 0-32,1 1-8,-1 1 16,2 0-32,1-3-16,3-1 8,-4 2 16,0-2-16,3 0 0,-1 0 8,-2 0-72,3-1 56,0-1-16,-1 2-56,1-4 64,-1 0 0,0 1 8,2 0 0,0 2 64,0-3-48,0-1 176,0-1-176,0 1 24,4-10-56,-4 15 16,3 0-152,1-15 96,0 12 48,-1-3-32,1-12 16,-2 16 24,0 0 72,3-15-88,1 12 120,-1-10-80,10 12-72,-15-14 40,5 13-96,1-10 128,-1 10-16,1-2-64,-1-8 48,-3 14 8,2 0-80,1-6-8,10 1 16,-15 1 56,6 0 0,-4 2 16,-1 1 24,5-3 24,-2 4-64,-1 0-16,3-4 40,-3 4-40,-2 0 32,2-3-24,1 3-16,-4 0-16,3 0 32,-3 0 24,0 1 32,4 1-56,-4 2 104,0 0-128,0 1-8,0-2 56,0-2 24,-2 4-192,2-1 256,-2 0-96,1 1-40,-1 1 56,1-5-8,-2 3-104,-1 2 40,1-3 72,-1 3-16,0 1 8,1-1 40,-3-1-48,3-3 24,-1 4-32,-2-3 24,3 3 16,-3-2-24,1-1-16,1-1-24,0 0 24,1 2 0,1-3 56,-2 1-88,0 0 80,3 0-8,-1-2-32,0 1 8,2 0 104,-2-1-144,0 0 136,2 0-88,0 0-16,-2 0 32,2 0-24,0 0-96,0 0 8,0 0 128,0 0-56,0-4 8,0 4 8,0 0 72,0 0-120,0-5 184,4-1-96,-4 2-8,3 0-32,-2 3 32,2-3-120,1 1 104,2-3-48,-3 0 32,3 1-32,-5 4 32,1-4-40,2 2-32,2-1 16,-3 0 72,3 4-24,-4-3 8,0 1 48,1-2 24,1 1-32,0 3-72,-1-4 40,-3 4-40,0 0 32,4 0-56,-4 0 48,0 0-16,0 2 0,0-1 24,0 1-16,0 2-8,0 2 80,-2-1-104,0 1 32,1-2 16,0-3-32,0 5-72,-3-1 200,-2 1-120,3-1 48,-3 3-16,6-8-8,-5 7-120,-1 0 96,1-1 16,-1-1-8,2 1 40,2-2-24,1-1 24,-3 5-40,0-1 40,1-2-48,-3 1 8,3-1-128,1 3-88,0 6-64,0-12-144,0 4-80,2 1-128,0-4 648,0 2-793,0 2-223,0 9-80,0-12-216,0 2-225,0-1 1537,0-3-1664,4 4-272,0-1-41,-1 1-15,1-1 327,1 1-3392,-4-6 5057,-2 0 0</inkml:trace>
  <inkml:trace contextRef="#ctx0" brushRef="#br0" timeOffset="12">4765 922 8025,'0'0'304,"0"0"24,0 0 120,-1 0 33,1 0-481,0 0 432,0 0 8,0-3 8,0-1 0,0 0-8,0 2-440,0 1 496,-2 1-56,2-6 40,0 2-40,-2 4-7,0-3-17,2 3-416,-2 0 360,2 0 0,0 0-8,-2 0 16,2 0 40,0 0-408,-1 0 424,1 0-80,-2 1-8,0 1 16,2 0 24,0 0-376,0-2 400,-2 2 1,0 2-9,2-1-8,0-1-16,-2 2-48,2-4-320,0 3 312,-2 1-120,1 0 80,1-1-16,0 1-64,0-2-192,0 0 272,0 1-40,0-1 24,0 2-88,0-2-8,0 1-160,0-3 160,0 6-32,0-4 120,0 2-87,0 1-33,0 1-24,0-5-104,0 3 80,0 2-16,3-1 16,-3 1-8,0-1-32,0-1-40,0-2 168,4 5-80,-4 8 8,4-13 8,-1 3-32,-3 12 48,0-17-120,0 3 72,4 14-48,0-12 72,-4 14-8,3-12 24,-1 1-112,0 3 160,2-6-104,-1 15 144,3-5-48,-2 0 8,-1-8-16,3 15-144,-3-16 208,3 14-104,0-5 56,-1-1-8,-4-11-152,4 11 24,0-7-32,1 13 48,-1-12 8,1 10-16,-3-8-32,-1-3 136,4 7-88,8-8 40,-14 12-16,6-10-32,7 10-40,-11-16 56,-2 16-80,5-1 192,10-10-104,-12 13-8,3-5 40,-1-12-96,5 1-72,-10 19 32,14-9 88,-14 3-48,6-3 16,-2-1-16,-3-9 80,16 13-48,-13-12-56,12 19 56,-10-7-8,8 1-8,-13-15-16,2 18 96,3-5-152,10 5 80,-12-3-64,11 0-40,-13-7 80,-1-1 16,14 8-64,-11 0 264,10 3-184,-10-3-24,10 1-8,-13-18-8,2 19-216,3-1 272,-1 1-40,10 0 16,-11 1 0,-3-15-24,2 10-72,2 4 40,1-2-64,-1 1 48,10-3 48,-15-6 0,0-3 16,5 11 64,1-3-16,-2 3-40,1-1 8,-1-3-32,-4-13 0,3 13-24,1 1-80,0-8 88,-1 13 56,1-5-40,-2-11 0,0 0 104,1 18-128,1-15-24,0 11 48,-1-10-24,0 7 24,-2-10 40,3 2-40,0 10-24,-1-2 104,1-8-48,0 13 48,-3-16-80,3 9 72,0-6-144,1 13 48,-1-5 0,0-8 32,-1 5-8,-1-3 72,4-2-56,-1 11 80,1-10-104,-3 10 16,1-11-8,-4-7 0,4 21-112,-1-14 72,1 11 16,0-12 40,-1 12 64,1-12-16,0 12-120,-1-12 152,1 12-136,0-12 48,-4 5-8,0-8 120,3 5-192,1 6 88,-4-6-40,4 8 24,0-10 24,-4-5-24,3 14 24,1-9-32,-4 10-8,4-10-16,-1 10 24,-1-12 8,0 0 32,2 12-56,-4-8-16,3 8 32,1-8-24,-1 6 32,-2-12 8,-1 4 0,3 8 32,1-8-32,0 12 0,-1-10 32,-2-3-40,2 8-24,1-7-16,-1 12 48,1-11-56,0 12 32,-2-14 16,-1-3 32,3 16-16,0-10 144,-1 8-160,1-8-16,2 10 0,-6-17 16,3 13-168,3 1 120,-3-1 64,1-6-16,0 10 0,-3-15 0,2 1 72,0 15-88,-3-14-144,4 14 168,0-12-8,-1 8 0,-3-12 32,4 3 144,0 12-128,-1-10-48,1 6-24,-4-8 16,1-3 8,2 9-48,0-5-24,-3 9 0,4-10 72,0 11 32,-2-14-32,-1-1 72,-1 15 16,4-12-16,0 12-112,-4-12 48,3 10-8,-3-15 8,4 5-88,0 12 80,-1-11 8,1 8-40,0-8 40,-4 10 0,5-10-72,-1 9 48,0-10 32,-1 12-16,-3-13 0,0-3 72,4 6-24,0 1-32,-1-1 40,1 1-72,0 8 40,-4-15-24,0 5-40,3 2-24,-3 6 56,4-8-16,0 9 24,-2-13 0,-1 1 40,3 3-32,0 16 40,-4-17-32,3 3-40,-3 5 24,0-12-8,4-1-72,0 6 32,-1 9 56,-3-12-8,4 3-8,-4-5 8,0 3 40,4 11-112,-4-11 24,4 3 64,-4 8 16,2-12-32,-1-1 80,-1 13-16,0-9-72,4 1 0,-4 8 24,0-10-16,0-5 0,4 6 16,-4 8-64,0-8 24,3 1 8,-3 10 32,2-15-16,0 1 24,-2 5-40,4 8 72,-1-10-72,1 8 56,-1-9-40,-2-4 16,-1 4-56,3 14 80,1-14-32,-4 10-16,4-9 40,-4-5-32,3 3-48,1 2-24,0 8 40,-1-10-8,-3 11 48,3-12-8,-2-1 80,3 6-40,-1 10-32,1-13 8,-4 12-40,4-12 24,-4-4 24,3 6-16,-3 9-8,4-10-8,0 11-8,-1-12 24,-3 1-8,0 5 0,4-6-56,-4 2 48,0 10-24,4-11 32,-4 4 0,0-6 80,3 2-64,-3 12 88,4-12-87,-4 1-9,4 10 32,-4-15-40,0-3-32,4 16-49,-1-9 65,-3-1-40,4 10 24,-4-13 32,0 0 56,0 3-88,4 12 72,-4-16-80,3 3-24,-3-2 64,0-2-96,4 0-144,-4 2-80,0-2-80,0 0-120,0 0-72,0 0 592,0 0-712,4-6-248,-4 3-209,0-3-303,0-10-304,0 13 1776,0 2-2049,0-16-319,0 12-225,0-15 409,0 5 527,0-2-3192,0 17 4849,0 0 0</inkml:trace>
  <inkml:trace contextRef="#ctx0" brushRef="#br0" timeOffset="13">4629 854 10146,'0'0'456,"0"0"80,0 0-72,0 0-24,0 0-440,0 0 384,4 2-24,-4 2 8,0-2-32,0-1 72,4 1-39,-4-1-369,0 0 352,0 1-56,0 0 8,0-2-48,0 0-16,0 1-240,0 0 280,0 0-96,0 1 96,0 0-16,0 0-16,-2 0-8,2-2-240,-2 2 200,0-1 0,0 1 88,0 0 56,-1 2-48,2-1-296,0-1 361,-1 2-73,0 2 32,-1-1-40,1-1-24,0 1-256,2-5 248,-2 6-64,0 8 88,-1-8-24,1 9 0,0-10-24,1-1-224,0 9 200,1-8-80,0 14 40,-2-12 32,2 10-8,0-8-184,0-4 232,0 10-64,0-8-40,0 15-48,0-5 32,-2 1-16,2-17-96,0 17 128,0-2-40,0 3-15,0 1 7,0-2-16,0-9-64,0 3 104,0 8-48,0 0-104,0 2 112,0-2 0,0-4-64,0-12 40,0 15 128,0-3-168,0 3 40,0-1 56,0 2-56,0-15-40,0 13 48,0 2-48,0-2 24,0 2 80,0-1-40,0-9-64,0-2 80,4 10-16,-4 1 96,0 1-120,4-1 16,-4-2-56,0-16 56,0 21-184,3 0 200,1-2-24,-4 2 24,4-1 40,-4-15-112,0 6 72,3 10-64,1 2 104,-4-2-56,4 2 8,-2-8-64,-1-10 136,-1 14-144,4 4 16,-4-2 40,4 0 24,-4 0-8,0-19-64,3 16 88,-3 3-120,4 0 56,-4 1-16,4-1 32,-4-11-40,0 0 112,4 11-80,-4-2 72,3 2-104,-3 0 24,3-4-24,-2-16-8,-1 22-16,0-4 136,0 1-112,0 1 24,0-2-8,0-15-16,0 10-88,4 5 40,-4 1 24,0-1-16,0 0 56,0-8-16,0-6 88,0 13-8,0-1-32,0 1 16,0-1-48,0 0 0,-1-17-16,0 19 24,1-2-80,0 0 64,-2-1 16,2 3 0,0-13-24,0 3 48,-2 10-56,2 2-8,-2-4 32,2 3 0,-1-6-16,0-12 56,1 12-40,0 7-56,0-6 32,0 5 24,0-3 40,0-1-8,0 5-40,0-2-56,0 2 48,4-2 8,-4-8-8,0-4 24,0 13 24,4-5 104,-4 4-160,0 2 0,0-1 8,0-19 8,0 21-176,0-2 176,3-1 32,-3 0-40,0-2 16,0-10-16,0 5-8,0 5-56,0 4 0,0-2 48,0-1 16,0-6 0,0-8 48,0 12 0,0 1-80,0-1 32,0 1 24,0-1 24,0-15-48,0 14 72,0 1-88,0-1 8,0 2-24,0 1 8,0-10 24,0 0 16,0 10 0,0-1-24,0-3 8,0 3-32,0-1-32,0-1 72,0 4-24,0-1 64,0-3-16,0 1-48,0-13 16,0 7-8,0 5-16,4 3 0,-4-1 64,0-1-8,0 1 0,0-3 16,0-1 40,4 1-120,-4 2 8,0-3 0,0-13 24,0 15-88,0 0 64,0-1 24,0 2-16,0-3 0,0-7 16,0 3 48,0 6-120,0 1 72,0-2-8,0 1-16,0-1 72,0 0-16,0 3 0,-2-1-40,2-3 32,0 3-24,0-14 0,0 9 0,0 4-32,0 1 16,0-3-32,0 1 32,0-7 16,0-1 48,0 8-24,0-1-16,-2 1 16,2 2-8,0-3-16,0-14-16,0 17 48,0-3-56,0 1 8,-2-9 64,2 12-72,0-15 24,0 1 0,0 17-32,0-14 32,0 11 0,0-10 24,0 10 32,0-3-80,0 0 96,0-8-80,0 13-8,0-12 16,0-7 0,0 16-56,0-2 16,0-8 40,0 11 16,0-12 0,0 4-16,0 0 48,0-4-56,0 12 0,0-3 16,0-8-16,0 9 8,0-14 0,0 13-32,0 0-48,0-8 96,0 13-48,4-12 16,-4-4 16,0 8 64,4-4-168,-4 10 104,3-3 24,-3 0-32,0-11 8,0-1 72,4 15-16,-4-10-48,0 8-48,0-8 48,4 8-8,-4-16-48,0 6 32,0 10-16,0-10 24,0 10 48,0-8-32,1-2-8,1 2 72,-2-2-96,0 10 8,0-10-8,0 9-16,0-11 40,0-3 32,0 14-32,0-10-16,0 12 56,0-12-64,0 10 16,0-14 8,0 5 72,0 9-128,0-9 56,0 1 48,0 10-64,0-14 16,0-1 64,0 4-56,0 10-56,0-12 64,0 1-64,0 2 48,0-6 8,0 6 56,0 0-120,0 8 64,0-11 8,0 1-48,0-2 32,0 2 16,0 2-56,0 0 40,0 1-16,0 6 56,0-11-40,0-2 48,0 7-64,4 6 0,-4-8 8,0-1 48,0 10-24,0-15-16,0 4 24,0 3-96,0 8 56,0-12-8,0 3 32,0-2-8,0-1 88,0 12-112,0-11 0,0 1 16,0 1 8,0 0 0,0-5 8,0 5 48,0 8-72,0-10 24,0 1-8,0 3-8,0-7 8,0 3 40,0 4-112,0-3 32,0 3 32,0-1 48,0-2-40,0-3 64,0 6-8,0-1-24,0 0-64,0 1 16,0-1 0,0-6 16,0 13-40,0-11-8,0 3 56,0 1 16,0 1-24,0-2 0,0 2 64,0-4-136,0 2 48,0 8 16,0-10-8,0 2 16,0-5 32,0 7-16,0-1-24,0-1 24,0 1-8,0 0 16,0-5-24,0 4 48,0 1-128,0-2 80,0 3-8,0-3-24,0 0 32,0-2 88,0 2-128,0 1 8,0-1 40,0 1 0,0-1-8,0-5 80,0 6-56,0-1-72,0 1 32,0-1-8,0 1 32,0-5-8,0 0 56,4 2-104,-4 1 32,3 2 24,-3-3-32,3 0 24,-2-2 32,-1 3-144,4-3-56,-1 1-120,1 0-128,-4-2-72,0 0 488,4 0-696,-1 0-208,1 0-113,2-4-175,-3 1-184,0 0 1376,0 0-1529,2-13-327,1 10-320,-1-10 111,10 10 393,-12-9 1672,-2 14-5065,-1 1 5065</inkml:trace>
  <inkml:trace contextRef="#ctx0" brushRef="#br0" timeOffset="14">4597 5660 8521,'0'0'56,"0"0"-56,0 0 56,4-4-8,-1 1 0,-3 3-8,0 0 8,4-4 24,-4 4-88,4-4 24,-4 4 24,0 0-8,0 0-24,0 0 48,0 0-8,0 0-24,0 0 0,0 0 16,0 0-184,0-3 344,0 3-160,0 0 16,0 0 96,-2-4 65,2 4 87,0 0-296,0 0 368,-2 0-8,2 0 32,-2 0 32,2-4 40,0 4-464,0 0 480,0 0 64,-2 0-72,1 0 56,-1 0 17,0-4-33,2 4-512,-2 0 552,0 0-88,0 0 24,1 0-48,-1 0-48,1 0-392,0 0 440,-1 0-96,-4 0-24,1 0 25,1 0-89,-1 0-256,5 0 304,-6 0-40,1 0-48,-1 0 96,1 0-96,-1 0 8,1 2 48,-1-2-128,-1 0 48,-1 0 16,-6 2-56,10-2-152,2 0 176,-5 0-64,-8 0 8,11 0-8,-3 0-16,-8 0 16,15 0-112,-5 0 80,-10 0-64,10 0 16,-3 0 32,-8-4-32,12 4-32,0 0 120,-12 0-72,10-3-64,-12 3 56,12-4-56,-9 4 16,12 0 16,-12-4 32,1 4-48,-1 0 32,8-3 16,-12-1-24,16 3-24,-9-2 32,-2 0-56,6 3 24,-12-4 24,13 4 48,-6-2-72,6 0 88,-8-1-32,0-1 0,0 4-72,-1 0 16,1-4 16,15 4-16,-7 0-8,-13-3 8,3-1 56,10 4-24,-15-4-8,16 4-24,-3 0 56,-6-3-32,1 3 0,-1 0 48,0 0-23,4 0-49,7 0 88,-12-4-8,-1 0-16,3 1 24,-1 3-24,0-4 16,13 3-80,-11 2 64,-1-5-48,-1 4 8,-2-3 8,10 3-8,-5-3-24,4 2 56,1 1-16,-12-4-8,4-1 0,8 1 8,-12-1-40,18 5 0,-6-4 8,-14 0 0,7 4 16,6-4 16,-12 4 0,17-1-40,-1-1 40,-15 2-80,12-4 80,-12 4-16,5-4 0,-1 1 40,0 3-56,8-4-16,-13 4 8,5-4-40,0 4 8,14 0 32,-14 0-8,-2 0-16,1-3 72,-1 3 16,-1 0-40,8 0-24,1 0 48,-9 0-32,0 0-72,-1 0 56,1 0 32,3 0-32,13 0 0,-14 0 40,1 0-8,-2 0-8,1 0 80,1 0-24,11 0-80,-8 0 80,-3 0-64,0 0 24,1 0 32,-1 0 8,5 0-80,5 0 88,-11 0-72,1 0-8,-2 0 24,3 0 24,-1 0-40,14 0-16,-5 0 40,-15 0-112,14 0 56,-11 0 40,3 0-8,12 0-16,-2 0 96,-13 0-120,3-4 0,1 4 24,-1 0-24,3 0 24,9 0 48,-11 0 0,-3 0-96,10-4 64,-14 4-16,7 0-16,11 0 16,-11 0 56,-1 0-56,1 0 0,-3 0 24,10-3-40,-5 3 16,4 0 64,0-4-16,-12 4-16,13 0 64,-12 0-80,4 0-16,14 0 24,-5 0 0,-12-4-72,12 4 64,-10 0 0,1 0 112,11 0-128,-7 0 200,4 0-48,-13 0 32,12 0-80,-12 0-40,17-2-64,1 1 64,-15 1 16,12 0-104,-3-4 56,-10 4-8,12 0-32,5 0 8,-14-4 40,9 4-120,-10 0 88,10 0-16,-10-3 40,13 3-32,0 0 80,-15-4-80,12 0-24,-10 4 16,10 0 8,-9 0 0,14 0 8,-5 0 56,-10 0-80,8 0 8,-10 0-8,10-3 56,4 3-40,-8 0 24,6 0-56,-10 0 32,10-4-64,-12 4 40,14 0 24,2 0 88,-14 0-56,9 0-8,-10 0 48,11 0-104,-12 0 32,18 0 0,-5 0 8,-12 0-64,11 0 88,-8-4-16,8 4 0,3 0-16,-1 0 72,-11 0-104,11 0-16,-3 0 56,-8 0-40,11 0 32,3 0 40,-6-3 24,-8 3-104,9 0 48,-8 0 0,8 0-16,5-1 8,-3-2 48,-4 3-80,1 0 24,-8 0 0,10 0 0,1-2 8,0 0 64,-10-1-88,10-1 80,-2 4-48,-1 0-24,0-3 16,7 2 16,-15 1-80,9-3 56,1 3 16,-2 0 16,-1-4 16,6 4-40,-3 0-8,-10 0-24,10-4-24,-3 4 56,-6 0 8,10-2-8,2 0 48,-13 2-16,8 0-24,-10 0 0,12 0-8,-12 0 16,16 0-16,-3 0 24,-11 0-40,10 0 8,-12 0 0,12 0-8,-2 0 16,-1 0 40,2 2-56,-1 0 16,-8 0 8,10-2-8,-1 0 0,4 0-8,-3 0 0,-2 0-24,1 0 64,-1 0-16,1 0 8,5 0-24,-3 2 16,-4-2-112,3 0 0,1 2 16,2-2-80,1 0 160,0 0-192,0 0-32,-1 0-168,2 0-128,0 0-96,0 0-160,0 0 776,0 0-737,0 0 241,-2 2-8,-2-1-488,2 1-728,2-2 1720,0 0-2569,0 0-423,15 0 367,-9-3 793,10-1 783,-4 1 1049,-9 2-488,2 1 248,21 0-3897,-26 0 4137</inkml:trace>
  <inkml:trace contextRef="#ctx0" brushRef="#br0" timeOffset="15">5601 4237 9337,'0'0'81,"4"0"-25,-4 0-24,2 0-32,-1 0 72,-1 0-16,0 0 24,0 0 40,4 0 40,-4 0 64,4-4 40,-4 4 48,3 0 0,-3 0 40,0 0-8,2-1-344,0-2 360,-2 3-24,4 0 0,-1 0 24,-3 0-24,0 0-336,0 0 360,0 0-23,4-3-49,-4 3 8,0 0 8,0 0 8,0 0-312,0 0 328,0 0 0,0 0-8,0 0 8,0 0-8,0 0-1944,0 0 3576,0 0-1632,0 0-16,0 0-8,0 0-56,0 0-3352,0 0 6497,-2 0-3153,0 0 32,1 0-8,-3 0-56,0 0 16,3 0-216,-1 0 168,-2 0-24,-2 1 80,1 1-8,-1 0 8,3-1-224,1 0 240,-4 1-72,-1 0-24,0 1-16,-1-1 32,-6 0-8,13-2-152,-2 4 152,-4-1-32,-8 1-16,9 2 32,-8-3-16,11-1-120,0 0 176,-12 3-64,10 1 0,-14-1 0,12 3 0,-6-4-112,10-3 128,-5 7-31,-8-3-1,10-1-16,-10 1-8,8 1-16,5-5-56,-12 3 128,9 4-72,-12-3 56,11 1 16,-10-1-48,13 4-80,1-3 136,-18-2 16,14 10 24,-13-12-120,13 4 40,-13-1-96,19-5 64,-6 4-56,-13 1 56,3 1-16,2 1 32,-1 1-16,10-6-64,-6 1 72,-5 3-80,-1-1-24,1 1 16,-1-1 96,1 1 32,-1 1 0,-1-1-40,1-1-48,-2 1-24,1-3 0,17-2 0,-16 4 56,2 0-104,-3 1 64,3-1-16,-3 1 16,10-3-16,0 0 72,-10 2-64,-1 2 80,2 1-64,-1-1 24,3-2-48,14-4 48,-15 4-32,-1 1 24,2-1-32,-1 1 16,-1-1-8,1 1 16,0-1-56,1 1 72,-1-1-24,-1 1-16,7-3-8,5-1 64,-10 4-48,1 1-8,-3-1-8,-1-1 0,-1 1-8,20-6 8,-18 5 16,1 1-32,1-3 64,-1 1-16,-1 0 8,11-3-40,-3 1 40,-8 2-112,1 0 48,-1-2 0,0 1 16,1-1 8,13-2 88,-16 6-64,2-3 8,-1 1-24,1 2-16,1-3 32,13-2-24,-10 2 0,-4 1-16,1-1 16,-1 1 8,-1 0 48,8-2-56,4-1 112,-10 5-96,-1-1-24,0 1 8,-1 1-8,3-2 8,16-4 48,-19 4 64,3 1-144,-3-3 80,1 3-24,-1-2-24,13-3 0,-4 1 88,-5 4-128,-1-3 16,-1 3 16,1-2 32,2-2-24,9-1 80,-11 1 0,1 2-104,-2 0 32,10-3-16,-13 3 16,18-4-8,-13 2 72,1 2-152,-3-1 80,0 1-32,3 1-24,6-4 56,1 0 56,-8 3-80,1-2 56,-1 0-16,0 1-16,0 1 40,1 2-56,-1-3 24,0 3 40,8-3-48,-13 3 24,16-5-24,-7 2 24,4 0-72,-14 1 8,14 0 56,-13-1-24,15 1 8,3-2 72,-17 1 0,4 3-136,8-2 72,-13-1 0,5 1 8,0-2 40,8 2-88,-13-3 56,12 1-8,-10 0 24,15-1-40,-1 0 56,-13 3-112,10-3 48,-10 1 24,12 0-16,-9 0 0,11-2 48,-2 0-72,-12 2 8,12-2 24,-14 2-16,12-2 40,4 0-32,-11 1 24,9 1-48,-12 0 16,10 0 0,-10 0 32,13-1-24,1 0 56,-15 2-56,10 1-24,-10 0 8,11-1 16,-14 1 40,14 0 0,-11 1-80,10-1 40,-10 1-24,10-1 32,2-3-8,-6 0 40,5 4-88,-12-1 72,12-2-24,-11 3 0,12-3 0,4-2 48,-14 4-72,8 0 40,-8-1-16,10 1 8,-12 0 0,17-4-8,-5 3-8,-13-1-48,14 0 80,-14 0-8,14 0-24,-12 0 72,12-1-64,-12 1 32,12 0-8,-14-2 8,14 2-32,-14 0 0,14 0 56,-12-1-40,12 1 0,-1 0-8,2-1-8,-7 0-16,6 1-56,-2 0 40,-8-2 40,9 0-24,2 0 16,1 0 48,-4 2-24,-8-2-80,9 1 88,-8 1-64,8 0 48,5-2-16,-13 4 72,9-2-144,-10-1 120,10 1-16,-3 0-40,2-1 8,-2 0 72,2 1-112,-1 0-24,-8-1 48,10 1-32,-3 0 112,-6 0-40,10 0 8,-4 1 32,1-1-64,-8 0 24,15-2-24,-3 2 8,-5 0-96,1 0 32,0-2 40,-8 1 32,13 1-16,0-2 72,-5 2-56,0 0 8,-1 0-48,-6 0 32,10-2-8,4 0 8,-8 2 16,-6-1-72,8 1 48,1 0-8,-12 0-8,15-1 16,-1 0 48,-5 2-112,-6 1 24,8-2 24,-1 0 16,-4-1 0,7 0 88,-1 0-24,-3 1-48,-8 0-16,10 0 0,-9 0 0,15-2 0,-5 2-16,-1-1-32,-8 1 24,8 0 16,1 0 32,-3-1-24,1 0 56,3 1-64,-3-2 56,-8 1-80,10-1 32,-2 2 0,6-2 8,-13 0-56,8 2 24,-1 0 32,-8-2 16,9 2 0,4-2-24,-3 0 56,-10 2-136,10-2-8,-2 2 88,-10-1 0,15 1 0,0-2 56,-5 2-16,-10-2-72,12 2 0,-2 0 56,-8 0-24,15-2 0,-6 1 8,-1 1-56,-10 0 48,12 0 16,-10 2 24,13-4-40,-1 1 64,-12 3-152,9-2 104,-8 2-16,8-3-16,-6 2 16,9-2 64,-2 1-104,-12 2 40,12-3 32,-12 1-48,12 2 56,-10-2-64,10 2-40,-10-3 40,9 1 16,-8 0-16,11-1 24,2 0 32,-6 1-24,-1 0-8,1-1 8,0 1 8,1 0-16,6-2 24,-7 2-8,1 0-32,1 0 8,-1-2 24,1 1-24,3 0 8,-2 0 72,-1 1-128,-1-2 40,2 2-16,1 0 16,0-1 16,2 0 72,-3 0-32,3 1-32,-3-2 8,2 2 0,0-2-24,2 0 8,-2 2-24,0-2-88,1 2 40,-1-2-40,0 0 0,2 1 112,0 0-120,0 0-128,0-1-8,0 2-96,0 0-40,0-2-48,0 0-96,4 0-24,-4 0-96,3 0-145,-3 0-175,1 1 976,2 0-1184,1 1-320,-1 0-209,-3 0-143,6-2-113,-4 1 1969,0-1-1848,1 0 440,3 2 400,-1 0 431,10 2 321,-11-1-3889,-4-3 4145</inkml:trace>
  <inkml:trace contextRef="#ctx0" brushRef="#br0" timeOffset="16">5679 4175 9265,'4'0'1025,"-4"0"-1025,4 0 1032,-1-4-304,1 4-160,0 0-144,-4-3-88,2 3-336,-1 0 328,-1 0-40,0 0 25,0 0 15,0 0 8,0 0-336,0 0 352,0-4 24,0 4 24,0 0-8,0 0 16,0 0-40,0 0-368,0 0 328,0 0-64,0 0-24,-1 0-16,-1 0-8,0 0-216,2 0 241,-2 0-1,2 0-8,-2 0-16,-2 0 24,1 0-56,3 0-184,-6 0 192,4 0-64,1-4-24,-1 4 24,-2 0-40,3 0-88,-2 0 128,2-3-24,-5-1-16,2 4 32,1-4 8,0 4-128,2 0 104,-4 0 8,1-5-40,-2 5-8,-1 0 48,1-4-16,5 4-96,-5 0 128,-1 0-112,-1 0 56,1-3 0,0 3-32,-2 0-40,3 0 128,2-4-72,-3 4 8,-8 0 0,10 0-16,-10 0 16,9-4-32,-10 4 0,10 0 0,-8 0 0,8 0 32,1 0-64,-6 0 72,5-4-16,-12 4 32,12 0-32,-10 0-16,12 0-40,2 0 96,-14-3-40,8 3-24,-8 0 72,10 0-8,-12 0-24,17 0-72,-6 0 113,-9 0-97,1 0 32,8-4-8,-12 4-16,16 0-24,-1 0 80,-16 0-56,12-4 56,-10 4-8,11 0-24,-13 0 16,12 0-32,-12 0 16,5 0-24,1 0 16,-1 0-16,11 0-24,-7 0 0,-4 0-16,1 0 0,-1 0 80,8 0 8,-8 0-72,8 0 112,-8 0-48,-2 0-32,3 0 32,-1 2 8,0-2 8,15 0-80,-7 0 16,-13 2-48,12 0 56,-10-2 0,10 0 32,1 0-56,-4 0 96,-4 0-80,1 0 32,6 0 8,-12 0-32,5 0 16,10 0 8,-15 0-32,12 0 48,-10 0 8,11 0-8,3 0-64,-11 2 32,0-2-96,8 0 64,-11 0-24,10 0 8,-2 0 16,2 0 80,1 0-16,-14 2 32,14-1-64,-11 1-32,10-2 0,8 0-40,-20 0 8,5 0 72,1 0-16,6 0 16,-14 0-48,17 0 8,-5 0 16,-4 0-32,-1 0 0,0 0 32,1 2 0,6-2 24,-10 2 0,11 2-88,-14-2 24,14-1 32,-13 1 16,19-2-24,-6 0 16,-11 0-32,11 0 8,-12 0 0,12 2 40,-3-1-32,0 0 56,2 1-64,-10-2 48,11 0-40,-10 2 8,10-2-8,7 0 72,-19 1-104,14 1 112,-14-2-24,14 2-40,-14-2 56,18 0-72,-3 0 24,-13 0-64,12 0 56,-12 0-24,12 0-8,-12 0 8,10 2-8,-10 2 16,3-3-8,8 1 32,-12-2-8,17 0-16,-6 0 8,-9 0-40,10 2 64,-10 0-40,8 0 8,1-1 0,-4 0 56,4-1-72,-12 0-8,12 1 24,-11 1-16,12-2 8,-12 2 104,10 0-32,-10-2-8,11 0 8,-12 2-104,16-2 40,-9 2-56,5-2 24,-9 1 16,10 1 40,-11-2 0,12 0 16,-12 0-32,12 2 8,-15 0-32,14-2 16,-10 2 0,16-2 40,-8 0-72,-10 0 24,10 2 56,-10-2-40,11 2 40,0-2-48,-5 0 80,7 1-96,-12 1-24,10 0 48,-11 0-24,13-2 16,4 0 16,-19 2 56,14 0-96,-12-2 32,12 0 32,-12 0-32,17 0-8,-5 0 40,-11 0-72,12 0 48,-12 0-8,10 0 16,-10 0 56,10 1-88,-12-1 40,12 0-8,-11 0-32,11 0 8,6 0 8,-17 2-8,12-2 48,-12 0-40,3 2 16,8-2 8,1 1-32,-8 0-24,-1-1-8,8 0 0,-14 2 24,14-2 24,-6 0-16,6 0 56,-1 0-8,-12 3 8,13-1-96,-12 2 24,12-2 16,7-2 0,-20 0-56,13 0 48,-14 0 48,14 0-24,-11 0-24,14 0 8,0 0 48,-14 0-72,10 0 0,-10 2 48,3-1 16,8-1 0,-10 2 8,10 0 0,-9 0-72,8-2 24,-10 0 32,16 0-32,-4 0 0,-12 0-16,11 0 32,-12 2-32,12-2 48,-4 0-32,4 0 32,-8 2-8,8-2 8,-12 1-88,14-1 80,-15 0-24,19 0-16,-6 2-16,-11 0 56,1 0-16,2 0 16,1-2-24,-1 0-8,8 0-56,-14 0 16,5 0 64,8 0 0,-6 1-16,8 0 72,-8-1-48,6 0-48,-12 0 0,5 0 8,1 0 24,13 0-8,-6 0 48,-11 0-88,10 2 72,-8-2-16,1 1-16,8-1 24,-12 0-48,12 0 72,-9 0-40,10 2 24,-8 0-32,11-2 32,-2 0-64,-2 2 104,-8-2-56,9 2-8,-8-2-16,12 0 8,-2 0-32,-11 2 0,10-1 24,-1-1 56,-8 2-32,12-2-16,0 0 72,-5 0-48,-8 2 8,9 0-24,-8 0-32,8-2 8,6 0 16,-15 0-24,10 0-48,-2 0 56,-8 0 40,9 0-16,-1 0-8,-2 0 56,1 2-72,-8-1 16,10-1-24,-8 2 48,8 0-24,4-2 40,-16 2-72,3 2 56,1-3-24,6 1-8,-10 0 32,16-1-24,-4 0-8,-12 3-40,3-3 72,10 1-16,-14 0-32,12 0 40,-9 0-16,10 0 48,-9-2 0,10 0 8,-9 0-56,13 0-24,-4 0-40,-10 2 16,9-1 24,-8 1 40,8-2-8,1 0-8,-5 0 16,5 0-64,-12 2 72,12 0-8,-10-2 0,11 0-16,3 0 24,-16 0-40,12 0-32,-10 0 64,9 0 8,-1 0-64,5 0 40,-13 2 64,10 0-144,-10-2 80,10 0 16,-3 0-16,0 0 0,0 0 64,2 0-104,-10 1 160,10-1-120,-10 2-8,11-2 8,4 0 32,-6 0-136,-10 2 184,12-2-88,-10 0-8,9 0 32,1 0-16,-8 0-88,8 0 56,-12 2 16,11 0-16,-10-2 8,9 0 48,-8 0 16,9 2-56,-8-1 40,8 1 16,-9 2-40,15-4 0,-5 0 40,-12 0-96,12 2 48,-10 0-16,10-1 0,-2 0 24,-1 0 56,2 1-88,-10-2 96,10 2-32,-8 0-32,9-1 0,4 0 24,-15 2-96,8 3 160,-10-2-88,12-3 0,-8 1 40,8-2-136,-9 0 40,10 0 24,-3 0 16,-6 2-40,10-1 56,2 0 48,-12-1-8,8 2 24,0-2-8,-8 0-56,8 0 0,6 0-8,-5-4-56,-10 4 80,9 0-24,-1-4 24,-8 4 0,13 0-16,-1 0 24,-4 0-72,-1-3 32,-7 3-8,10 0 8,-1 0 16,5 0 32,-14 0 8,11 0-8,-3 0-32,-8 0 40,12 0-72,2 0 32,-6 0 24,-9 2-64,12-1 32,-11 1 32,10 2-32,-3-2 48,-6 0-40,10-1 80,-2 1-80,-1 0 8,2 0-8,5-2 8,-8 0-104,1 4 160,-1-3-64,-6 1 8,8 0 0,-8-2-80,8 0 16,-1 0 56,-8 0 0,9 0-8,3 1 8,1 0 32,-13-1-16,10 2-40,-3-2 32,-6 0 16,8 2-40,6-2 16,-5 0 16,-10 1-40,9-1 40,-1 0-8,0 2 8,-1-2 8,1 2-72,0-2 88,1 0-40,-1 2-8,1-1 8,4 0 56,-5 1-96,0-2 152,1 1-96,1 1-32,-1 0 24,5-2-8,-3 2-80,-2 0 72,1 0-8,-3-2 16,3 2 0,1-1 0,2-1-8,-5 0 24,1 4-16,-1-2 0,1 0 8,1-1-8,5 0 24,-7 0-40,1 1 16,-9 0 24,13 0 8,-3 0-8,-2 0-56,1 1-16,-1-1 40,-1 0 40,3 0 16,1-1-48,2 0 40,-3 2-80,-1-1 64,-1 2-32,1-2 0,1-1 48,5 0-40,-6 0-24,1-1-24,-1 2 48,1-2-16,-1 2-40,4-1 56,-1 0 40,-3 1-48,1-2 96,-1 0-72,1 2-32,0-2 16,4 0 24,-4 1-112,1 1 184,-1 0-80,-1-2-40,2 2 56,-1-2-136,-1 0 64,1 0 32,-1 0-8,1 2 32,1-2-16,2 0 64,-3 0-72,-1 0-32,1 0 40,-1 0 0,1 0 40,4 0-40,-4 0 32,0 0-80,-1 0 40,1 0-32,-3 0 64,3 0 8,-1 0-88,1 0 120,-1 0-136,1 0 112,0 0-40,4 0-16,-4 2-56,1-2 160,0 1-192,1 1 64,-1 0-72,0 2-104,1-2 32,-1-1 0,0 1 8,-1 0 0,3-1 176,0 0-152,-2 1 8,1 1-168,-3 3-264,2-4-216,3 3-297,-1-3-79,0 0-32,0 0-56,0 0-33,0 1-87,2-2 1376,0 0-1472,-1 3-137,-1 0-159,2-3 64,-2 5 247,1-3 1457,0-2-1064,-1 2-3441,2-3 4505</inkml:trace>
  <inkml:trace contextRef="#ctx0" brushRef="#br0" timeOffset="17">295 4618 8345,'0'0'1073,"0"0"151,0 2-136,0 0-1088,0-2 912,4 2-168,0 0-152,-1-1-87,1 1-41,0 0-40,-3-1-424,1 2 464,2 1-56,1-3-16,-1 3 24,0-2-48,-2-1-368,-1 0 376,3 2-48,2 1-64,-1-2 8,-1 0-7,0 0-9,-4-2-256,5 3 288,-1-1-88,1 2 16,-1-2-16,1-1-64,-3-1-136,0 0 184,4 2-64,-1-2 32,-1 0-24,1 0 16,0 0-144,-4 0 128,4 0-40,-1 0 72,2 0-72,-1 0 16,-1 0-16,-3 0-88,3 0 24,2-3 56,-1 3 24,10-4 32,-11 4 0,-2-2-136,-1 0 152,5-1 0,9 3 16,-12-4 24,1 4-40,1 0 8,-4 0-160,13-4 184,-14 4-15,6-3-1,8 3-24,-10 0-40,2-4 32,-1 4-32,10-4 56,-11 4 16,1 0-32,6 0-144,-7 0 232,-4 0-24,5 0 16,10 0 8,-11 0-8,1 0-40,-2 0-184,11 2 96,-11 0-56,12 0-16,-11 0 80,1-1-24,5 0-80,-1 0 128,-6 1 0,14 2-32,-12-2-8,10 1-24,-10-1-64,-4-2 72,13 2-64,-8-2 8,9 0 56,-12 2-32,14 0 32,-15-1-72,1 3 88,12 0-112,-9-2 56,8-1-32,-8 1-32,5 0 32,-6-2 48,1 4-32,14 0-24,-14-3 48,14 1 56,-15 0-64,-3-2-32,15 2 48,-3 0-32,-10 0-32,15-1 72,-14 3 48,4-3-104,0 0 80,-3 1-32,14 0 0,-14-1-40,10 1 56,-11 0-64,-4-2 56,13 2-48,-10 2 72,13-3-80,-14 1 0,14 0 0,-16-1 0,3 0-48,13 1 32,-11 0 24,10 1 16,-12 3 24,12-2 16,-10-3-24,8 5-48,-8-2 24,11-1-16,-14 1 0,-3-4-8,17 2 48,-14 0-72,14 1 80,-11-1-48,10 2 49,-14-3-49,2 1 48,12 0-72,-10 0 112,12 0-80,-14 0 24,8-1-32,-8 0 56,2 2-40,12 1 104,-12-2-104,12 0-16,-12 0-32,-4-2 32,12 0-96,-8 1 64,10 1 8,-10 0 32,12 0 56,-15-1-64,0 0 32,13 1 8,-12-1-24,11 1-72,-10 0 56,11 0 0,-15-2 8,4 2-48,12 0-24,-12-1 48,14 1-40,-14 2 32,14 0 32,-14-1-104,12 3 96,-12-4 16,15 1 8,-16 0-24,-2-2 80,16 1-72,-12 2 48,12-1-56,-12 1 8,14 1 8,-20-4-16,5 2-16,14 1-16,-14-2 40,14 1 0,-14-1 8,3 0-16,1 0 56,-4 0-112,12 3 64,-12-3-32,12 0 16,-12 1 8,-5-3 72,17 2-104,-12 2 8,10-2 40,-9 0 24,8 0-48,-13-2 8,2 3 80,12 1-120,-10-2-40,10 1 128,-11-1-72,5-1 24,-4 0 48,-1 1 8,2 0-32,8 1-48,-10 1 56,2 0-24,-6-4-8,14 3-8,-10-1-24,11 0 16,-12 2-8,12-2 0,-14-1 24,2 1 64,2 2-104,10 2 88,-10-5-16,1 3-32,8-3 0,-10 0 40,2 1-64,9 0 16,-10 1 8,10-1-8,-10 2 40,-2-4-32,11 2-16,-9 1 0,10 1 56,-9 0-56,10-3 56,-13 2-40,0-2 0,13 1-24,-10 2 16,8-1 8,-8 1 64,8-1-64,-13-2 0,2 1 24,14-1-80,-13 3 32,10-2 40,-10 0-16,1-2 0,5 2 16,-7-2-96,14 1 56,-13 1 24,10 2-8,-11-3 8,-2 0 72,14-1-56,-12 0 8,3 2-32,9-1 40,-12 1-32,-3-2 0,6 2-32,-1 0 24,10 0-16,-11 0 16,1-1 48,2 0-40,1 0 32,-4 1-72,1 2 40,1-2 8,10 0 8,-13 1-16,-2-3 16,4 2-32,12 2-8,-12-2 16,10 1 0,-11-1 48,-1-2-40,10 2 0,-9 0-32,13 0 24,-12-1 32,12 1-16,-14 1-8,-1-2 16,17 1 0,-14 0-64,12-1 32,-12 1 24,14 0-8,-19-2 24,5 2-24,12 0-40,-12 0 48,12-1-40,-12 1 16,2-1 16,3 0 8,-7 1-72,12 2 88,-9-2-24,8-1 24,-10 1-24,-2-2 32,13 0-64,-12 2 0,3 0 32,10 0 24,-12 0-8,-3-2-16,4 1 32,0 1-88,10 0 24,-12 0 24,3 2-16,-3-3 24,-1-1 72,13 2-64,-11 0-48,1 0 80,1 0-24,-1-1-16,-5 0 32,6 0-16,9 1-88,-12 0 24,3 0 48,9-2 24,-14 1-24,1 0 64,4-1-96,8 2-8,-10-1 16,2 1 32,5-2-8,-6 0 72,-1 0-40,1 0 32,14 0-72,-16 2 8,14 0-24,-17-2 24,5 2-40,12 0-24,-11-2 64,10 0 24,-10 0-40,1 1 16,2 0 56,-3-1-56,12 0-16,-12 1 40,12 1-32,-13-2 8,-4 0 0,15 2 24,-10 0-64,10-2 96,-12 2-48,11 0-8,-15-2 0,3 1 40,14 1-136,-14 0 64,14 0 8,-13 0 40,1 0 64,12-1-56,-14 1 8,12 0-64,-11 0 32,1-2 24,-4 0-24,15 2-24,-12 0-8,1 1 16,1-1 0,8 0 8,-14-1 8,0 0 48,6 2-96,10-1 96,-12 0-32,2 0-40,-2-1 24,-3 0 88,14 1-152,-15 0 48,5-1 56,10 1-72,-15 0 24,1-2 8,3 2 16,2 0-96,9 0 56,-12-1 48,3 1-8,-1 0 48,10 0-24,-11 0-56,1-2-16,10 2 24,-11-1 16,1 1 32,1-2-104,8 2 104,-10 0-64,2-2 24,-5 1 0,3 0 96,13-1-192,-14 2 104,3-1-32,-1 1 16,6 0 8,-7-2 56,0 0-80,-1 2 56,3-2-64,0 2 48,-1 0 0,-4-2-16,4 1-40,9 1 8,-14 0 8,6 0 64,-1 0-16,-2-1-24,0 0 56,2 1-72,10-1-24,-15 1 32,6 0 24,-1-2-8,1 0 24,-1 2-32,1 0-32,-1-2 16,10 2 24,-15-2-8,0 1-24,5 1 0,1 0-8,-1-2 0,10 2 80,-15-2-48,0 0 24,6 0 48,8 2-104,-10 0 16,2-2 48,-1 1-40,-5-1 8,15 2 8,-12-2-96,3 2 72,-1-2 8,10 2 16,-11 0 80,0-2-128,1 2 56,1-1 16,-1 1 0,-1 0-32,-2-2 40,3 0-72,1 2 0,-1 0 0,1 0 24,-1-1 8,-3-1 0,11 0-8,-13 2-72,5 0 40,1 0 32,-2 0-24,1 0 120,1 0-56,-1-2-80,10 0 72,-11 0-48,-1 1 24,-3-1-16,6 2 64,-1-2-72,1 2 32,-1-2-16,1 0 32,-2 1-24,7 0 56,-8 1-104,1-2 24,1 2 0,1-1 0,4-1 24,-5 0 72,-2 2-56,1 0-8,1-2 16,1 2-64,9-2 56,-15 0-16,3 0-24,1 2-8,2 0 80,-1-1-48,1 1 24,-4-2-24,1 0 0,12 2-72,-15 0 96,5 2-40,1-3 48,-1 3-32,-5-4 56,6 2-88,-1 0-16,-1 0 8,2 1-8,-1 1 32,-4-3 16,2 2 32,2 0-72,1 1 32,-2-2 16,-1 2 8,1-3-16,-2-1 40,3 4-24,1 2-24,-3-3 32,3 1-24,-1 0 0,-4-4 0,4 3-16,1-1-56,-1 2 72,10 0-24,-12-1 32,-1-2-8,0 0 56,4 1-112,-1 2 80,10-3 8,-11 1-16,0 0-16,-3-2 56,5 2-80,8 0-16,-10-2 32,1 2-16,1-2 48,-4 0-24,11 1 8,-10 1-72,1 0 48,2-2 16,8 0-40,-14 0 40,0 0 56,6 0-32,-1 0-96,1 0 96,9 0-40,-15 2 16,0-2 0,5 2 72,1 0-104,8-1 56,-10-1-40,1 2 8,-3-1 8,2 0 16,11 1-96,-12 0 96,1 0-16,2-1 32,-3 1-32,-1-2 56,4 2-48,8 0 8,-10 0-32,0 0 8,1 0-8,-4-2 16,15 1-40,-13 3-16,3-2 32,9 0 0,-12 0-24,4-2 48,1 1 32,-4 1-32,1 0 0,14 0 24,-16 0-56,11-1 32,-11 0-48,2 0-9,12-1-55,-13 2 64,12 0-8,-10 0 8,-2-2 48,10 2 24,-10 0-112,12-2 16,-12 0 16,11 1 8,-12 1 24,12 0 0,-11 2-32,1-1-48,10 1-24,-11 2 128,-4-6-176,5 3-56,1 1-80,-1 2-16,1-1-8,-1 1-56,-3-4 392,2 1-344,-1 3-136,3-1-112,-2 1-121,-1-1-199,0 0 912,-2-4-960,-1 4-144,4 3-120,-4-1-129,0 0-215,3 1-232,-2-7 1800,-2 3-1961,1 3 121,4 1 407,0-1-3360,-4-7 4793</inkml:trace>
  <inkml:trace contextRef="#ctx0" brushRef="#br0" timeOffset="18">1992 1847 10506,'0'2'488,"0"0"16,0 0-56,0-1-448,0 0 440,0 0-8,0 1-32,4 0 16,-4 0-16,0-2-31,0 0-369,4 0 368,-4 0-80,0 2-8,0 0-16,0-2-32,0 0-232,0 1 200,0 1-72,0 0 64,0 0-56,0 0 40,0-1-176,0 0 192,0 2-72,0 3 96,0-3-88,0 1 24,0 2-16,0-6-136,0 3 96,0 1 8,-2 2 0,2-3-8,-2 3-40,1-3-56,0-1 128,-1 4-40,1 8 32,-1-12-48,0 4-16,2 1-56,0-7 56,-2 6-40,0 1 80,0 0-15,1 1 23,-1-1-8,1-4-96,0 1 80,-1 4-40,0-1 120,0 8-112,1-11 8,-1 1-56,2-3 152,-2 13-120,0-10 144,0 10-16,2-10-24,0 3-32,0-8-104,-2 14 112,2-8-8,-2 9 48,1-10 32,-1 12-24,2-15-160,0 1 176,-2 16-64,2-12 152,-2 13-152,2-5-8,0-9-104,0-5 112,0 21-160,0-7 88,0-8 56,0 15 8,-2-7-8,2-11-96,0 7 144,0 5-104,0 1 32,0 0-40,0-1 24,-1-5-56,0-5 88,1 12-16,-1-1 56,1 1-104,0 0 64,0-1-40,0-17-48,0 18 8,0 1 8,-2-1 24,2 0-24,0 1 16,-1-12-32,0 4 80,1 8-96,0 1-64,-2-2 120,0-1 0,2-2-40,0-12 56,0 14 96,-2-1-16,2 1-128,-1 1 8,-1-1 0,2-14-16,0 12-128,0 2 88,-2-1 40,0 3-16,2-3 48,0-6-32,0-1 40,0 7-56,0 4 72,-2-1-80,0-1 48,1-3-24,1-13 32,-2 16-80,0 0 88,0 3-32,0-3-8,0 2 0,2-13 0,-1 7-48,-1 4 32,0 2 96,0 0-72,0 1 32,1-8-40,0-8-32,-1 13-32,1 4 80,-3-1-64,0-3 72,2 2-56,2-19 32,-1 13 0,-3 4-32,0 1 64,2 1 8,-1-3-48,2-8 8,0 2 40,-1 7-80,0 2 56,-1-1-24,-1-1 16,2-4-8,2-11 0,-4 15-88,3-1 80,-3 3 16,2 0-8,0-3 24,1-12-24,-2 10-8,0 3-24,-1-1 0,2-1 48,0 3-8,1-3 16,-1 1 24,-2 3-8,0-3-48,3-1-24,-1 1 40,2-17-8,-2 16-40,0 1-8,0-2 72,-1 1-32,1 1-8,1-11 16,0 2 64,-1 7-96,0 5 72,0-5-40,-1 2 0,1-5 0,2-8 40,-4 2-88,2 18 48,0-10 16,1 5 8,-1-5-8,0 3-16,0-1-24,-2 1-40,3 1 72,-3-3 0,3-6-8,0-1 32,-1 8 8,0 1 8,-1 1-64,1-1 8,0 0 8,2-16-8,-2 19-40,-1-1 72,1-3-40,-2 1 24,2-3-24,2-9 16,-2 5 0,1 7-24,-3-1 80,2 1-88,0-2 24,1-5 8,0-6 48,-2 4-104,1 16 128,0-8-48,-2-1-16,2-1 8,2-13-16,-1 4-24,-1 17-24,0-15 24,0 16 16,0-16 0,0 13 40,1-5-8,-3 0-24,0-1 8,1 3-32,-1-11 24,4-5 0,-4 18 24,1-12-16,-1 9 56,0-8-31,0 12-66,4-19 33,-3 4-16,-1 15-72,0-6 40,-1-6 72,1 12-16,2-15-8,1-3 48,-3 15-40,2-12-40,-2 10 48,1-9-16,1 8 0,2-14 8,-2 6-56,0 10-24,-1-10 56,1 12 16,-2-12 48,3-3-48,0 1 56,-3 13-96,1-12 40,1 12 8,-2-12-8,0 10 0,3-11 96,-1 3-96,-2 11-8,2-3-8,-1-9 0,-1 12 40,3-16-24,-2 3-24,0 14 0,-1-4-8,-2-8 16,3 11 8,1-9 8,0-3 64,-2 1-80,1 12-8,-1-12 56,0 12-48,1-14 16,3-5 8,-2 17 0,-2-12-40,2 12 24,-1-10 24,-1 10 16,3-16-32,-2 3 16,2 3-24,-1 8-16,0-9 0,0-1 16,-1-1 8,2-2 0,-1 5 16,-1-1-96,1-1 48,0 1-48,0-3-48,2-3 128,0 4-128,0 0-168,-2-3-24,2 1-152,0-2-152,0 0 624,0 0-680,0 0-240,0 0-161,0-3-183,0-3-288,0 1 1552,0 5-1849,4-6 57,0-10-1761,1 12-1368,-5 4 4921</inkml:trace>
  <inkml:trace contextRef="#ctx0" brushRef="#br0" timeOffset="19">179 1435 8065,'0'0'1096,"0"0"-759,0 0-337,0 0 472,-1-3-32,1 3 32,0-4-48,-2 4-48,2 0-376,0 0 424,0 0-96,-2 0 152,2 0-88,-2 0 0,2 0 1,0 0-393,0 0 288,0 0 64,-2 0-8,2 2 32,0 0-32,-1-2-344,0 0 320,1 1-32,0-1-104,0 2 32,0 0 64,0 0-24,0-2-256,0 2 344,0 1-88,0 1 8,0 0-16,0 0-8,0-3-240,0 1 297,0 2-105,4 1 184,-4-1-144,0 2-16,3-2-216,-2-3 240,-1 5-168,3 1 216,1 8-144,0-10 64,-4 3-24,0-5-184,3 10 128,1-7 80,0 10 8,1-9 8,1 12-16,-3-15-208,-1-1 216,4 17-80,-1-5 24,1 2-24,-1-10 24,0 13-160,-4-18 192,4 15 0,10-3-79,-11 5 63,10-4 8,-10 3-48,-2-13-136,2 6 200,10 6-104,-10 0-8,2 1 32,10 0 16,-13-5-136,-2-7 144,14 16-64,-12-8 96,12 5-160,-11 1 72,10-1-32,-13-17-56,2 19-16,14 0 40,-14-3 24,3 2 40,10-3-104,-14-8 16,0 0 96,13 8-120,-10 3 104,10-2-40,-11 1-48,10-3 8,-12-14 32,2 13-104,1 3 40,12 1 64,-13-3-8,1 3 0,-1-15-24,7 10 40,-8 4-112,3 3 0,9-1 40,-12-2 64,1-5-32,-2-6 48,13 14 48,-12 1-80,3 0 8,-1 2 64,10 0-40,-15-24-48,4 22 96,1 2-144,1-1 72,-1 1 0,10 0-8,-14-15-16,2 6 120,2 9-104,1 2 112,-1-2-72,12 0 8,-14-5-64,-3-14 80,6 17-96,9 0 88,-12 2-48,3-2-8,-1 2 0,-4-20-16,4 14 8,10 2-48,-12 2 80,3-2-32,-1 2-16,-1-9 8,-2-4 80,3 13-56,10-1 16,-15-1-24,6 0-16,-3-1 0,-3-18 0,6 21-24,-1-1 24,1-1 0,-3-2-24,1 2 40,2-3-24,-3-1-32,1 3 120,0-3-48,-1-1-16,0-5-16,-2-5 40,3 10-112,-1 1 56,3 1 16,-2-1-8,1 1 24,-4-15-16,4 10 56,-2 3-80,3 2 56,-1-3-56,1 3-8,-3-8 32,-1-1 24,13 8-32,-15-1 32,6-1-32,8 5 0,-14-3 8,0-14 24,6 18-16,8 1-136,-10-3 176,2 0-32,-1 3-32,10-3 144,-11 0-200,1 1 64,1 1 8,-1 0 32,5-6-32,-5-7 24,-1 13-32,1 2 64,1-2-88,-1 0 40,10 1 16,-15-21-24,0 16-40,5 4 0,1-1 56,-1 1-16,1 0 8,0-12-8,3 3 88,-9 7-120,3 4 8,3-5 16,-3 1-8,2-5 16,-4-10 32,4 5-16,1 14-16,0-4 8,-1 1-16,1-3 16,-5-12-8,3 11-8,2 1-40,-3 1 24,1 1 32,1-3 0,-1-5-8,-2-2 24,2 9 24,-1-1-8,1 5-8,0-3-16,-1-1-16,-3-16-32,4 16-24,0 3 48,-1-3 32,1 1-8,0 0-32,-3-13 16,1 7-24,2 4-32,0 3 56,-1-3 8,1 1-16,-1-4 8,-2-8 16,2 12 8,1 3 16,0-3 8,-4 1-24,3-1-40,-2-16 16,2 12-16,1 4-56,0-2 88,-1 1-8,1-1-8,-4-8 0,0 2 40,4 6-48,-1 2 0,1-1 8,0 1-8,-1-3 8,-3-12 8,4 13 8,0 3 0,-1-10-48,-3 14-8,4-7 16,-3-14 24,2 5-40,-3 14 8,3-5 16,-3 0 16,4 3 0,-2-9 0,0-3 32,-2 10-16,3 1-40,1-1 32,-4-1 0,4 1-8,-4-15 16,0 15-16,0 1-40,3-1 64,-3 3 8,0-3 8,0-10-40,0 3 32,0 7-96,4-1 16,-4 2 32,0-1 40,3-4-24,-2-9 48,-1 13-16,3 1-48,-3 0 0,4-1 24,-4 1-24,1-14 16,2 10 8,0 4-48,-3-1 16,4 1 72,0-2-48,-4-7 0,0-2 80,4 2-16,-1 10-104,-3-3 56,4-8-64,-1 11 48,-2-17-56,-1 13 40,3-6-40,1 8 0,0-9-40,-4 10-80,1-15 176,1 2-216,2 3-88,-4 8-56,4-10-64,-4 1-112,3-1-80,-3 1-145,0-4-79,4-1-48,-4 1-88,0-2-104,0 0 1080,0 0-1257,0-3-223,0-1-240,0-2-225,4-12 185,-4 15 1760,0 0-1384,3-19-3377,-3 22 4761</inkml:trace>
  <inkml:trace contextRef="#ctx0" brushRef="#br0" timeOffset="20">1286 269 10370,'0'0'448,"0"0"48,0 0-496,0 0 504,0 2-80,0 2 0,4 0-16,-4-1-16,0 1-8,0 2-71,0-1 39,0 1-24,0-1 24,0 0-352,0-4 288,0 4-40,0 1 56,0 10-64,0-10 8,0 10 48,0-14-296,0 2 208,0 14-48,-2-12 72,0 12-32,0-11-16,1 5-184,1-5 304,0 7-80,-2-6 40,2 12-15,-2-3-33,0 1 40,2-17-256,0 18 144,0 0 32,-2 1 48,2 0 0,0 2 32,0-13-256,0 4 248,0 7-96,0 4 48,0-2-56,0 4-8,0-7-136,0-14 168,0 21-72,0 0 56,0-1 16,0 1-32,0 0-16,0-21-120,0 16 104,0 4-80,0 1 88,0 0 16,4 1 8,-2-11-136,0-4 176,-2 14-40,3 1 88,-3 3-80,4-1 33,-4-1-177,0-26 160,4 29-144,-1-2 72,-3 2 64,4 1-8,0-1 64,-4-21-208,0 11 176,3 11-144,1-3 192,-4 2-200,4-1 24,-4-9-48,0-13 136,0 21-248,0-1 240,3 0-80,-3-1-24,0-1 32,1-23-56,2 22-24,-3 2 40,0 1 8,0 1 40,0-1-16,2-14-48,0 1 72,-2 15-64,3-1-40,-3 0 80,4 1 8,-4-3-56,0-23 48,4 25 48,-4 1-144,3 1 72,1-3 16,0 1 0,-4-22-40,0 14 88,4 6-136,-4 1 32,3-1 8,-3 1-8,3-10 16,-2-8 56,-1 17-40,0 1 112,0-2-144,0 1 24,3 0-8,-2-26 24,-1 28-96,0 1 72,3-5 16,-3 1-24,4 0-8,-4-16 16,0 6 8,0 9-16,4-1 184,-4-2-152,0 0 16,0-5-40,0-12 24,0 19-160,3-5 128,-3 3 8,4 0 32,-4-4 0,1-14-32,2 14 48,-3 2-48,3-1-40,-3-1 32,4 1-16,-4-8 24,0-2 32,0 11 0,4 0-152,-4 1 112,0 1 8,3-2 16,-3 0 144,0 4-32,0-2-104,4 0-40,-4 0 16,0-15 0,0 6-112,4 11 64,-4 0 64,3-2-48,-3 0 72,0-6-40,0-10 16,4 15-8,-4-3 8,0 4-8,0 0 8,4-2-16,-4-18 0,0 20-24,3-1-24,-3-1 56,4-2 16,-4 1-8,0-10-16,0 2 56,0 7-80,0 2-32,0 1 88,4-3-56,-4-3 24,0-12 24,0 16 16,0 1-64,0-2 16,0 1 0,0-1 8,0-14 0,0 9 16,0 5-88,0 2 16,0-1 16,0 1-64,0-7 104,0-6 56,0 13-40,0 1 32,0-3 16,-2 2-24,0 0-40,2-20 80,-2 21-80,2-3-8,0 2-8,-2 1 8,2-3 8,0-10 0,0 4 8,-1 8-64,1-3 56,-2 3-24,0 0 48,2-5-24,0-11 80,0 18-88,0-6 104,0 5-120,-2-5-8,2 1 16,0-14 16,0 10-48,0-5 48,0 12 40,0-13-32,0 13-16,0-15 8,0-2 32,0 17-72,0-3 48,0-3 0,0 1 32,0-1-40,0-13 32,0 4-24,0 17 0,0-7-56,0-8 32,0 14 16,0-19 0,0 3 16,0 13-72,0-3 64,0 0 8,0-8-16,0 9 0,0-10 72,0 2-80,0 10 0,0-3-24,0-8 64,0 13-24,0-18-8,4 13-24,-4-8-48,0 13 64,3-12 32,-3 12 8,0-13-32,0 1 88,0 6-104,0-6 32,4 10-32,-4-12 32,0 6-16,0-10 8,0 4-56,0 10 128,0-10-96,0 1 16,4 8 8,-4-14-8,0 3-64,0 2 16,3 9-16,-3-10 40,0 1 0,0 3 24,0-4 40,0-1-16,0 11-104,0-11 80,0 3-40,0 0 64,0-6-24,0 4 88,0 0-168,0 3 72,0 6-8,0-10-32,0 2 48,0 3 56,0-4-88,0 3-8,0 6 24,0-8 8,0 5 8,0-8 8,0 3 24,0 11-40,0-12-8,0 13-8,0-12-40,0-3 64,0 12-16,0-9-88,0 12 96,0-12-8,0 10 0,0-13 16,0 0 56,0 12-80,0-8 64,0 9-24,0-10 0,0 1-16,0-7 32,0 15-56,0-9-32,0 8 32,0-8 8,0 9 8,0-14 8,0 1 40,0 6-72,0-1 0,0 8 40,0-12 0,0 1-8,0-2 48,0 5-16,0 8-16,0-11-32,0 1 8,0 2-48,0-6 56,0 4 0,0 10-24,0-12-16,4 3 24,-4 1-88,0-3 104,0 0-112,0 3 8,0 0-64,0 1 24,0-3-56,0 1 200,0-5-240,0 5 0,0 1-96,0 1 24,4-1-81,-4 0-87,0-5 480,0 4-512,3-1-160,-3 3-104,4 6-104,-4-12-128,0 3 1008,0-2-1105,4 4-143,-4 8-200,3-10-137,1 1-39,0 1 1624,-4-7-1328,4 6-2697,-4-6 4025</inkml:trace>
  <inkml:trace contextRef="#ctx0" brushRef="#br0" timeOffset="21">1840 1954 7913,'0'0'3001,"0"0"-2409,3 0-136,-3 0-152,4 0-104,-4 0 32,0 0 72,0 0 64,0 0 32,0 0-400,0 0 409,0 0-73,0 2 8,0 0-32,0-1 8,0 1-320,0-2 264,0 4-32,0 0 8,0-1-16,0 3-16,-2-1-8,2-4-200,-2 4 184,-1 0-40,-1 3 64,-1-3-8,1 1-40,1 1-160,0 0 176,0-3-48,-3 2 40,3 1 24,-3 0 8,1 6-200,5-11 161,-6 4-41,-1 8 96,1-8-64,-1 10 0,-8-1-8,14-14-144,-2 4 32,-2 15 16,-10-6 40,10 1 8,-3 2-32,0-9-64,2 0 80,0 9-40,-9 1-8,10 1-16,-12 3 16,10-4-32,7-18 72,-17 20-56,10-1-8,-10-3 0,12 6-48,-12-2 0,15-11 40,-1 5-8,-14 9-56,12 1-8,-12 0 104,10-2-16,-7-5-16,10-12 80,-11 19 8,7 0-112,-10 0 40,11 0-24,-10-2-24,16-19 32,-5 16 0,-11 3-48,3 2 40,8-4 24,-14 1 8,16-10-24,0 0 56,-14 7-40,3 2 160,1 0-184,-1 1-8,8-4 16,7-16-16,-19 17-168,12 1 168,-12-1 24,5 1 0,-1-3 16,13-10-24,-3 8 16,-14 5-48,5-1 0,-1 1 24,7 1 24,-6-6-16,8-8 40,-8 16 8,6 2-64,-12-2 24,5-2 16,8 2 0,6-20-24,-20 17 48,6 1-40,0 0 0,1 0 8,-1 2 24,8-12-40,-1 1 56,1 9-32,-11 0 72,10-2-40,-10 3-32,12-6-24,4-12 40,-16 15-104,13 3 96,-12-5-16,10 4 0,-10-3 0,16-13-16,-3 10-40,-13 5-24,12-3 64,-10 3 16,9-1-24,-4-7 8,4-4 56,0 12-64,-8-1 48,8-1-16,-11 1-24,12-1 0,5-17 24,-17 18-40,12 1 8,-12-3-8,12 1 8,-3-1 24,-6 1 24,8-3-40,-9 5 48,10-3-56,-2-1 24,-4-4-16,7-7 40,-2 1-64,-1 14 56,0-12 8,-8 11-48,9-10 72,4-6-64,-10 12 24,8-8-48,-3 10 80,-8-10-40,9 10 16,2-13-32,1 0 48,-12 15 0,10-12-56,-1 10 16,-1-10 8,-7 11-16,13-16 16,-2 7 8,-5 8-8,1-8-8,-8 10-24,10-12 48,3 0-32,-2 8 16,-11-9-48,12 14 64,-5-12-24,1 11 8,2-12-16,3-4 56,-6 14-48,1 3 40,2-14-64,-1 12 32,0-3-16,6-13 0,-5 2-16,-1 16 24,1-12 40,-1 11-16,1-12 16,3 3-48,0 0 48,-3-3-72,-1 8 16,3-8-8,-3 10-8,2-10 72,1 11-40,-1-12-16,2 10 24,-3-10-32,1 12 48,3-16-32,-2 5 32,0 11-64,-1-12 24,0 3-8,1-1 40,0 2-24,2-3 56,-3-1-40,1 3 24,-1-1-48,2 0-8,-2 1 16,4-8-8,-2 5-32,1 1-8,-3-1 64,0 1-24,1-1-56,2-4 64,0 0-32,-3 3-136,2 1 40,0-1-72,-1-2-104,1 0 304,2-1-368,-4-1-136,2 2-64,1 0-49,-1-2-111,0 0-88,2 0 816,-2 0-912,0 0-160,2 0-41,0 0-103,0 0-64,0-2 1280,0 0-1112,0-1 216,0-1-3553,0 4 4449</inkml:trace>
  <inkml:trace contextRef="#ctx0" brushRef="#br0" timeOffset="22">1294 135 11066,'0'0'984,"0"0"-264,0 2-272,3 0-128,-3-2-320,0 5 248,0-1 9,4 2 119,-4-3 48,0 3-32,0-1 80,0 1-128,0 1-8,0 8 8,0-11-56,0 10 40,0-8-64,0 12-8,0-10-32,0 12-40,0-6-72,0-10-112,-2 7 112,0 8-64,1-1 48,-1-1 41,0-1-49,0-5-88,0-5 144,-2 10-40,-1 3 40,1 1-80,-1 0 32,-1 2-8,6-22-88,-5 20 32,-1 1 80,1 1-24,-1 3 8,1-1-8,3-14-88,-2 6 88,-1 10-88,-1-2 128,-1 3-72,-1 1 64,3 1 88,-1 1-128,1-3 72,-1 1 0,1-2-32,-1-1 24,5-20-144,-3 16 184,-2 7-136,1-3 72,-1 3-8,1 0-24,3-14-88,0-1 192,-3 15-120,-1 1 64,2 1-88,-1-1-8,0-1-40,4-27 16,-4 29-64,-3-1 128,-6 2-80,10 3 40,-3-3-16,4-21-24,-2 13-32,0 10 16,-3-2 80,3 1-64,-1-3 40,3-8-40,1-13 80,-2 22-72,1-3 160,-3 3-152,1-1-8,1 1 32,4-29-40,-6 31-88,1-1 80,1-2 24,-1 3-16,1-5 48,1-12-48,0 2 72,-2 14-32,-1-2 104,1 3-128,-1-3 24,2-4-40,3-21 56,-5 26-112,1-4-24,-10 3 96,13-3 16,-3 1 40,3-20-72,-2 14 144,-1 3-136,-3 5-16,3-3 24,-3 3 0,4-13-16,1-6 72,-2 16-16,-1 0 25,-1-1-73,1 3-33,1-3 25,5-24 25,-6 24-50,1 3 154,-1-2-33,1-1-16,-1-1-40,4-14-40,-1 6-24,-3 8 64,1 0 24,1 0-16,0-4 16,2-5-64,1-8 56,-3 13-72,0 1 96,1 1-80,-1-2 32,0 0 8,0 2-40,-1 0 32,1-2-8,1 1 0,-3-1-40,5-9 16,0-2 32,-4 11-8,-1-1 8,3 1-16,-3-2 24,1 4-32,1-1-8,-2-1 80,3 0-56,-3-2 0,1 3-40,3-16 16,-2 8-48,-1 5 24,-1 3 24,1-3 8,-1 0-8,1-5 0,3-7 48,-4 10-56,-1 5 80,1-3-32,-1-1-48,1-1 8,6-15 0,-5 5-72,-1 17 16,1-5 72,-1-1-16,1 1 40,-1-2 8,1 3-88,3-4 192,-4 1-168,3-9 16,-2 12 0,4-15 16,-2 10-160,-1 3 200,0 3-72,1-2 24,-1-1 24,0-1-88,0-1 16,-1 2 40,1-1-16,1 3 32,0-9-16,2-4 40,-1 11-8,-3 1 48,1-1-72,0-1 8,-1 1-16,5-17-8,-6 7-80,1 15 56,-1-5 16,2-1-8,1-1 24,-3 2 32,1-3-64,-1 5 88,1-3-40,1-1-24,1-2 8,2-9 48,-2 1-72,1 19 80,-2-9-24,-1 1-8,-1 1-8,6-16-16,-4 5-16,1 14-48,1-3 80,-2-2-32,1 1 0,1-8 16,0-1 48,-2 8-80,2-1 136,-1 3-104,1-12-24,0 13 24,2-15 16,-2 4-112,-1 17 104,1-8 24,0 1-72,-2 1 64,4-15-24,-2 2-24,-1 15-16,1-5 48,0-1-40,0-8-16,1 6 48,0-6 40,-2 2-56,1 12 8,0-6-24,0-6-32,0 10-16,2-18 80,-2 6-80,-1 12-48,-1-11-8,0 14 56,1-7-48,2-10 128,0 0-80,-3 14-120,2-12-1,1 10-55,-1-8 48,0 5 208,2-10-160,-2 3-96,2 10 72,0-12-160,0 3 16,0 8-104,0-10-120,0 3-88,0-1-216,0-1-129,4-1-239,-2-4 1224,-1 0-1440,3 3-153,2-2-103,-1-1 208,10-1 344,-10 0-3481,-5 0 4625</inkml:trace>
  <inkml:trace contextRef="#ctx0" brushRef="#br0" timeOffset="23">109 1272 11114,'0'0'880,"0"0"-184,4 0-232,0 1-160,-4 3-48,1-3-256,1 2 264,-2 0 9,0 3 71,0 1 32,0-1-8,0-1-368,0-3 400,0 4-80,0-1 8,0 10-64,0-10-24,0 3 8,0-6-248,0 14 168,0-10 16,0 10 48,0-8 8,0 10-8,0-14-232,0-1 256,0 18-40,0-14 73,0 15-41,0-7-16,0-2-232,0-12 264,0 16-112,0 0 160,0-1-24,0-1-112,-1 1 64,1-13-240,0 2 136,-2 19-32,0-6 96,2-1-32,0 1-16,0-7-152,0-5 200,0 12-24,0 4-128,0-2 88,0 0 0,0 1 8,0-20-144,0 18 264,0 3-160,0 2 80,0 0-40,0 0-8,1-14-136,2 5 225,0 9-137,-3 2 176,4 0-160,-4-2-80,3-3-24,-2-17 88,-1 22-192,3 0 240,-3 0-48,4-1-56,-4 3 8,1-22-40,2 16-80,-3 5 40,3 1 48,-3-1-16,4-1 0,-2-9 8,0-6 40,-2 16-24,0 3-32,3-3 40,-3 3 8,4-7-32,-4-22 48,0 26 8,4 3-96,-4-5 40,0 5 0,3-5 0,-3-15 0,0 8 72,0 10-80,0-1-64,0-1 120,0 2-32,3-9-16,-2-13 40,-1 20 56,0 3-224,0-1 160,4-2-24,-4 1 16,0-23-24,4 16 144,-4 6-152,3 2 40,1-3 0,-4 1 16,0-13-48,0 0 64,0 13 24,0-6 136,0 4-160,4 0 0,-4-4-64,0-18-8,0 23-136,0-1 32,3 0 96,-3-2 8,0 2 24,0-18-16,0 10 96,0 6-96,0 0-32,0 0 40,0 1 32,0-10-40,0-6 8,0 15 64,0 0-32,0-2-64,-2 0 8,1 2 8,1-21 8,0 15-24,-2 4-48,0 0 104,2 1-40,-2-3 8,1-9 0,0 2 48,-1 8-40,2 1 16,0 0-24,0-3 0,-1-3 0,1-10 40,0 13-64,-2 3 24,2 0 32,-2-3-56,2 1 48,0-15-24,0 9 32,-2 2-80,2 3 48,0-2-16,0-1 24,-1-4-8,0-3 64,-1 9-48,2-1 40,-2 2-80,1-3 0,-1 3 24,0 0-32,0 1 24,0-2 72,0 1-72,1-2-8,-1 1 32,0-1-56,0 2 112,2-3-24,-2-6-56,1 7 8,0-10 40,1 2-64,-1 17 48,1-7 8,0-3-40,-2 1-8,2-13 16,0 2-72,0 14 8,0-11 80,0 14 24,0-14 0,0 1-40,0 0 96,0 0-96,0 8-56,0-8 72,0 6-64,0-7 48,0-6 0,3 13 24,-3-6-8,0 8 8,0-10-32,0 10 32,0-12-48,0 11-8,0-11 8,4 3-16,-4 8 16,0-13 24,0-1-8,0 7-56,0 6-24,0-10-24,0 2-48,0 1 16,0-7 144,4 5-192,-4 3-64,0-3 0,0 1-72,0-1-81,0-2 409,0 0-456,0 1-168,0-1-88,0 1-168,3-2-160,-3-1 1040,0 0-1249,0 0-295,0-1-232,0 0-217,4 0 249,-4 0 56,1 0 1688,4-3-4721,-5 3 4721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15.09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2472 1571 10098,'4'0'1200,"-1"0"-1200,0 0 800,11 0-152,-14 0-144,6 0-64,-3 0-39,1 0-401,-4 0 384,4-3-8,-1-1 8,1-2 40,0 1-8,-1-1 8,-1 4-424,0-1 392,2-12-48,0 15 8,-1-5-48,1-12-16,-1 14-288,-2 2 272,-1-17-40,3 3-111,-3 10 87,0-17-24,0 7-40,0 13-144,0-11 296,0-3-160,0-3 48,0-1 64,-2-2-72,1 9-176,1 2 176,-4-13 8,-2-1-32,1-1 0,-3 0 48,2 0-200,5 24 104,-6-25 0,-10-1 8,12-1-16,-12-1 40,12-1-40,-1 23-96,-7-13 72,-1-7-64,-1-1 32,-2 1 16,-1-1-56,7 10 0,5 10 80,-10-18-56,-3-3 8,-1 3 24,-2-1-48,0 0 8,21 28-16,-20-25-32,-1-1-32,-2 2 64,-2 2 0,2-2-32,12 14 32,-3-2 48,-9-10-56,-4 2 72,-1-1-8,1 5-48,3 0-8,21 14 8,-24-15-112,-3-3 56,0 3 16,0 3 40,-1-1 8,24 14-16,-15-2 8,-6-15-56,-5 12-48,1-8 72,0 8 32,11 3-8,9 0 48,-18-11 24,-2 14 8,2 0-88,-1-4 40,-1 0-8,33 4-24,-35-3-40,2-1 96,-2 4-48,2 0 0,0 0 0,21 0-8,-9 0-40,-14 0 0,4 0-48,-4 0 96,2 0 40,8 0-48,17 0 80,-27 0 8,0 2 32,2 0 40,-2 3 32,2 1 24,27-5-216,-20 5 128,-5 0-80,2-1-8,-2 1 48,1-1-48,15-1-40,3 0 9,-18 1 7,3 2-8,1 1 16,-4 6 32,5-8-56,23-6 40,-26 7-72,-1 14 32,3-14 40,0 11-40,1-10 56,16-3-56,-10 6 8,-7 4-56,0 3 72,3-1 72,0 1-40,7-7-56,9-5 104,-15 10-48,-2 8-48,2-2 48,1-1-32,-1 1-32,21-21 8,-18 16 32,1 5-72,-1 2 80,3 0 40,-1 2-40,10-15-40,-1 3 136,-6 12-96,8 4 144,-12-1-136,10-1-24,-5-6-24,10-17 56,-3 23-176,-8 1 184,8 2 0,1 1 16,-1-1 0,5-23-80,-3 17 48,-2 8-56,2 0 40,3-2 8,-1 1 80,1-13-120,0-7 128,1 19-32,0 4 72,4-2-112,1-3 40,12 1 16,-17-31-112,3 26 8,12 3 16,-9 1 8,14-1 16,-5 0-16,-9-16-32,4 6 56,8 12 0,3 2-24,3-4 80,-1 1-32,-2-8-80,-16-17 80,25 21-24,1 7-48,2-1 24,0-3-8,2 2-32,-29-26 8,25 18-24,6 4-32,5-1 40,0 2 64,2-4-24,-22-12-24,2 1 72,22 11-48,2-3 24,-2 1-32,2 0-8,-3-4-8,-41-16 8,44 22-40,6-2 40,-5-2 24,6 0-16,1-1 0,-3-3 8,0-1-112,2 0 72,-3-10-8,3 10 48,-2-10 104,-1-1-112,1 2-104,1-5 48,-1-1 8,2 0 8,-51 0 24,47 0 104,4-5-200,1-10 56,-3 10 40,0-10-64,-3 0 136,-1 1-112,-1-3-40,-4-3 40,2-2 0,-9 2 40,-29 16-24,36-22 48,-4-3-8,-1-3-56,-4 1 32,-2-4-40,-25 26 48,17-19-80,2-10 0,1-5 0,-6-1 72,2-2 0,-10 18 8,-6 10 24,10-28-16,1 4 0,-4-2-8,-10-2 0,12 0-32,-17 46 32,3-48-80,1 2-16,1-3 72,-1-1 24,-4-1-72,2 30 72,0-12-8,-2-16-112,0 1-16,0 2 80,-2 0-24,-2 13 80,2 24-56,-12-37-72,8 1 16,-12 3-160,1 2-136,-1-1-8,15 36 416,-14-23-593,-7-7-55,-2 2 8,-3 4-144,-4 3-120,13 13 904,5 2-968,-22-11-193,-5 5-199,-3 3-128,-2 8-209,1-12 1697,42 16-1928,-44-4 40,-3-10 303,3 12-3376,48 4 4961</inkml:trace>
  <inkml:trace contextRef="#ctx0" brushRef="#br0" timeOffset="1671">6529 301 8969,'3'0'1241,"-2"0"-1241,2 0 840,3-4-280,-1-2-64,1 1-80,-1-1-40,1 1 48,-3-10-16,1 12 81,0-12-89,-4 11 8,0-10-408,0 13 376,0-2-88,0-14 32,0 14 32,0-16-48,0 14-40,-1-2-264,0-5 280,-3-2-152,-1 10-56,1-13 88,-1 14-48,-1-8-112,4 7 168,-13 0 24,12-12-80,-12 12-56,10 0 24,-16-1-40,19 4-40,-16-4-8,0 2 0,-3-1 24,1 4 40,-4 0 32,13 0-88,-2 0 152,-12 0-55,-3 0 103,1 0-104,-3 5-16,3 0-80,23-4 80,-29 14-88,-2-10 128,-2 10 16,-2-8-32,1 15-48,27-17-56,-20 7 24,-14 6-64,-2 3 48,-3 1 32,2 0-8,18-8-32,10-4 80,-29 15-32,3 5-32,-4-1 8,2 1 8,1 3 16,45-33-48,-46 29 56,2 8-56,0-2 48,-2 2 32,4 1-24,26-22-56,-10 7 128,-18 19-56,4 2 104,-2 0 56,3 6-64,1-4 32,1-2-128,4-2 88,0 4-64,0 0 24,2 4 0,28-41-120,-21 37-48,-5 4 64,3-1 8,1 3 32,1-1 72,12-21-128,2-6 152,-12 27-32,4 1-40,2-3-40,1 1 32,12-2-72,4-44 72,-15 45-16,12 1 48,1-2-72,-1 3-16,2 1 0,1-37-16,0 21 32,1 16-32,0-1 32,4-5 16,1 2-32,7-14-16,-7-20 104,0 28-64,18 4-32,-3-6 24,2 1-48,2-4 8,-23-35 8,25 31 56,2 3-104,1-3 112,4-1-48,1-3-32,-18-16 16,2 2 88,19 10-160,6-4 56,-1 1 16,0-6-72,-3 0 72,-32-13 8,39 13-32,2-1 8,5-8 48,2 8-32,-1-10 40,-40-3-40,27 4 48,14-1-144,0 1 48,0-4 32,4-2-24,-23 0 40,-15 0 56,38 0-16,4-15-72,-1 9 8,-1-14-24,-1 0 48,-60 20-64,57-22 40,0-2-72,0-2 72,0-5-56,-1-4-8,-34 19 88,11-8-40,20-20-136,-1-1 64,-3-4 152,-5-3-40,-6 8 0,-28 31 112,31-42-40,-1-6-136,-3 1 32,-2-1-16,-2-5-24,-28 55 72,19-43-72,6-14 32,-4-1-16,-4-1 80,0 0-64,-13 31 40,-2 8-48,10-41 8,-12 1 24,12-3 0,-14 0 48,1 4-32,-4 65-40,4-70 0,-4 3 40,0 0-48,-2 0 32,-4 3 0,4 45 16,-3-28-24,-11-19-88,1 4 136,-2 3-88,-7 1-40,8 22 104,9 24-136,-19-40-248,-4 5-16,1 6-152,-2 2-88,-2 5-97,30 37 737,-28-31-960,-5-1-104,-7 6-128,1 2-137,-4 4-191,23 13 1520,-2 0-1696,-21-6-89,-1 9 401,-1-10-3257,48 16 4641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13.75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2261 393 8713,'0'0'1265,"0"0"-1265,0 0 960,0 0-288,3 0-200,-3-4-104,4 4-96,-4 0 0,0 0 0,0 0-88,0-4 56,0 1 8,0-1-15,-2 4 87,0 0-40,2-4-48,-1 0 48,-3 1-88,2-3-8,2 6-184,-5-5 176,3-10-64,0 15 48,-2-5 24,1-1-16,0 4-168,0-2 176,-2-10-80,-1 10 8,0-11 0,1 12 40,1-8-144,2 7 192,-3-2-56,-2-10-40,-8 10-8,11-12 48,-3 13-40,6 4-96,-6-17 136,0 13-104,0-10 8,-1 9 32,3-8 16,1 12-88,1 0 152,-12-4-32,9-12 16,-1 14-40,-10-10 9,14 9-105,3 4 64,-15-2-24,10-1 40,-3 0-48,-7-1 48,10-1-16,3 5-64,-3-3 88,-12-2 0,12 2-32,-10 1 48,9-1-16,-4 2-88,6 0 168,-2-1-8,-9-1-96,10 0 16,-12 4 16,12 0-16,4 0-80,-13 0 168,9-3-112,-10-1 24,9 0 32,-8 4-56,11-1-56,0-1 120,-4-2-96,-10 4 96,12-4-64,-10 4 0,9 0 0,-10-3-72,10-1 104,-12 4-8,12-4 0,-12 1-8,17 3-72,-3 0 16,-13 0-32,12-4 0,-12 4 32,11-4 64,-4 2-80,4 1 136,0 1-16,-8 0 24,8 0-104,-12 0-8,12 0 24,6 0-56,-18 0-40,3 0 24,8-4 40,-10 4-32,12 0 24,-12 0 56,10 0-128,-13 0 72,5 0-8,8 0 56,-6 0-64,9 0 96,-2 0-56,-14 0 64,15 0-80,-12 0 16,10 0-8,6 0-32,-15 2-24,9 0-8,-11-1 48,12 1 24,-12 2-16,10-3-24,1 0 56,0 2-48,-10-1 32,10 0 8,-10 0-8,12 1-40,5-2 64,-19 2-64,14 1 8,-14-2 16,12 1 0,-10-1 8,16 0-32,-3 2 16,-13-2-80,12 1 40,-15 1 32,12-2 8,-4 2-16,6-3 80,-2 1-80,-8 4-16,1-3-32,10 1 72,-14 2 0,18-6-24,-5 1 48,-11 1-48,10 2-8,-11 0 16,12-1-56,-3-1 48,-2 0 72,-4 2-104,8-2 96,-10-1-64,12 5-8,0-1 8,4-5 64,-15 6-104,10-2 96,-10-1-72,10 1-8,-10 1 0,15-4 24,-4 4-32,-10-1 0,10-1 16,-12 1 24,12-2 24,0 1-32,2-1 48,-11 4-40,12 1 80,-5-1-96,-8-3 8,9 1 24,-1-4-80,-8 2 32,12 3 88,-5 1-48,-7-2 16,10-3 40,-2 1-152,-1 2 96,-6 0 8,10-2-8,-2 1 72,-8-1-80,10 2 24,-2-1-72,-1 1 32,2 0 32,3-4-24,-4 3-64,-1 1 32,-1 0 24,-6 1 0,10 1 88,1-3-80,1-1 96,-6 2-56,3 2-40,-3-1-48,1-1 56,0-1-8,-8-1-16,9 4 16,-1-1 16,0-3-32,-8 4 48,14-5-32,-2 1-40,-4 0-40,1 4 64,-1-1-8,2 1 64,0-4-40,2-1 48,-4 1-40,1 6 24,1-3-32,-3 1 16,1-1 40,7-5-56,-7 2-24,1 3-40,-1-1 40,1 2 24,1-1 80,2-2-80,-1 0 145,-4 2-137,1 1 48,1-1-72,1 10 24,0-12-8,4-2 72,-4 13-64,-1-8 104,1-1-80,-3 10 0,1-11-40,6-3 8,-4 3-64,0 4 8,-1-1 72,1 0 48,-2 8-16,-3-14-48,5 0 104,3 6-56,-3 8 0,-1-13 0,0 3-40,1 1-8,5-6 40,-6 5-56,1 10-32,1-11 96,-1 1-16,-1 1-16,5-4-16,-1 1 80,-4 3-120,1 1 16,-1 1 88,0-3-32,4 7-32,1-9 96,-1 2-64,-2 3-48,1 6 32,-3-10 8,2 3 24,4-4-48,-3 9 48,-3-6-96,3 1 8,-1 8 40,-2-12 16,4 6-16,1-3 80,-3 0-64,-2 1 0,3 8-64,-3-14 72,1 6-24,5-6 40,-6 14-40,1-10 24,1 10-56,0-10 48,-1 3-16,3-6 0,-2 3 48,-1 10-88,-1-12-8,3 12 64,-3-9-8,4-1-8,0-3 112,-1 13-56,-1-10-88,0 12 80,-1-14-48,-1 5 32,6-8-32,-3 7 72,-1 0-136,0 10 56,1-13 8,-1 10 8,2-11-8,0 0 72,-1 12-56,1-12 0,-2 3 40,2-1-16,-1 7-40,3-9 72,-2 3-8,-2 8-48,2-8 16,-1 1-32,-1 1 24,3-6-24,-2 10 48,1-6-56,1 1 8,-1 8 48,0-10-32,1 0-16,0-2 32,-3 13 16,1-10-8,1 10 8,0-10 72,0 1-40,0 8-48,0-10-40,1 3-8,-1 8 24,0-10-8,1-1 0,0 5 72,-1-5-104,0 2 24,1 8 56,-1-9-24,2 4-24,0-6 104,-2 2-48,2 1-24,0 10-24,-2-12 32,2 14-32,0-18-8,0 3 8,0 13-72,0-12 24,0 3 88,-2 6-48,1-11 0,0 0 96,1 15-56,0-12-40,-1 8 24,1-10-16,-2 3-8,2-7 24,0 17-24,-2-11 16,2 1-16,0 0 8,0 8-8,0-15 8,0 4 8,0 10-80,0-8 48,0 10 8,0-10 16,0 4-8,0-5 104,0-2-56,0 12-72,0-9 16,0 8-8,0-8 8,0-6 8,4 14 80,-4-8-128,0 9 88,0-10-40,0 10-16,0-13 16,0 1 72,3 12-112,-3-7 80,0 6-56,0-8 40,0 7-24,0-10 56,0 3-32,0 1 24,0 8-96,0-10 16,4 3 0,-4-5 32,0 10-24,0-7-32,4 10 64,-4-10-8,0 1 56,0 3-56,0-3 88,0-5-32,3 5-64,-3 10 16,4-16 40,-4 7-48,0-8 24,0 7 56,4-1-96,-1 8 88,-3-10-24,4 2 8,-4-1 40,4 1-184,1-1 144,-1 1-32,0 1-32,-2-3 8,-1-3 112,3 5-96,-4-1 72,4 1 0,1 0-32,-1-1 0,-4-5-56,5 6-24,-1 1-32,1-2 128,1 3-64,-1-1 8,-3-3-16,0-1 112,4 5-136,-3-3 224,3 1-184,-1 1-8,1 8 8,-1-10-152,1 1 192,-1 9-88,1-12 32,9 5 0,-15-4 0,0 6 40,5-4-80,1 9 32,-1-10 40,1 3-88,-2-3 56,-3-3 112,5 14-64,-1-10-40,10 1 48,-15 8-56,6-9-24,-5-6 24,12 5-48,-13 10-88,6-12 112,-1 3 96,1-1-40,-4-1-32,1 0 112,3 1-104,9 3 176,-12-3-112,3 10 0,-2-14-72,-3 0 49,5 4-162,8 3 194,-14-3-90,6 1 58,0-3-81,-3-2 32,8 0-57,-7 3-23,1 1 32,10 1 96,-11-2-24,-2-3-24,-1-1 121,5 4-57,0-2 48,-1 0-144,1 3 16,-1-1 16,-5-4-8,6 5-104,8 1 88,-10 0 32,0-1 8,10 1 16,-14-3 40,6 1-120,-1 0 88,1-1-32,-1 1-96,-1-1 88,-2-2 32,13 0-40,-15 5 96,5-1 8,1 1-64,-1 0-96,-4-6 64,4 5-88,-2 1-32,3-1 128,-1-1 72,1-1-56,-3-1-24,-1 0 96,13 4-64,-11-5 88,0 5-144,1-1 48,0-1-24,-4-4 8,4 8-96,12-5 184,-14 1-64,3 1 8,12-1-64,-17-2 24,2 2-88,2 1-16,12-1 64,-13 1 88,12 1 8,-12-2-56,-2-3 128,12 5-96,-8 9 24,10-14-32,-10 1-16,9 2-16,-15-4 8,3 2-64,14 0-32,-13-1 80,12 3 64,-10-2 0,1 0-48,2 1 80,-3-1-72,8 0 56,-8 2-88,9-2 16,-11 1 8,-3-3 32,14 6-96,-10-2 192,12 1-88,-13-1-24,14-1 40,-17-1-56,2 2-152,11 1 64,-10 3 80,11-3-16,-12 3 72,8-4-48,-5-1 112,0 4-88,10 8 56,-10-11-56,10 1-64,-10 1 48,8-1-72,-8-1 40,10 1 72,-10 1-96,12 1 8,-14-1 64,13-1-112,-12 3 224,13-3-104,-12 1-16,6-5-16,-7 0 72,0 0-168,12 5 232,-12-2-120,10-1-32,-10 1 16,-5-4 8,17 0-120,-12 0-24,14 2 104,-14-2-16,12 0 56,-14 0-8,-1 0 104,15 2-88,-12-2 72,14 0-120,-14 0 24,12 0 8,-15 0 8,1 2-88,14-1 128,-12 1 8,12 0-64,-11 0 8,-5-2 0,14 0-112,-9 0-32,8 4 136,-8-3-8,12 1 40,-14 1-24,-2-2 104,16 1-144,-14 1 56,12 1-32,-12-2-40,13 2 48,-12-3 16,12 3-72,-12 0 128,15-1 40,-14 1-64,4-2-40,2 0 80,-6 2-128,10-3 96,-10 1-128,12 2 64,-13-1 16,-5-2 32,17 4-136,-11-3 208,12 0-80,-13 1-48,12-1 80,-16-1-56,4 0-40,15 3-56,-15-2 80,14-1-48,-14 1 16,7-2 48,-4 0 72,-2 0-16,10 2 24,-10-2-40,12 2-48,-12-2 8,-6 0 8,20 0-64,-16 0 16,12 0 96,-12 0-72,13 0-8,-16 0 24,1 0 24,13 0-112,-11 0 136,1 0 8,12 0-64,-15 0 8,-1 0 40,14 0-120,-11 0 192,1 0-112,10 0 24,-11 0 16,-2 0-40,10 2-120,-8-2 56,2 2 32,8-1 32,-10 1 32,4 0-32,-1 0 64,-4 2-16,14-4 0,-13 2-88,1-1 64,10 3-8,-15 2-112,15-1 144,-10 1-80,12-3 32,-12-1 40,12-2-104,-14 2 0,14-2 8,-12 0 32,12 0 24,-13 0 0,-3 0 64,16 0-56,-11 0 32,14 0-8,-15 0 24,17-4 8,-21 4-64,2 0-24,12 0-88,-10 0 104,12-3 24,-14 3-48,0-2 32,0 0 88,14 2-176,-17-4 240,14 4-152,-10-5 48,11 1 8,-12 0-232,3 1 248,9-1-128,-12 0 40,3 1-8,-5 2 24,3-2-64,11-1-16,-11-1-16,1 1 64,12 0-8,-15 1 40,-1 1 24,5-2 32,9-1-64,-12 1-16,3-1 48,9 1 0,-12-2-32,3 3 0,8-3-24,-10 2-8,2 1 104,0 1-64,4-2 24,-6-1-96,11-10 144,-12 11-128,12 1 64,-12-1-8,-2 2 104,4-13-160,12 12 136,-14-3-80,3-8-48,9 10 16,-15 3 32,0-4-136,5-11-8,1 12 88,8-1 16,-10-12 16,-1 14 24,0 1 48,11-13-24,-10 9 48,1-12-80,1 14 48,-1-9-40,-5 12-24,6-3-96,-1-15 40,1 16 39,9-14 1,-15 14 113,1 1-73,3-2 96,2-14-184,-1 12 55,1-12-47,-1 14-16,-1 0 96,-2 3 40,3-14 32,-1 15 9,2-15-73,-1 11 8,1-1-89,-6 4 73,5-13-144,1 11-16,-3-3 96,3-12 64,-1 14 8,-3-2-8,0-3 104,2 6-136,1-14 168,-1 12-128,0-12 0,-1 12-8,-3 4 0,4-13-208,-4-3 360,4 12-144,-1-12 16,1 12-24,-3 3 0,2-2-208,-3-14 104,3 12 24,1-12 72,-4 14-16,0-5 24,0 3 0,4 1 16,-4-10-16,0 10 0,3-16 24,-3 16-32,0-13-16,0 12 16,4-12-16,-4 12 48,0-14 16,0 14-40,0-3-32,0 4-24,0-12 48,0 12-48,0-14 88,0 15-32,0 3 40,0-20-104,0 7 152,0-1-80,0 0-32,0 10 48,0 2-24,0-16-104,0 13 16,0-16 128,0 6-48,0 10 8,0-6 0,0 0 56,0 7-72,0-21 56,0 11-40,0 1-56,0 1 56,0 11-40,0-4 24,0-16-104,-2 8 144,0-3-48,0 2 0,2 9 24,-1-6 64,-1-3-168,0 0 64,0-1 24,0 10-8,1-9 24,0 8 40,0-7 0,-3-1-48,0 9 0,2-14 0,-1 15-8,3 3 16,-4-17-32,2 5-56,0 8 80,-1-14 32,-1 14 32,2 0-56,0-2 56,-3 2-104,3-10 32,0 12-48,0-13 48,2 13 16,0 3 0,-3-16-48,1 12 32,0-14 0,2 14 48,0-12-24,0 14-8,-2 1 8,0-15-80,0 14 16,-1-16 56,1 14-64,0-5 64,0 3 128,-1 2-88,-1-10-88,-2 9 88,3-10-96,1 11 56,2 4 8,-4-15 24,2 10-88,-3-10 64,-1 10-8,1-10 0,4 14 0,-2-2 32,-1-16-144,-1 5 56,3-1 40,-3 1 0,1 3 16,2 7 64,-2 0-72,1-19 32,-1 19-8,0-18 16,1 9-16,2 12-16,-2-2-24,-1-20-56,1 10 72,-3-1 8,4 0 0,0 12 0,1 1 96,-1-15-104,0 12 40,-2-12-40,-1 12-32,3-16 24,-2 16-16,1-12 8,-1 12 56,2-10-40,-2 9-16,3 5 24,-3-3 16,0-14-64,0 12 56,3-9 32,-3 10 8,1-5-48,2 5 72,-2 5-48,-1-16 8,0 12-16,-1-2-56,1 1 24,4 4 16,-5-4-40,1-9-80,0 10 120,-1-2 24,1-10 16,2 14-40,-2 0 96,1-12-104,1 10 64,-4-2-48,1-10-8,0 13 0,4 2 56,-13-14-120,8 10 0,1-14 72,-1 14-48,-1-10 48,5 15-8,-4 0 48,-1-14-128,0 10 48,-1-11 0,-6 11 16,10-4 16,2 2 56,-3 2-8,-12-1-40,12-14-8,-1 16 24,-9-12-24,13 13-16,-3-4 24,-2-8-40,-8 10 0,9-1 40,-8-1-24,8-12 48,-1 12-128,-1-14 112,-6 14-40,8-10 16,2 12 8,3 2 96,-14-12-152,11 8 128,-1-12-72,-3 12-16,-6-10 32,13 15-16,-4-4-112,-2-11 0,-1 10 144,1-12-48,-8 12 56,14-3-40,-1 0 80,-6 3-208,1-8 16,-8 8-104,13-11-48,-3 14 264,5 3-208,-7-15-88,-8 11-48,9 1 24,1-1-120,-10-1-40,15 3 480,-2 0-561,-3 2-199,-1 0-40,-1 0-112,0 0-88,-3 0 1000,5 0-1145,1 2-207,-3 1-88,-1 1-360,3-2-193,-10 0-87,15-2 2080,-3 0-1889,-3 2 569,-1-1-3249,7-1 4569</inkml:trace>
  <inkml:trace contextRef="#ctx0" brushRef="#br0" timeOffset="2189">5284 854 6953,'0'-4'880,"0"-1"-40,-2-1-208,0 1-119,0-10-57,-1 12-456,3 2 448,-6-4-8,1-10-32,-1 15-8,-1-5 0,-8-12-8,13 16-392,-1-2 424,-12-2-72,0-10-48,8 15 25,-15-3-73,10 0-256,7 2 256,-11-5-88,-1 3-40,-1 3-32,-3 0 40,1 0 24,18 0-160,-20 2 168,0 1-56,-2 3-24,-1-1 72,1 3-8,12-1-152,-2 2 184,-12-3 0,-1 12-40,-1-3-32,0-8 72,4 11-184,21-16 208,-25 13-24,4 0-32,-1 1-32,1 3 8,0-3-16,17-11-112,-12 9 144,-5 4-48,0 6 0,0-2 64,2 4 16,7-10-176,6-6 232,-13 15 33,6 1-65,-3 3 40,3 3-24,8-1-32,8-30-184,-18 29 184,13 3-88,-1 2 16,-9 0 0,13 2-8,1-23-104,-1 11 200,0 11-96,0 3 40,2-2 32,0 0-64,0 3 80,6-3-40,-1 1-48,12-1 16,-14-2-32,16-4-16,-17-25-72,10 20 128,3 7-120,2-2 32,3-2 48,4-1-8,-11-15-80,-2-2 200,16 11-32,1-4-32,0 1-32,-1-12-8,3 9-96,-29-15 104,31 4-88,1 1 16,0-3-40,4-1-48,-2-2 72,-25-1-16,14-2-40,11-2-104,0-13 120,4 12-32,-2-18 16,-10 12 40,-16 8 88,28-18-104,-2-1 128,-2 1-56,1-1-80,-2-5 24,-32 26 0,27-22-160,2-5 8,-5-1 112,-2 1-16,-2-4 32,-12 17 24,0-1 8,7-16-64,-3 0 8,-8-1-24,12 1 80,-15 3-8,-2 25-8,15-30-32,-16 2-40,4-2-88,0 0-64,-1 1-88,-3 24 320,0-15-320,0-9-112,-1 3-8,-5 0 40,-1 0-80,-4 13 480,5 8-512,-1-19-33,-15 3-159,5 4-40,-3 2-56,-4 5-184,23 15 984,-24-6-1121,-2-16-223,-4 17-152,1-12-184,-1 14 159,18 1 1521,-7 0-1136,-13 2-3521,33 0 4657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18.50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1 907 8865,'0'2'2513,"0"0"-65,5 2-415,1-3-553,-1 1-384,3-1-1096,-1 0 881,-7 1-241,4 2-56,1-3-72,1 1 24,-1-2-536,-5 0 448,15 0-88,-11-3-32,-1 3-136,12 0-40,-11-4-32,-3 2-120,1-2 72,13-1-96,-11-1 24,1-10 24,1 12-32,3-5 8,-3 3 104,-3 1-47,3-17-17,-1 7-24,1 0-16,-1-3 32,-4 17-32,13-16-16,-14-4-32,6-3 16,-1 2-33,1-2 17,-4 14 48,1-5-104,3-11-64,-1-3 104,1 1 96,-3 0 24,0 8-56,-2 15 112,3-17-144,-4-4-136,3 4 120,1 0-48,0 1 32,-4 18 64,3-12 0,-3-3-240,0 1 192,0-1-24,0 3-32,0 7 104,0 1 88,4-7-120,-4 8 64,0-12-48,0 12 0,0-9 16,0 14-24,0-3-40,0-2-24,0 1 96,0-1-24,0 3 56,0 3-40,0 0 96,0-4-248,0 4 8,0 0 88,0 0 8,0 1 48,0 0 136,0 3-16,0-4-160,0 3 64,0 3-48,0-1 32,0-4-8,0 15 56,0-11-216,0 10 176,0-9-32,-2 8-16,2-11 32,0 0 168,-2 15-168,1-10 72,1 12-16,0-5 0,0-3-56,0-10 64,0 15-72,3-10 8,1 15 48,0-5 72,-1-1 16,-2-11-136,2 11 184,2 0-232,10 1 72,-15-1-32,15 1 0,-13-7 8,0-4 168,12 9-120,-8 0 128,10-8-72,-10 10 17,10-12 47,-15-5-168,4 7 80,15 8 24,-14-11-24,14 1-80,-15 1 40,2-5-40,5 2 40,-7-2-88,16-1 128,-16 0-104,12 0 24,-13-2 0,-3 1 96,19 1-112,-5-4 128,0-1-152,-10-10-40,17 11-8,-18 4 88,-2-15-136,20 10 0,-7-12 128,-1 12 8,1-14-48,-7 11 48,-1 2 184,-2-9-104,17-3 56,-7 1-64,0 1-128,-10-2 56,-5 17-40,21-15-64,-16-3-88,15 3 160,-14-3-16,12 1 0,-16 11 48,2-6 40,14-8-281,-12-1 105,10 2-32,-10 0 64,-2 7 104,-3 8-16,16-16-88,-14 1 216,12 2-176,-11-3 32,1 3-24,-4 17 56,13-16-240,-14 0 64,4-1 120,1 1 40,1 3 0,-5 11 16,1 0 96,2-15-144,0 12-176,-1-10 192,-3 12-24,4-1 56,-4 4 24,0-4 112,0-1-72,0 1-40,0-1-64,0 3 56,0 3-16,0 0-128,0 0-8,0 0 32,0 3 120,-2 3 64,1-3-80,0-1 160,-2 4-8,-1 9-96,0-10-24,3 15-16,-5-5 0,6-15-16,-5 17 0,-1 1-64,-1 0 128,-8 3 40,11-1-16,2-11-88,-1 4 200,-3 9-184,1 2 128,-3-2-16,3 2-72,-1-5-56,5-14 216,-5 19-127,0 1-1,1 1 72,-1 0-48,-1 1-32,6-22-80,-5 20 136,0 1-184,1-1-24,-1 3 0,1-2 8,1 1 160,2 1 40,-2-4 56,1 1-72,1-1-32,0-3-88,2-20 24,-2 23-48,0-2 0,2-1 24,0-3 24,0-1 32,0 1-32,-1-1-96,1-3 96,0 3-80,0-3 16,2-10 40,-1-2 48,3 16-168,-4-12-8,4-1-80,-1 3-72,1-1-33,-4-6 313,4 4-416,1 0-136,1-1-32,-3-2-96,3 1-136,-3-2 816,-1 0-920,4-1-305,9 2-167,-12-2-208,3 0-57,6 0 1657,-9 0-1648,0-4-16,12 4 143,-11-3 185,10-1 352,-10 0 360,0 0 624,7-6-3745,-11 10 3745</inkml:trace>
  <inkml:trace contextRef="#ctx0" brushRef="#br0" timeOffset="438">1139 729 13394,'0'2'3161,"0"3"-1209,0-1-1952,0-2 1257,0 12-465,0-8-288,-2 1-88,2 12-32,-2-14-56,2-1-328,-1 14 312,-1-3-64,-2 1 24,0 1-24,1-2 9,1-6-257,0-2 264,-2 8-80,3 5-24,-1-1-40,0 1-24,0-3-96,2-16 64,-2 14-32,2 1-16,-2 3-8,2-3 8,0-1-8,0-10-8,0 5-32,0-3-112,-2 12 40,2-5-104,0-8-80,0 4 288,0-5-441,0 2-295,0 9-232,0-10-400,0 1-441,0 1-463,0-8 2272,0 5-2617,0 1-183,4-1 439,0 1 681,1-3-3193,-5-3 4873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21.07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0 705 9986,'0'2'2416,"4"3"-279,1 1-865,1 1-512,9-2-344,-14-1-416,1 0 328,4 1-120,10-3 64,-16 2 136,6-2 72,7-1-480,-11-1 497,-2 2-33,5-2-152,1 0-72,-1 0-72,10-5-72,-14 3-96,2-2 80,2-10-88,1 10 0,10-11 32,-12 12 8,0-10-32,-3 7 96,18 1-48,-16-16-16,3 5-16,10-3-8,-12 1 8,-4 17-16,6-16-16,8-4-56,-14 1 32,15-2 8,-11-2 24,-2 14 8,1-4 96,3-10-136,9-1-8,-12 3 48,3-4-72,-2 6 72,-3 16 16,5-18 0,-1-2-72,1 2 48,-1 0 24,-1 2-64,-3 16 48,4-11 40,-2-5-64,1 2-48,0 1 112,-1 1-56,-1 7 16,0 3 64,2 0-8,-4-14-16,3 15-64,-3-1-40,4-8 64,-4 13-32,0 1-8,0-3 16,0 3 32,0 0 8,0 0 8,0 0-24,0 0 48,0 0-64,-2 3 24,0 3-32,0 1-24,1 4 48,1-7-8,-2 1-40,-2 3 16,0 8 16,1-8 40,-1 12-32,4-17 8,-4 1-16,-1 18-8,1-7 0,0 2 40,1 1 0,2-9-16,0-1 64,-1 8-48,-2-9-8,3 17 40,-1-7 8,0-2-56,2-14 88,0 18 8,0-3-48,0 1 0,0-1 48,4 3-24,-3-14-72,1 6 80,2 4-64,0 0-16,1-8 40,1 12 24,-3-16-64,-1-1 80,4 15-24,-1-12-48,12 3 8,-14-1 0,3-2-16,-5-4 0,16 4 40,-13-3-112,2 0 72,10-1 0,-10-1 0,0 0 0,2 0 56,-4 0-80,11 0-32,-10-3-8,14-3 56,-15-6 8,-3 10-16,18-2 16,-14-13-40,15 14-56,-5-14 32,0 12-24,-12 3 88,8-15-104,-5 2-24,16 1-48,-7-3 48,-1 1 32,-10 6 96,-2 3-80,20-11-8,-16-1-104,14 1 8,-15-2 32,16 2 152,-20 17-144,16-19 72,-2 0-32,-1 0 16,-8 1 16,14-3 24,-18 15 48,2-6-48,12-5-72,-10-3 120,10 3-72,-12 0 40,0 4 32,-3 9 40,16-10-112,-17 1 56,5 8-16,1-12-17,-2 12 65,-4 6-16,3-5-16,1-10-40,0 11 8,-4 1-8,0-1 40,0 2 16,0 0 24,0 2-16,0 0-32,0 0 0,0 0 0,0 0 24,0 0-8,0 0-24,0 2-8,-2 4 8,0-1-16,-4 1 32,5-2 16,-1 7-48,-4-8-8,1 5 16,-1 8 56,1-10 40,1 5-56,2-6 80,-3 3 24,-1 14-32,1-15-24,-3 13 24,3-5-16,4-14-56,-4 5 64,-2 16-15,-8-3 63,12-1-16,-3 2 48,4-12-144,-2 3 168,-3 9-120,0 0 16,1 2 40,-8 0 40,10-3-144,4-16 192,-6 18-16,-1 1-128,1 2 8,1-1-24,-1-1 48,5-17-80,-3 13 96,-2 4-96,3-2 64,-1 2-32,2-2-16,1-8-16,0-4 48,0 13-8,-1-3-40,0 2 24,0 0 40,-2-3-64,4-17 48,-1 18-32,-1 1-16,0-3-32,2 1-16,0-2 0,0-10 48,0 4-104,0 6-120,0-8 0,0 14-64,0-16-80,3 11 368,-2-12-352,2 2-153,-3 9-119,4-10-16,0 2-112,-1 1-32,-2-7 784,2 5-824,1 2-81,-1-3 17,1 1-24,0-1 8,-1-2 904,-1 0-904,4 0-105,-1-1 9,1 2 208,8-2 232,-10 1 560,-4-3-328,15 2-3657,-15-2 3985</inkml:trace>
  <inkml:trace contextRef="#ctx0" brushRef="#br0" timeOffset="692">942 732 10538,'3'0'1776,"12"0"-544,-11-3-463,11-1-249,-15 3-520,3-2 416,3 0-120,10 3 64,-12-6 64,11 2 40,-13 2-464,-1 1 464,5-3 8,10 0-32,-12 1-80,13-1 17,-12 4-377,-5 0 288,15-4-48,-11 4-48,12 0-32,-12-3-16,10 3-40,-12 0-104,0 0 128,13 0-88,-11 0-48,1 0 72,12 0-32,-15 0-32,-1 0 88,14 1 24,-9 1-120,-1 2 72,10 0-56,-15 1 32,0-4-40,3 4 72,1 0-120,0 3 96,-1-1-40,1 9-48,-4-13 40,0 0 64,0 14-120,0-12 24,0 13 72,0-12-80,0 10 40,0-14 0,-2 15 0,-1-2-64,-3 1 48,-1 1 0,-1 1-32,4-14 48,-8 9 64,6 3-120,-10 1 16,10-1 72,-1 1-40,-4-7 8,5-4 88,1 9-16,-14 0-80,14-8 24,-10 10 8,10-12 40,4-5-64,-15 8 40,11-1-40,-14-2 40,12 3-40,-10-1 88,12-1 0,-12-1-104,12-3-24,-10 0 56,10-2-24,-10 0 80,11 0-16,-3 0-96,-8 0 16,11 0-8,-1-6 32,4 5 0,-5-3 40,0-2-72,0-8 24,1 10-24,1-2-8,3-2 40,0 2 56,0 2-56,-1-11 24,0 12-8,0-12-40,2 12 24,0 2-8,0-4 16,0-10-32,0 15 40,0-5 8,4-1-56,-1 0 24,3 1-32,-1-1 0,1 3 88,0-1-24,4 1-24,-6 2 56,0 1 0,1 0-104,10 0 64,-11 0-32,1 0 24,-4 0-8,4 0 48,11 0-56,-10 2 48,10 2-32,-10 1 8,-1 3 32,14-1-48,-15 8 0,12-10 16,-10 3-32,12 8 48,-12-10-24,12 9-40,-13-10-8,16 12 0,-18-10-40,2-2 80,9 8-80,-9-7-56,14 10-32,-5-10 120,-8 10-48,7-12 96,-6-2 0,-1 3-56,12 12-168,-12-13 48,12 3-80,-13 0-48,-4-6 304,17 4-304,-13 2-169,14-1-47,-14-1-96,14 1-152,-17-5 768,1 2-848,16-2-312,-14 3-185,15-2-143,-14-2-208,13 0 1696,-14 0-1425,11 0 329,4-4-3561,-20 4 4657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26.94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1 844 11634,'3'2'3497,"0"-1"-3497,-2 0 2824,5 4-1183,10 1-641,-12 1-440,1-1-208,10-3-80,-15-2-272,0 0 176,15-1 0,-12 0 32,3 0-32,11 0 24,-15 0-200,-1 0 224,14-3-88,-11-12-24,10 15-56,-8-15-16,10 11-16,-16 4-24,15-5 16,-9-12-72,14 12 96,-15-19-40,10 7-24,-13 10 24,2-6 48,10-11-152,-8 8 120,10-8-24,-10 0-8,7 5 16,-8 12 24,-1-22-112,11-1 48,-10 1-8,10 3-40,-10-3 24,-4 25 64,15-22-136,-12-3-64,1-2 112,12 3-32,-14 0 80,0 15 40,0-1-16,1-10-72,1-2 56,1 2-112,-1 4 16,0 1 128,-4 16-104,4-14-64,1-3 80,-3 2 16,1 1-8,0 3 24,-4 8 0,3-12-80,1 12 48,-4-12 8,4 14 48,-4 1 32,0 1 40,3-2-48,-3 4-16,0-4-8,0 4 8,0 0 0,0 0 24,0 0-16,0 2-128,0 4 80,0-1 48,0 3 0,0-2 16,0 2 24,0-2-112,0 12 72,0-3 16,0 0 40,0-3-40,0-10 96,0 13-120,0 0 56,-1 1 8,1 1-24,0 5 32,0-17-48,0 12-8,0 1-32,0 3 24,3-1 80,1 2-40,-2-10-24,0-4 88,-2 14 32,3-4-48,3-1 24,-1 0-16,1-3-80,-6-14 48,5 8-24,12 10 0,-13-12 48,-1 8-16,3-12 16,-1-1-72,4 2 80,-5 0-144,2 1 80,8-2 8,-10 0-16,7-2-8,-7 0 80,1 0-104,10-4-40,-10 0 24,14-1-8,-14-1 0,-2 5 48,18-12-96,-6 7-128,0-10 48,-1 10 16,3-12 24,-10 15 136,1 0-32,8-19-104,4 4 80,-1-1-56,1-1 0,-2 4 112,-16 14-64,17-17-56,-1 3 72,-1-4-16,-3 3-16,3 1 16,-13 11 64,8-9-112,3-1-16,2-1 48,-12-1 24,12 3 0,-14 4 56,-1 5 16,13-10-48,-10 10 32,10-16-40,-11 16 16,11-13 8,-15 17 16,3-4-104,3-12 16,-1 12 48,1-12 8,-1 12 8,1-12 48,-2 14-88,-4-1 16,0-2 24,0 3 40,0 3-16,0 0 16,0-4-24,0 4 56,0 0-24,0 0 0,0 0 16,0 0-40,0 2-24,-2 3-16,-2 1 48,0 9 32,-1-10 32,2 6-72,0-3 104,-2 6 8,-3 1 40,1 0-80,-8 1 24,10 1-96,5-17 120,-6 18-56,-8 2 16,8 1 48,-1-1-8,-8 2-16,13-14-104,-1 8 192,-12 10-136,9-2 32,-1-1 56,-8 3-40,11-7-104,3-12 184,-14 20-40,10 3-80,-3-1 56,1-1-40,-1-1-32,8-23-48,-7 18 64,0 4-96,-1 3 80,1-3-16,0 0 24,4-12-56,0-1 48,-2 10-56,-1 2 56,-1 1-32,1-4 16,1 0-32,5-20 8,-4 18-24,0 0-64,3-1 16,-1-3-40,0-1-128,1-13 232,0 3-256,-1 14-192,2-4-112,0-10-64,0 10-233,0-12-151,0 3-336,0-1-336,0 1-177,4 0-151,0-5 63,-4 0 1945,5 2-1536,10-1 432,-12 0 512,12 0 400,-9-2-3537,-6 0 3729</inkml:trace>
  <inkml:trace contextRef="#ctx0" brushRef="#br0" timeOffset="618">972 728 7593,'0'2'2073,"3"2"247,3-1-416,9 1-663,-12-2-1241,-3-2 832,6 4-280,10-2-192,-10-1 56,9-1-16,-10 0 96,2 0-496,3 0 512,-5 0-103,12-3 63,-14-1-96,14 4 8,-13-3-384,-3 2 384,16 1-136,-12-3 48,14 3-88,-14 0 8,14 0 16,-18 0-232,3 0 128,13 0-16,-12 0 0,10 0-16,-11 0 16,1 1 8,12 5-32,-17 0-24,5-1-56,1 1 8,-3-3-16,-3-3-24,4 4-16,0 1-16,-4 10 48,0-13-56,0 5 48,0-5 16,0 2-16,0 11-128,-2-8 128,0 8-56,-3-10 64,1 1 8,2-5-24,-3 7-80,-3 7 8,1-10 8,-8 10 88,10-10 0,4-3 0,-6 11-16,0-7-72,-8-1 80,12 1-16,-3 1 48,-1-4-24,-1-1 80,5 6-120,-3-5 64,-1 1 0,-1 0-24,3-1 0,5-3 48,-6 4-56,1 2-80,-1-4 120,1-1-40,-1 1 48,5-2-40,-1 0 88,-2 2-192,0-2 64,2 0 32,1 0-8,-1 0 16,2 0 72,-2 2-24,0 0-56,2-2 40,-2 2 48,2-1-56,0-1-24,0 0 40,0 0-144,0 0 48,0 0 16,0 0 32,0 0 176,0 2-240,0-2 64,0 2 32,0 2-32,4-1 16,-4 0-8,0-2 40,4-1-48,-4 2 40,0 2-56,3 1-8,-3-1 40,0-3-8,0 3 16,4 0-88,-4 2 56,4-1 8,-1 1-56,-3-2 64,0-1 64,4 4-40,-4 8-48,0-10 40,0 3-16,0-1 0,0-7-8,0 15-16,0-10-24,0 1 64,-2 1-24,2 1 16,0-6-8,-2 3 8,1 2-96,-3 1 64,0 6 80,0-10 0,0 0-56,3-2 104,-3 5-72,-1-1-48,-3 8-8,1-8-8,-8 8 24,15-13 8,-3 4-48,-3-1-40,-1 1 96,-8 1-32,10-1 8,-3-3 16,1 0 32,1 2-240,1-3-88,-3 1-160,-6 0-264,9 0 720,4-2-912,-4 0-305,-3 2-439,1-2-384,2 0-313,-1 0-135,4-2 2488,-3-2-1953,-1 1 577,4-1 592,-1-2-3065,3 6 3849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28.571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1067 8225,'0'0'1905,"0"1"247,0 3-239,0 2-601,5-3-544,-1 3-264,0-2-216,0-1-40,-1-1 88,1 0 96,-2-2-432,0 0 568,3 0-63,1 0-57,-1-4-128,12 1-112,-14-3-8,-2 6-200,4-6 144,13-12-80,-12 13 40,12-14-32,-12 4 0,2 8-72,4-2 96,-7-9-152,19-3 48,-9-1 16,3 0 48,-4 1-56,-11 16 72,12-20-40,3-3-96,-1 1 48,-1-1 40,1-1-16,-14 23-8,10-16 104,4-13-200,-1 4 56,1-1 8,-2 1-56,-7 16 88,-2 3 16,9-18-24,-9 4-40,14 1 24,-15-1 24,11 3 0,-15 22-24,3-25 40,1 4 16,10 2-32,-12 0 8,3 1-16,0 14 8,4-4-24,-6-6-48,0 10 64,0-10 24,-1 11-16,-3 1 0,0 2 104,4-4-72,0 1-48,-4 4 80,0 0 0,0 0 24,0 0-88,0 2 80,0 4-88,0-1 40,0 2-16,0 8 80,0-12-96,0 0 80,0 11-96,0-6 24,-2 12-32,0-5 48,0-3-24,2-10 88,0 6-56,0 12-24,0-3 56,0-1-32,0-1 40,0-11-72,0 8 112,0 3-152,0 0 56,0-1 8,4 3-24,-2-8 0,-1-3 136,3 1-88,2 13-24,-1-14 24,1 1 8,8 1 24,-14-8-80,0 7 96,6-2-120,9 1 32,-12-2 8,12-3-32,-13-1 16,1 0 56,14 0-160,-11 0 16,10-3 32,-10-1-24,9 0 80,-10 3-16,10-5-32,1-9-64,1 12 80,1-16-8,-1 14-40,-15 2 80,12-14-32,4 0-64,1 2 64,-1-1 48,1-3-64,-10 10 48,-2 2-16,12-12-104,-3 1-16,1-2 48,1 0 40,-2 0 48,-15 19-32,15-21 40,-1 4-80,0-4-8,1 3 16,-10 1-16,14 0 56,-15-1-72,16 1 40,-16-1 48,14 3-32,-14-2 64,12 1 0,-12 0-80,12 3 48,-14-1 8,3 0-72,-1 10 48,1-14-72,9 14 64,-12-10 56,1 10-8,-2-2-16,0-1 48,1 4-64,-3-1-72,0 1 72,0 4 8,0 0 8,0 0 72,0 0-120,0 0 56,0 0-24,0 0 0,0 4 56,-1 1-72,-1 1-24,-4 1 48,1 1 72,2-4-64,2-1 72,-5 13 32,1-8-16,-1 8-80,1-8 24,-2 12 8,6-19-40,-6 14 32,0 2-32,-10 3 40,12-1 0,-14 3 0,17-13-40,-1 4 96,-14 9-72,10 0-8,-10 2 24,12 2 0,-10-4-40,11-17 64,-10 25-32,6-1-40,-10 0 40,3 1 8,8-1 8,-13 2 24,5-1-88,8-1-16,-14-1 88,14 3-72,-3-13 16,4-5 56,-2 17 8,-8-1-120,10-5 64,-10 0-40,10-3 32,6-20-128,-7 23-48,-8-2-152,11 0-96,-1-2-104,-1-3-64,5-12 592,-1 7-737,-2 2-175,2-6-64,0 10-264,0-13-105,2 5 1345,0-5-1424,0-3-160,0 4 47,4-1 297,0-1 368,1-2 400,-4-2 472,4 1-152,13 1-16,-12-2-3625,-6 0 3793</inkml:trace>
  <inkml:trace contextRef="#ctx0" brushRef="#br0" timeOffset="681">1147 543 10722,'0'1'2160,"0"5"-591,1 1-1569,1 1 944,2-3-528,-4 10-240,0-11-8,0 10 16,0-11-184,0-2 312,0 6 104,-2 8 32,-2-11 80,-1 3-32,1 10 1,4-15-497,-2 3 456,-1 11-120,1-10-16,-2 9-16,0-10-72,3 0-232,1-2 248,-2 13-32,0-10-96,-2-1 0,2 2-8,1 1-112,1-8 80,-4 7 0,2 8-72,0-11 56,0 1 0,1 1 8,0-4-72,0 1 104,1 3-144,-2-1 48,2-1-8,0 1 32,0 0-32,0-4 88,0 1-56,0 3-72,4-1 64,-4-2-64,3 0 64,-2-2-24,2 0 56,1 0-136,-1 1 48,3-1-40,-1 0 16,1 0-24,9 0-80,-12 0-96,12 0-120,-11 0-48,9 0 424,-12 0-528,3 0-168,13 0-121,-12-3-167,15 3-224,-14 0-176,1-1 1384,8-2-1673,0 3-231,-1-4 56,5 1 391,1 3 505,-5-3 952,-10 2-440,19-3 304,2 1-3649,-26 3 3785</inkml:trace>
  <inkml:trace contextRef="#ctx0" brushRef="#br0" timeOffset="682">1476 381 9658,'-2'3'3264,"-2"5"-759,1 1-2505,1-2 1576,-4 1-560,1 12-400,-1-5-135,-1 3-17,-8-4-464,13-11 520,-3 13 80,-14 2-40,12 1 32,-13 1 24,12 0-40,2-12-576,-6 6 601,-3 10-169,8 4-48,-13-1-48,5 3-104,10-8-232,3-13 224,-15 21-144,12 1 8,-14 2-56,14 0-56,-10 4 40,14-34-16,-4 29-40,-9 3-72,8-2 144,-8-2-24,10 0 8,1-17-16,0 2 152,-4 11-152,1 1 0,1-6 8,-1 0-144,3-3 136,3-16-136,-6 15-152,4 1-184,1-4-112,-1-1-305,2-6-215,0-4 1104,0 10-1440,0-8-601,0-1-511,5 2-433,1-1 201,3-3 2784,-4-1-2025,1 0 793,16-2-2921,-22 0 4153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7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1475 285 6585,'0'0'120,"-2"0"24,2 0 120,0 2 128,0-2-392,0 2 496,0 0 72,0-1 48,0 1-47,0-2-41,0 1-528,0 0 520,0 1-88,0 0 40,0 0 0,0-1 8,0 1-480,0-2 496,0 4-64,0-2 25,-2 0-25,2-1 0,0 1 32,0-1-464,-2 0 408,2 1-32,-2 2 56,1-3-80,-1 1 24,1 1-376,0-2 360,-1 1-72,0 1 40,0 1-128,-1-2-24,-1 0-176,4-2 137,-4 2-81,1 0 64,-3 1-8,2-1 32,-1 0 8,4-1-152,-2 0 136,-2 1-64,-1-1 64,1-1-24,-1 2-24,2-2-88,3 0 168,-5 2-144,1 0 32,-1-2 24,1 2 8,-1-2 24,5 0-112,-5 2 88,0-2-40,1 0 32,-3 1 16,3-1 32,2 0-128,0 0 176,-2 2-96,-1 0 96,1-2-120,-1 2-16,0-2-40,5 0 104,-5 0-104,1 0 176,-1 0-72,3 0-16,-3 0 32,5 0-120,-2 0 24,0 0-16,-1 0 72,0 0-32,-1 0-32,2 0-16,2 0 160,-2-4-128,-1 1 48,2 3 40,-2-4-48,-1 4-16,5 0-56,-4-4 40,0 1-72,-1-1 48,1 0 64,1-1-80,1 3 0,0 0 88,0-4-72,0 1 0,-1 1 56,1-1-24,0-1 8,0 1-48,0-12 96,2 17-112,0-5 48,0-1 56,0 3-96,0-9-24,0 9 32,0-3-8,0 1 16,0-12 8,0 15-24,0 1 89,4-5-1,1-9 72,-1 12-136,0-3 24,-1-10-48,-3 16 48,6-4-184,-2-2 136,1-8 40,-1 10-64,-1-11 64,0 14-40,0-1 48,3-4-88,-1-10 120,1 12-40,-1-2-40,-1 2 0,-2 3 16,12-5-48,-14 1 56,6-1 0,-1 1 56,1 1-48,-4 3-32,11-2 16,-13 0-16,5 3-32,10-4 32,-12 0 48,-1 2-48,0 1 96,4 1-48,-1-4 96,1 4-136,8 0 8,-10 0-16,-4 0 16,4 0-120,1 0 216,1 0-112,-1 0 48,1 2-16,-4-2-32,1 2-72,1 1 8,2 1 96,-3 2-40,3-3 24,-4 0-16,-1-2 64,3 3-96,0-3 144,-1 5-104,1-1 48,-4 3-24,0-7-32,4 13-64,-1-11 40,1 3 0,0-1 56,-4 1 24,1-4-56,2 1 88,-3 5-80,3-1 40,-3 0-56,0-1 48,0 6-40,0-9 48,0-2 16,0 5 32,0 1-96,0-1 40,0 1-24,0-6-16,0 4 32,-2 0-32,1 1 24,-1-1 8,0 1-48,0-3 16,0-1 120,-2 6-40,1-3 120,-1 1-176,0 1 40,1-2-64,3-5 48,-4 6-168,-1 0 168,-1-1-24,1 1 32,-1-3 16,4-1-72,-1 2 88,-3-1-88,0-1 144,1 0-80,-2 0-24,3 1-40,2-2 80,-5 2-136,-1 3 144,3-3-48,-1-1-8,-1 0-24,6-2-8,-5 0 0,-9 2-56,11 0 32,-1-2 24,-1 0 8,2 0-8,1 0 80,-3 0-40,-1 0 72,0 0-104,1 0 32,-7 0-40,11 0 48,1-4-104,-5 0 136,2 1-96,-1-1 40,-1 0 16,1 1-80,-1-1 8,1-1 32,-1-1-16,1-10 48,1 13-32,2 2 80,-3-5-64,1 1 64,2-1-96,-1-12 16,-1 14 0,4 3 0,-2-12-32,0 9-8,0-13 64,2 12-24,0-12 24,0 15-24,0-1 48,0-14-16,0 13 112,0-14-144,4 14 40,-1-10-40,-2 12 32,2-4-136,3-8 288,-2 10-168,1-11-48,-1 10 32,-3 2 0,3-9-144,11 8 64,-11-1 72,1-1 32,1 1-32,4-5 8,-4 3 88,-2 4-88,11-3 32,-12 1-48,12 1-16,-11-2 32,-4 6 56,14-3-120,-10-1 8,2 4 48,10 0-32,-12 0 64,-2 0-24,1 0 48,3 0-88,9 0 8,-15 2 0,5 2-16,10 1 48,-15-1 24,5 1-16,1 1 16,-1 1 24,1 0-40,-5-5-8,3 4-40,2 1-40,-1 1 24,-1 6 16,0-8 32,-2-3 8,-1-1 56,-1 15-64,4-14 128,-4 5-136,4 8 24,-4-11-8,0-4 16,0 14-160,0-10 208,0 2-56,0 8-24,0-9 64,0-2-48,0 6-32,0-6-24,0 3 56,-2 1 24,0 7-8,0-12 56,0 5-24,1-1 48,-3 8-80,2-12 48,0 3-32,2-6-32,-3 7-48,-1-1 24,0-1 32,-1 1-8,1-1 40,2-3-40,-1 0 104,-3 2-144,2-3 136,-1 1-32,-1 0-40,2 0-24,3-2 128,-14 2-184,11-2 104,-1 0-88,-1 0 48,-1 0 40,5 0-48,-3 0-32,-3-4 16,3 0-32,-3 1 72,3-1-32,2 2 8,0 0 64,-2-3-16,-1-10 8,3 15-48,-3-5 8,3-1-16,2 6 0,-2-5-40,-1-1 24,0-9 32,3 12 40,-1-3-40,0-12 24,0 14-96,0-12 24,0 12 32,2-11 32,0 11-32,0 3 40,0-14-48,0 11 8,0-10-16,4 10 0,0-2 16,-4 5 0,3-12-8,1 9-96,0-2 96,-1-8 0,1 10-16,-2 1 24,0 1 48,3-4-64,1 2 192,9 1-224,-12-3 8,2 3 40,-4 3-32,13-4-176,-14-2 272,6 3-56,9-1 0,-15 4-32,1 0 24,3 0-80,2 0-24,-1 0 80,1 0 0,8 0-24,-14 0 48,0 0 80,6 0-112,0 0 64,-3 0 0,1 2-40,0 0-8,-4-2 16,3 5-88,1-1-40,-4 1 48,0 1 48,0-1 16,0 1 48,0-1-56,0 3 128,0-1-112,-2 0 16,0 0-8,2-6 56,-2 6-120,1 1 160,-1 6-72,-2-10 8,0 3-40,4-3 8,-3 7-48,-3-5 8,2-1 8,-1 10 56,-1-12 8,3 1-32,1-2 128,-4 5-24,1-1 136,-1-1-184,1-1 16,-1 1-72,6-4 56,-5 4-152,-1 1 136,1-3-8,-3 1-8,3-2-8,3-2-16,-2 2 64,-1-2-104,-1 0 80,1 0-24,-1 0-32,4 0 16,1 0 72,-3 0-72,0 0 120,2 0-104,-1-4 0,-1-2-8,3 6-8,-3-5-72,2-1 16,0 1 96,0-1-16,0 1-32,1-3 8,0 1 120,1 3-136,0-1 160,0-10-160,0 12-16,0-2 32,0 4-32,0-14-120,0 10 248,0-10-152,4 11 8,0-10-56,-3 14 104,1 0-184,2-6 40,0-9 88,-1 12-24,1-3 16,0 2 64,-2 3 0,1-14-104,3 11 64,-2 1-80,1-1 56,1-2 32,-6 6 32,5-3-96,1-1-24,-1 0 40,1 1 16,-1 3 32,-3 0 32,0 0 48,2-4-112,-1 4 80,1 0-56,0 0 8,-2 2 32,-1-2 24,-1 0-120,4 2 152,-4 0-72,0-1-40,0 3 40,0-3 16,0 0-120,0 4 8,0-3 64,0 4 24,0-1 0,0-1 24,0-2 80,0 3-72,0 10 64,0-11-64,0 1-40,0 3 96,0-3-112,-2 3 72,0-1 32,0-2-24,1 3 16,1-5-48,0 1 72,0 3-56,-2 1 80,0-3-56,-2 1 24,3-2-64,0-3 120,0 5-104,-1-1 104,0-1-40,0-2-72,0 0 32,2-2-40,-2 2-72,2-1-16,-2-1 104,2 0-32,-1 0 80,1 0-64,0 0 64,-2 0-88,2-3 112,0-1-128,0 0 88,0-1 0,0 1-120,0 1 96,0-3-96,0 0 40,0 1 32,0 1 0,0-7 8,3 8-80,1-3 32,-4 1-8,4-1-16,-2-4 64,0 5 32,1 5-48,1-5-24,0-1 16,-1 1-40,1 1 24,-4 4 40,5-5-64,-1-1-40,0 1 64,-1 1-8,1 0 16,-1 4 32,0 0 24,0-3-96,1-1 96,0 4-24,-1 0 0,-3 0 0,0 0 48,0 0-104,4 0 152,-4 0-184,0 0 40,0 0 8,0 0 40,0 2-176,0 3 104,-2 1 56,0-3-8,-1 3 32,0-2-8,2-1 24,-3 5-56,1-1 80,-3 0-72,1-1 48,-1 1-24,6-7 0,-4 15-40,-1-13 40,-1 3 40,1 1-16,1 1-56,2-5 32,-1 2 32,-3 1-96,2 1 64,-1-3 48,-1 3-64,2-5 16,3 0 64,-3 2-40,1 1-24,-3-2 32,4 2-80,-1-3-64,2 0 112,-2 0-256,1 1-216,0 0-104,0 0-192,1-2-177,1 0 945,0 0-1088,0 0-392,0 0-289,0 0-327,0 0-233,0 0-23,0 0 224,-2-6 599,2 3 569,0-1-3273,0 4 4233</inkml:trace>
  <inkml:trace contextRef="#ctx0" brushRef="#br0" timeOffset="1">210 1241 6377,'0'2'280,"3"0"184,-3 0 168,4 0 144,-2-2-776,0 0 824,1 1-31,-3 1-1,4 0-168,0 2-64,-4-3-560,0 0 504,3 0-104,1 1 16,-4 2 56,4-2-47,-4 1-25,1-2-400,1 0 440,-2 1-96,4 4-16,-4-3 88,4 1-8,-4 0-408,0-2 424,0 1 0,0 1-24,0 1-56,0-1-16,0 2-23,0-6-305,0 5 240,0 1-56,0-1 24,0 1 32,-2 1-48,1-3-192,0-1 264,-3 5-80,3 6 72,-1-10-80,-2 2-16,2 0-160,2-5 224,-3 5-96,-3 1 48,2 0 8,1-1-64,-1-1-16,3-3-104,-2 4 120,0-1-104,-3 1 64,1-1-16,-1-1-16,2-1-48,3-1 104,-5 0-72,1 6 72,-1-5-80,0-1-24,1 0 64,5-2-64,-7 0-8,-1 0 8,1 0 48,0 0-32,-1-4 8,5 4-24,-1 0 96,-4-3-120,1-3-8,0 2 8,1 1 16,0 0 8,5 2 72,-5 1-32,-1-15 128,0 15-160,-1-5 16,1-1-8,6 6-16,-5-3-96,0-3 48,1 1-8,3-12 120,-2 13-56,2-4-8,0 2 88,-1 0-24,-1-9 0,2 10-40,0-12-24,1 12 0,0 5-32,0-24-40,-1 18 8,0-12 24,2 12 56,0-12-80,0 13 64,0-5 32,0 5-96,4-12 120,-4 12-64,3-14-16,-3 15 24,0 3 88,4-16-168,0 12 216,-1-12-112,1 14-56,0-3 8,-4 5 24,5-13-96,-1 11 64,1-1 40,1-2 32,-1 1-24,-2 2-16,0 0 56,2-2-40,10-1 32,-11 3-24,0-1 8,8 1-32,-10 2 32,2-2-56,11 3 72,-12-4-88,12 4 80,-11 0-40,-3 0 0,3 0-56,13 0 80,-14 2-112,3 0 112,12 1-24,-15 0 0,-2-2-16,5 1 96,10 2-24,-12-1-72,1 3-40,1-1 56,-6-5-56,5 6-56,10-1 24,-15 1 104,6 1-80,-3 1 8,0-5 56,0 1 24,0 3-96,1-1 128,-4 1-96,4 0-16,-4 6 56,0-11 8,0 6-56,0-3 128,0 2-32,0 10-8,0-12-24,0 16 0,-2-14 8,0 10 48,-2-12 0,1 10-32,1-12-40,0-1 144,-2 15-72,1-2-40,-3-10 96,1 2-87,0 8-41,4-13 80,-6 0 8,1 3-80,1 10 48,1-13 0,-1 3 0,3-3-56,-2 2 80,-1 2-80,-1-5 128,1 1-104,-1 0 32,2-1-56,3 0 96,-5 1-144,0-2 80,1 0-72,-1 0 40,1 0-8,4 0 8,-4 0 56,0-4-40,-1 0-16,1 1 48,1-1-80,1 1 32,1 0 64,-2-2-64,0-12 136,2 14-120,1-3 0,-1-9-16,2 14 16,-2-3-176,0-2 184,0-8-64,0 8-48,1-8-40,1 12 128,0-2-144,0-13 8,0 12 56,0-12 48,0 12-32,0-6 64,0 5-56,0 3 0,3-3 112,1-14-136,0 16-9,-1-10 9,-3 13 80,0-4-248,4-1 104,0-8 96,-1 10 8,1-1 32,-2 2 8,2 0 8,1-2-64,-1-1 64,-1 1-32,1 1 24,-1 1 0,-2 2 24,4-3-96,1 4 64,-1 0 0,-1 0-16,2 0-24,-6 0 48,3 0-64,3 2-32,-1 0 32,-1 2 64,1 1-8,-2-1 8,-2-2 32,3 3-24,-1 3-32,1-1 8,0 0 8,-4 1 8,0-8-24,3 5 8,1 1 32,-4 9 0,0-10 40,0 2-16,0-1-40,0 5 40,0-6-64,0 3 0,0 7 136,0-12-16,0 2-96,0-2 176,-2 13 56,0-12-56,1 11 25,-3-10-17,0 10-40,4-15-144,-3 5 120,-1 10-40,-2-10 64,1 3 8,-1-1-24,5-3-128,-1 0 168,-2 3-56,-1-2 144,1-1-160,-2 0 40,3-1-136,3-3 56,-4 6-120,0-2 240,1-2-168,-1-1 40,0 1-32,3-2-16,-3 0-80,0 0 96,0 0 56,3 0-32,-3-3-8,2-1 64,0 0-144,0 0 88,0-1-64,1-10 16,-1 12 24,2 2-16,-2-13-24,0 10-32,0-11-40,2 10 0,0-10-56,0 13 152,0-1-104,0-12-120,0 9 24,0-10 24,0 12 16,0-9 160,0 10-88,0-3-32,0-10 40,4 12-88,0-13 8,-1 14 40,-3-1 120,0-11-153,4 12 1,-4-12-24,4 9 80,-1 1-24,-1-3 120,0 1-56,2 4-16,-4-3-64,3 1 32,1-1 40,-4 0 8,4 3 8,-1-3 0,1 3-8,-4 3 40,0-4 8,1 4 8,2 0-32,-3 0-32,3 0 136,-3 0-104,0 2 48,3 0-16,-2-1 40,-1 1-144,4 0 168,0 0-96,-4 2 8,0 1 24,0-4 0,3 4-72,-3 0 32,0 1 88,0 1 8,0 0 16,0-3-72,0 0 120,0 3-88,0 8 24,0-10-32,0 3 0,0 5-24,0-12 56,-2 5-24,-1 1 176,1 10-104,-2-12 8,0 3 32,4-5-144,-3 8 16,-1-7 56,2 2 72,-1 8-32,1-10 1,-1 0-113,2-2 192,-3 3-80,-1 1-72,1-1 48,2-1-32,1-1-16,0-2-40,0 2 112,-1 1-120,0-2 72,-2-1-24,2 1 8,2-2-48,-1 0 104,1 0-128,0 0 32,0 0-24,-2-3-16,2 0 32,0 2 16,0 1-48,0-6 104,0 1-112,0-1 0,0 1 8,0-1-128,0 1 32,0-10 24,0 11-8,3-1 48,0-4 64,-2 3-72,-1 3-16,4-12 48,-4 11-97,4-11 57,-4 12 80,0 3-80,3-6-72,1 1 64,-4-10-8,4 11 16,-4-1 16,1 0 64,1-5-64,-2 10-56,4-5 96,0-1-72,-1-9 32,0 15 64,-2 0-8,3-5-120,-1-1 216,1 1-160,-4-1 32,4 3 0,-4 3 40,0 0-136,3-4 96,1 4 24,-4 0-8,4 0-8,-4 0 32,0 0 16,0 0-56,3 0 112,-3 2-72,0 3 0,0-1 0,0-4 8,0 6-48,0-1 88,0 1-32,0 8 24,-1-10-40,0-2 0,0 3-16,-3 10-8,0-9 32,1 1 24,-3 8-8,2-10 88,-1 10-80,-1-10 120,1 12-136,-1-12-56,1 12 32,5-17 8,-6 7-144,1 8 88,1-11 64,-1 3 16,1 8-80,3-13 56,0 1-80,-3 5-272,1-3-56,-1 1-408,2-1-344,1 0 1160,0-4-1425,0 4-423,1-3-48,0 0-233,0 0 33,0-2 391,0 0 1705,3 0-1264,3 0-3193,-6 0 4457</inkml:trace>
  <inkml:trace contextRef="#ctx0" brushRef="#br0" timeOffset="2">2010 1859 7713,'0'4'560,"-2"1"144,1 0-704,0-2 721,1 13-121,-2-14-104,0 5-152,1 8-24,-1-9-24,2-6-296,-4 14 304,0-8 88,-1-1 80,-1 10 48,1-9 24,-1-1 33,1 10-65,-1-10-16,1 1-80,-10-1-40,12 0-376,2-4 384,-6 3-48,0 1 0,-1 1-32,1-5-56,1 1-8,-1 0-16,-8-2-56,12 0-7,-5 0-1,1 0 8,2 0-168,3 0 200,-6-4-24,1 1-32,0-1-16,1 0-8,1 1-64,4 2-56,-4-4 40,-2 0-48,1-1 48,3 1 48,-1-10 0,3 13-88,0 0 96,-1-12-56,0 8 224,2-12-200,0 12 0,0-9-64,0 12 48,0-3-224,0-12 336,0 3-112,4 10 16,0-18-40,-4 23-24,3-5-104,1-15 88,0 14 24,-1-10 8,3 10 8,-3-3-24,-1 2 64,4 1-40,-1-9-8,10 12 24,-11-12 0,1 12-40,-5 2 48,15-4 0,-11-12-24,1 14 16,10-3 16,-11 1 8,1 3-64,4 0 32,-5-4-32,11 3 0,-12-1 72,14 0 32,-13 2-104,-3 1 112,16 1-48,-13 0 128,1-4-208,12 4 48,-14 0-16,-2 0-16,4 0-128,12 0 152,-14 0-32,1 2 48,1 0-32,-2-1-8,0-1 48,2 6-32,1-4-8,-2 3-24,-1 1-16,1-1 32,-4-5-24,0 19 8,0-14 64,0 10-32,4-9-8,-4 10 0,0-14-8,0 2-48,0 14 0,0-11 48,0 12-16,-2-12 32,1 5-16,0-6 64,-3 9-56,1-7 24,-3 14-8,1-8 16,-1-6 56,6-8-96,-5 20 56,-1-13 8,-1 10 24,1-10-16,-1 8 80,4-13-152,-2 1 136,-2 5-48,0-1 144,-8 8-152,10-12 64,0 2-144,4-4 144,-14 5-120,12-1 225,-5 1-153,1-5 48,0 1-48,4-2-96,-9 0-8,8 0 48,-1 0 16,-3 0 0,-6 0-24,11-2-32,2 1 88,-5-3-48,-1-2 72,0 1-56,-8-1 16,13-9-72,2 14 48,-5-3-112,-1-11 72,1 10-48,-1-12 56,1 12 24,3-2-40,-2-6 8,0-2-32,1-2-56,1 3 56,0-3 104,0 0 8,0 1 8,2-1 72,0 3-176,0-1 32,0 0-48,0 15 24,0-5-136,6-17 32,-2 7 24,1 9 8,-1-14-16,1 15 56,1-12-64,-1 13 96,1-10-32,8 8-48,-10 1 80,-4 5-8,6-17-64,-1 17 16,12-3 88,-14-1-40,3 0-8,-2 3 16,7-2-16,-8 0-88,3 3 80,-1 0 0,10 0 40,-13 0-16,0 0 80,3 0-104,1 0-24,-1 2 32,1 1-48,-1 3 64,-5-6 0,6 18 64,-1-14-136,1 3 72,-2 8-8,-1-10-16,-1-1 24,0 0 32,2 12-56,-4-10 144,3 12-144,1-12-8,-4 10 32,0-12-16,0 2-136,0 10 280,0-9-96,0 10 72,0-11-40,0-3-64,0 12-56,0-8 104,-2 8 8,2-8 64,-2 10-24,1-14-96,0-1 160,0 17-32,-5-14-112,2 12 88,1-12 0,-3 3-104,6-8 64,-5 7 104,-1 0-88,2 1 40,-1 7-24,-1-14-16,5 1-80,-1 2 104,-4 0-128,1-3 72,-1-1 8,-1 2-8,3-2-48,2 0 80,-3 2-40,1-2 32,-1-4-56,-1 1 32,1-1-56,4 4 8,-2-4-16,-3 1-24,1-3 72,1-12-8,-1 18-16,2-9-8,0 1 56,0 3-80,-3-1 56,2-16-16,1 17 0,-1-16-40,2 1 16,0 15-40,0-14 48,2 14 64,0-16-72,0 17 8,0-6 48,0 4-104,0-12-72,4 12 80,0-14 0,-2 16 48,-1 3 0,3-14 8,0 9-80,0-10 40,-1 12-48,1-1 32,-4 5 48,5-15-80,1 15-104,-1-6 104,-1 1-48,2-1 56,-4 4 72,1-1-8,3-1-104,8 1 152,-14-1-64,6 4-48,-2-3 72,-3 2-24,5 1-112,-1 0 160,1 0-32,-1 2-8,-1 0 8,-3-1 8,4 2-112,0 2 32,1 1 72,-1-1-8,-1 1-32,0-1 64,-1-1-32,3 1-8,-3 1 24,1 1 0,-4 0 0,0-6-24,0 6 32,4 0 80,-4 8-32,0-10 0,0 10-24,0-13-32,0 2-40,0 10 16,0-12 168,0 6-96,-2 8 56,1-12-104,0-2 136,-3 16-168,1-12 216,1 8-120,-4-10 16,3 3 40,2-6-120,-2 6 24,-2 7 48,1-10-16,-2 2 16,1 1-24,3-5-48,0 1 96,-3 3-24,1 9 64,-2-14-64,1 1-32,0 0-40,4-2 56,-4 0-80,-1 2-56,1 0 88,-1-2-8,3 0 8,2 0-8,-2 0 128,-1-4-160,1 4 64,-3-4-24,2 1-24,3 0 16,1 2 96,-2-4-56,-2-10 184,2 11-192,0-1-40,1-12-16,0 17 24,0-4-200,-1-1 128,2-12 88,0 12 40,0-13-56,0 15 0,0 0 64,0-14-120,0 3 80,0 8-48,0-14-32,4 14 56,-4-8-80,3 10 152,1-1-88,0-14-48,-1 16-64,-2-1 128,2-11-208,1 11 48,-1-1 80,1-12 24,0 17 8,-2-3 48,-1 1-8,3-4-56,2 3-24,-3-1 32,1 0 32,-1 4 24,-2 0-56,-1-3-16,3 3 56,1 0-80,-4 0 24,4 0 32,-3 0 40,1 0-144,-2 1 32,0 1 192,0 4-112,4-1-24,-4-1 56,0-2 16,0 13-176,0-12 296,0 3-152,0 1-16,0 0 8,0-6 24,0 6-200,0 0 144,0 8 56,-2-10 0,0 1 32,1 1-32,0 1 72,0-3-56,-1 3-48,0 6 80,-2-8 32,1 0-80,3-5 112,-4 6 88,0 10-8,2-13-80,-1 10-40,-3-10 16,5-2-88,-2 2 16,0 3 40,-1 0 64,0 1-48,1-3 24,-1-2-96,2 0 96,0 2-64,1-5 88,-1 4-120,0 0-8,-1-3 8,2-1 40,-1 6-96,1-4 16,-1 0 72,0-2-24,0 0-8,2 0 0,0 0 56,-2 0-72,2-4 128,0 0-72,0-1-16,0 2-24,0 2 56,0-3-160,0 1 168,0-1-48,0 0-48,0-1 8,1 4 24,2-4-120,1-9 8,-1 10 40,1-2 16,0 1 32,-2-4 24,-1 1 16,3 5-64,0-1-64,-1-2 0,1-10 8,-1 12 104,-2 4-80,-1-5 88,3-12-64,1 13 32,-4 1-24,4-3-8,-4 3 32,3-1-56,1 0 64,0 1-16,-4-1 0,2 4 32,-1 0-8,-1-4 136,0 4-152,0 0 32,0 0-8,0 0-168,0 0 120,0 0 8,0 2-24,0 0 80,0-1-16,0 0 56,0 1-40,0 1-24,-1 1-24,-1 0 16,0-3 16,2-1-8,0 2 40,-2 2 72,0 0-120,0-1 32,1 1-16,0-4 0,0 2-80,1 0 40,-2 0 8,0 3 40,0 1 16,2-3-24,0-1 96,-2 4-32,0-5-112,2 1 56,0 4-24,-1-3 32,1 3 64,0-1-144,0 1 56,0-2-56,0 1-128,0 1-96,0-1-232,0 10-1,0-13-351,3 3-216,0 0 1088,-2-4-1376,-1 2-561,4 1-135,-1-2-241,1 0 1,0-2 447,-4 0 1865,3 0-1264,1 0 512,2 0-3321,-6 0 4073</inkml:trace>
  <inkml:trace contextRef="#ctx0" brushRef="#br0" timeOffset="3">189 1081 6369,'0'0'88,"0"0"-88,-1 0 112,1 0 88,0 0 112,0 0 136,0 0 24,0 0-472,0 0 496,0 0-8,0 0 1,-2 2 31,2 0 48,0 0 40,0-2-608,-2 3 624,0 1-32,0 0 8,0-1-32,1 1-55,0-2-513,0 0 504,-1 1-104,0 3-16,0-2-32,0-1-32,1 0-320,0-2 328,0 3-72,-1-1 16,0 3-104,0-1-8,-3-1-64,4-3-96,-2 4 24,-1-2-32,1 3 16,-1-1 72,0-1-48,3-2-32,0 0 120,0 1-40,-1 1 40,-2 0-40,0-1-16,1 1-64,3-4 16,-4 4-64,0-2 56,2 1 40,1-1 40,-1 0-32,1-1-56,0 2 80,-1 0-72,2 3 144,-2-3-96,2-1 32,0 2 0,0-2-128,0 3 152,-2-1-96,2 0 48,0-2-7,0-2-57,-1 0-49,1 0 25,0 1 24,0 1-16,-2 0 65,2-1-49,0 0 72,0 1-88,-2-2 72,2 0-48,0 0-8,0 0 16,0 2-88,0-2 248,0 0-168,0 0 32,0 0-24,1 0-16,2 0-160,-3 0 128,0 0 40,3-4-40,-3 4 8,3-3 24,-2 2-8,-1 1-65,4-3 234,-1-1-161,-3 0 0,0 1 0,0 2 0,4-2-112,-4-1 39,4 0 57,-4 1 48,3-1-56,-3 2 24,0 0 57,0-3-82,0 1 106,0 1-105,0-3 16,0 1 8,0 5 16,0-4-161,0-2 250,0 1-130,0 1 17,0-1 33,0 4-25,0-2-105,0-3 49,0 1 8,0-1-8,0 1 0,0 1 56,0 2-32,0-3-40,-2-10 32,2 15 0,0-5 48,0-1-8,0 6 16,0-5-32,0 1-24,0-2 40,0 1 8,0-1-32,0 4 24,0-1 24,0-1-96,0-1 88,0 1-16,0 0 16,0 1-16,0 3 64,0-4-80,0 4 40,0-4-24,0 4 16,0-3-24,0 2 8,0 1-16,0 0-56,0 0 24,0 0 72,0 0-48,0 0 160,0 0-216,-1 1 80,-1-1 56,0 0-48,0 1-16,0 1 8,2-2 24,-2 4-112,1 0 88,-1-3 32,-2 1-8,2 4-8,1-5-16,-1 2 0,0-2-88,-4 1 64,3 4 24,-1-3 56,1 1-56,2-2 96,-1 5-56,-1-1 0,1-3-32,0 3 40,0-1-16,2-4-32,-2 4 40,0 2-32,1-1 16,-1 1 16,0-1 40,2-1 25,-2 1-49,2 8 24,0-12-80,0 2-8,0 1 8,0-4-16,0 0-8,0 1 112,4 0-72,-4 4 40,0-3-72,3 3-64,-3-4 40,4-1-40,-4 3 64,0-2-25,2-1 41,0 0-32,-2 1 8,0-2 40,0 0-104,0 0-16,4 0-8,-4 0 112,0 1-216,0-1 40,0 0 48,0 0-72,0 0 16,0 0 184,0 0-112,0 0-88,0 0 120,0 0-72,0 0-48,0 0 944,0 0-1640,0-3 600,0-1 72,0 0-120,0 4-88,0-3-96,0 3 528,0 0-721,0-4-127,3 0-192,-3 1-192,4-1-64,-2 2 1296,0 0-1193,1-3 241,1 1 400,0 0 248,-1-1 144,2-8 160,-4 11-112,4-1-3817,-5 3 3929</inkml:trace>
  <inkml:trace contextRef="#ctx0" brushRef="#br0" timeOffset="4">202 1129 6529,'0'0'136,"0"0"8,0 0 200,0 0 184,0 0 216,0 0 120,0 0 1,0 0-65,0 0-48,0 0-32,0 0-8,0 0-712,0 0 728,0 0-47,0 0-25,0 0-40,0 0-16,0 0-3881,0 0 7106,0 0-3305,4-4-48,-4 4-88,4 0 1,-1-3-65,-3 3-320,0 0 248,0-4-40,4 4 96,-4-4-88,4 1 24,-2 0-240,-1 2 288,-1-3-128,0-1 160,4 1-128,-4 0 48,4 1-64,-4 3-176,3 0 104,1-4 48,-4-1 8,4 1 56,-1-2-72,-1 4-144,0-1 208,-2-3-112,4 1 112,-1-1-40,3 1-16,-1-8-152,-5 11 152,6 2-103,-2-4 87,1 1 16,-1-3 16,0 1 8,-3 3-176,3-2 168,2-11-104,-1 15 48,1-5 0,-1-1 24,-2 3-136,0 1 192,11-4-8,-10-8 96,2 10-168,8 0-8,-10-1-104,-4 5 72,15-6-120,-12-8 112,12 10 16,-11-2 0,12-8-16,-14 12-64,0 0 80,14-4-96,-10-12 144,12 14-120,-12-10 0,7 11-8,-8 2 96,1-3-176,10-16 152,-10 16-56,9-10-32,-10 8 32,-2 5-16,12-3-48,-9-11-8,14 9 64,-14-8 16,10 10-16,-13-4-8,0 1 80,13 4-48,-10-3 40,10-9-32,-12 10-40,11-10 0,-13 13 0,3-3-64,14-1 112,-14-10-80,13 10 16,-12-8 32,-2 12-16,7-2-24,-6-1 0,12-10 72,-12 9-48,12 1-24,-13-7 24,-3 7 88,16 2-88,-12-16 56,14 16-56,-14-12 8,12 11 8,-17 4-16,5-4-64,12-1 24,-13-1 32,12-10 8,-12 16 24,3-3-24,2 0 56,-5-13-72,13 16 104,-12-15-104,10 11 40,-12-8-24,-3 10 8,15-2-64,-11-2 80,12-12-32,-12 14 16,11-10-16,-14 13 8,1-2 8,4-12-48,11 10-32,-14-1 48,3-10 16,2 13 8,-2 0 88,-2-11 32,2 10 8,8-11-104,-10 11-24,1-1 0,-4 5-24,13-17-72,-10 17 24,1-5 48,10-10 56,-11 11-32,-2 3 0,1-1 64,3-4-88,9-8 96,-15 14-72,5-6 8,-1 3-8,-2 2 32,3 1-128,1-3 104,-1-1 0,1-1 24,-3 1-32,-2 4 0,4 0-8,-1 0-32,1 0 8,1-4 64,-3 0-32,-1 2 0,0 1 40,2-3-48,-1 4 96,1-4-96,0 4 0,-1-3 8,-3 3 8,0-4-128,4 0 200,0 1-80,-1 3 8,3-4-16,-5 3 8,2-2-56,0 0-8,-3-3 56,4 3 8,0-1-48,-2 0 48,-1 2 64,3-1-80,-4-1 8,4-2 16,-1 1-32,1 1-32,-4 4 56,4-3-96,-4-3-96,3 2 0,1 1 64,-4-3-80,2 4 208,0 1-160,-2 1-160,3-4 0,-3 4-48,4 0-80,-4-3 448,0 2-480,4 1-169,-4 0-55,3 0-112,-3 0-96,4 0-136,-4 0 1048,0 0-1217,0 0-239,4-4-232,-4 4-321,0-3-31,2 3 2040,-1 0-1697,-1 0 481,0 0 624,4 0 384,0 0 112,-4-4 96,0 4-3945,0 0 3945</inkml:trace>
  <inkml:trace contextRef="#ctx0" brushRef="#br0" timeOffset="5">1372 199 7073,'0'0'80,"0"-4"-24,0 0-56,0 4 80,-2-3-48,2-1 48,0 0 80,0 4 56,0-3 136,0 3-352,0 0 496,-2-4 88,0 0 161,2 0 15,0 4 32,-1-2-792,0 1 832,1 1-72,-1 0-16,1 0 25,0-4-81,-2 4 8,2 0-696,0 0 664,0-4-104,0 4 24,0 0-40,0 0-39,0 0-505,0 0 552,0 0-104,-2 0 48,2 0-88,0 0-48,0 0-360,0 0 376,0 0-104,0 0 104,0 0-32,0 0-80,0 2 0,0-1-264,0 0 224,0 1-96,0-2 121,0 2-41,4 0-64,-2 0-144,-1-1 224,-1 3-112,4-2 88,-4 2-48,4 1-16,-1 10 8,-3-15-144,0 5 24,4 10-8,0-10 88,-4 3-8,3 8-8,-1-13-88,0 0 176,2 13-128,-1-8 48,1 10 24,-4-12-16,3 7-104,-2-10 128,2 3-64,-3 12 32,4-10-48,0 10 16,-1-13-40,-2-1-24,2 9-8,1-8 24,-1 16-8,-3-16 104,4 14-8,-2-16-104,0-1 96,1 15 0,3-14 24,-2 14-88,-1-10 16,1 12 0,-4-19-48,4 16-64,-1-10 64,1 8 40,0-8-8,-1 12-16,-1-15-16,0 2 64,2 11-88,-1-10 48,3 8 16,-2-8-16,-2 8-24,-1-10 88,3 11-104,0 0 72,1-8-40,1 12-88,-1-12 96,1 9-104,-1-8-8,-1 8 120,1-8-48,1 12 88,-3-16-72,-1-1 96,13 16-64,-15-5 88,6-6-168,-1 12 56,10-5-8,-15-1-88,5-6 136,1 14-32,11-7-16,-14 1 0,-1-10 0,2 8-64,14 3-8,-14 1 80,10 1-40,-10 1 88,0-7-56,-2-8 80,14 14-72,-10-1 56,-1-1-104,12 1 32,-14-1 8,-2-17 0,13 18-16,-10-3-48,11-1 72,-12 1 8,3 0-40,1-12 24,2 1 88,-5 14-144,2-12 184,-1 11-112,10-12 8,-15 9-24,0-11 48,5 2-168,1 2-40,8 8 176,-14-9 32,6-1 8,-5-1-56,4 9 232,0-10-280,1 12 40,-1-11 24,-1 1-16,-1 0 0,-1-2 80,2 2-24,1 3-24,-1 6-32,0-8 48,-4 1-40,0-7-8,3 15 0,-3-10 64,4 3-88,0-1 16,0 8-24,-4-13 32,0 1-56,3 5-16,-3-3 232,4 10-128,-4-10-32,0 7 0,0-9 88,4 4-256,-4 12 264,3-14-72,-3 3-48,0 6 56,1-13-32,2 0-72,-3 5 0,0 9 72,0-10 0,4 1 8,-4 8 80,0-10-24,3 1-16,-3 1-40,4 1-8,-4-2 0,0-4 8,4 6-32,-4 1 128,3-3-56,-3 2-40,4-1-16,-4-4 8,0 1-88,0 3 16,0-2 64,4-1 16,-4 1-8,0-1 0,0-2 56,3 4-48,-3-3 104,0 2-96,0-1-8,4 1-24,-4-4 16,0 4-96,0-2 72,0-1 8,0 1 8,0 0 0,2-1 8,0 0 8,-2 1-104,3-2 128,-3 2-208,0-1-80,0-1 256,0 0-320,0 2-296,0-2 120,0 0-168,0 0-104,0 0-152,0 0 920,0 0-1177,0 0-175,0 0-216,0-3-265,0-1-367,0 2 2200,0 0-2577,0-1 193,0-3 527,-1 1 689,-1-1 760,2 1 408,0 5-3793,0 0 3793</inkml:trace>
  <inkml:trace contextRef="#ctx0" brushRef="#br0" timeOffset="6">289 4639 8849,'0'6'1889,"0"1"-57,0 10-440,0-17-1392,0 5 985,0 3-377,0 6-168,0-8-184,-2 1-104,1 0-152,0 1 144,-1-3-48,0 3 112,-1-3 0,-1 3 24,-1-4-232,4-3 248,-4 5-48,-1 8 16,3-12-72,-1 0-24,-1 0-32,3-2-88,-2 2 8,-1 0-8,-3-1-8,3 1 0,-3 0 24,5-2-16,1 0 40,-4 0-24,-1 0-56,1-4 32,1-1 8,-2 1 0,7 4-24,-8-5 8,3-1-56,-1-8-8,1 14 24,-1-6 8,5 0 48,-2-5-48,0 8-40,-1-12 0,0 11-24,-1-1 24,3-8 88,2 9-72,-2 1 0,0-3 24,0-9-16,1 12 24,-1-12-8,2 14 48,-2-2-64,2-2 0,0-10 32,0 11 16,0-1 32,0-4-16,0 1 40,0 5-56,0-3 56,0-9-80,0 15 8,0-5 32,0 5 24,4-15-40,-4 15 24,0-3 16,3-3-24,1 1 8,-4 3-8,0-2 8,4 0-24,-1-1 8,1 1-8,-4 0 48,3 2-32,-2 1 48,2-3-8,1 0 16,0 4-56,-1-3 0,-3 3 8,4-4-8,0 0-16,1 4 48,1-3 0,-2-1-24,-3 4-8,1 0 64,4 0-56,-3 0 48,1 0-16,2 0 0,-3 0-40,-3 0 40,6 0-40,-1 0 72,1 0-40,-1 0 24,1 0-24,-5 0-32,3 2 8,2 0 0,-1 0 24,1 1 48,-1-1-16,-1 0-64,-2 0 64,3 1 16,1 1-64,-1 2 32,-1-1 0,2 1-48,-6-6 0,3 7 16,1 0 0,0-1 8,-1 1 8,1 1 0,-4-6-32,0 3 48,4 10-48,-4-13 80,3 3-40,-3 10-24,0-12-16,0-3 40,0 8-32,0 6 80,0-10 9,0 2-9,0 1-24,0-7-64,0 15 24,0-12 0,-1 3 72,-1 1 32,0 1-8,1-4-120,0-1 136,-1 3-16,-1 1-40,1-2 32,-2 1-40,1 1-72,2-7 64,-2 6 8,-3-1-56,2-1 16,1 0 0,-3-1 0,5-2-32,-3 0 72,-2 3-88,1-2 0,-1 0 32,1-2-40,1 0 24,2 0 56,-3 0-32,-3 0-8,1 0 8,1 0-32,-1-4 24,7 4-16,-5-4-24,-1-1 0,1 1 16,-1-2 16,1 1-8,-1-1 8,0 1 0,3-1 0,-3 1 8,4-12 16,-1 14-32,3 3 24,-4-6-48,0 1 40,1-12-24,-1 13 16,2-10-16,2 13 8,-2-2-24,2-12-32,-1 12 32,-1-3 48,2-10-8,0 13-16,0 2 48,0-14-32,0 11-48,0-1 56,0-10 8,0 12-8,0 3-24,3-4 40,-3-2-40,4-8 0,0 10-24,-1-2 32,-1 4-8,0-1 32,-2-3-40,6 1 88,-3-10-64,1 15-8,0-3-8,-3 3 16,3-4-40,0 0 48,1 0-8,-1 1 8,0-1 0,-4 3-24,3-3 8,3 0-24,-1 4 40,1 0 16,-1 0-8,-2 0-32,0 0 80,2 0-24,1 0 16,0 2-16,-1 0-8,0-1-48,-4-1 8,4 2-32,1 0 40,-1 4-40,1-3 24,-1 1 24,-3-3-24,2 2-32,1 2 0,1 1 16,-3-1 24,1 3-8,-1-3 0,-2-3 80,2 5-40,1-1-24,0 1 64,-1 1-48,-3 6 32,0-13-64,0 4 48,4 2-80,-4 10 112,0-14-24,0 5 0,0-5-56,0 1 128,0 11-88,0-1 80,0-8-40,0 11 16,0-12 24,0 1-40,-2-1 24,0 2-24,-1 8-24,1-11-16,1-2-40,-2 3 104,0 3-104,1-1 24,-4-2 24,4 3-80,0-5 32,1-1 88,-3 4-24,-2-1-56,3-1 56,-3 0-32,1-1-8,5-3-24,-4 2 56,-1 0-64,-1 0 0,1-2 48,-1 0-24,4 0-16,-1 0 48,-3 0-64,0 0 40,1 0 0,-1-4-24,2 1 0,3 3 40,-5 0-64,-1-6 0,2 0 32,-1 1-16,1-10-16,4 15 24,-4-3 0,1-3-40,-1 1 40,1-10 40,-1 11-24,2 1-16,0 1 8,1-15 24,-1 13-32,1-10-8,0 10 64,-1-1-56,2 5-8,-1-17 16,1 13-8,-1-1-16,2-14 8,0 16 8,0-2 0,0-5 40,0 6-56,0-1-8,0-12 32,0 14-40,0-1 32,0 2 0,0-3 8,0-10-8,3 11 32,-3 0-16,4-1-40,-4 5 24,4-6-56,-1 1-16,1-1 56,0 3 40,-1-1-8,-1 2-16,0 0 40,2-1-56,-4 3 56,5 0-40,1 0 16,-2 0-16,-3 0-16,5-4-24,-2 4 56,1 0-8,-1 0 16,1 2-24,-4-2 0,4 0-8,0 2-64,1 0 48,-1-1 24,1 5-8,-4-3 8,0-1 40,1 4-24,3-2-16,-3 1-16,3 1 32,-1 1-16,-5-7-16,4 7 32,0 1-32,-1-1-8,-3 0 32,4 8-48,-4-13 40,0 0 48,0 5-8,0 1 32,0 6-24,0-8-16,0 5-32,0-8 32,0 3-48,0 9 32,0-10 16,0 10 8,-2-10 48,2-4-88,-2 4 72,1 10-40,-3-10 81,2 3-121,-2-1 88,3 1-80,1-1 120,-4-6-72,2 5 24,0 1-40,-1-1 8,1-1-40,2-5 48,-4 6 24,0-2 8,1-1 8,-1-1-24,2 0-16,1-2-48,-2 2 48,0 0-72,1-2-16,0 0 64,-2 0-24,3 0 0,1 0 32,-4 0 24,2 0-8,0 0-40,-1-4-16,1 0 8,1 4 0,-2-5-64,1-1 24,0 1 72,1-1-32,-1 1 0,1 2 0,0 0 32,-1-2-64,2-1 112,-2-9-80,2 15-8,0-4 8,0 3 24,0-14-128,0 15 136,0-4-32,0-1-8,0-10-8,0 14 16,0-3-16,0-2-24,0-10-8,4 12 32,-4-2-48,0 3 64,0 1 0,4-13-24,-4 12-24,3-12 24,-3 15-32,4-15 8,-4 15 48,4 0 0,-1-4-56,1-1 48,0-1-8,-1 1-16,-1 3 32,0-2-40,2 1-24,-1-1 112,3 0-96,-2 1 16,-1 3 16,1-4-64,0 4 104,-1 0 0,-3 0-48,1 0 24,2 0-48,1 0-8,-1 0 32,-3 0-8,4 0 16,-2 1 16,0 0 8,-2 3-24,0-1 40,3 1 8,-3-2 0,0 1-32,0-3 0,0 2-8,4 2 0,-4 0 24,0-3 0,0 3 0,0-2-16,0 2 0,0-1-64,0 3 48,0-1 24,0 1 8,-1-2-16,0-3 72,-1 3-24,0 2 88,1-1-88,-1 1 56,-2 1-16,0 0-120,1-1 40,-1 1 16,-1 1 32,1-3-8,2-2-48,0 0 104,-1 2-56,-1 1 16,0-1 0,0 1-40,0-3-24,3-3 32,-3 2-8,2 0-56,-1 0 64,1 0 16,-2-1-72,3 0 24,-1 0 56,0-1-88,-2 0 8,2 0 40,-1 0-16,0 0 0,2 0 56,-1 0-16,0 0 0,0-3-24,1-1-32,-1 0 16,2 4-8,-2-5-40,0 1 40,0-1 8,2-1-16,-2-9 16,2 14 0,0-1-16,0-4-32,-2-9 80,2 12-64,0-3 8,0-10 40,0 12-72,0-1 88,0-10-64,0 11-40,0-1-24,0 3 96,0-11-112,0 13 16,0-6 40,4 1 32,-4-1-16,2 3 40,0 1-16,-2-4-32,0 1-8,4-1 16,-4 3-16,3-2 56,-3 4-48,4-4 8,-4 1 0,4 4 16,-4-4 0,3 4 40,-3 0-16,0 0-56,4 0-8,0 0 32,-4 0-41,3 0 73,-3 0 57,0 0-90,4 0 122,0 0-121,-4 0 0,3 0 48,-3 0-16,0 2-113,0 0 89,0 2 8,4-1-16,-4 1 0,0-2 32,0 0 32,0 1-64,0 3 48,4-1-8,-4 1-56,0-3 48,0-2 16,0 0-40,0 1-16,0 4 64,0-3-16,0 3-8,-2-1 16,0 1-32,0-1 16,0-1 0,0 0 24,1-1-24,1-1 16,-2 4 40,0-1 8,0-1 0,2 0-23,-2-1-25,0-1-32,1 2 8,-1-2 40,0 1 16,0-1 8,1-1-56,0 0 56,1 1-48,0-2 56,-2 0-56,1 0 16,1 0-24,0 0 32,0 0-88,0 2 112,0-2-80,0 0 0,0 0 32,0-1-8,0-2-40,0 3-24,0-4 40,0 1-40,0-1 8,0 2 56,0 0 8,0-3 0,0 1 8,3 1-24,-3-1 8,0-1 0,0 4-48,0-4-1,0-1-63,0 3 40,0-1 16,4-2-40,-4 5 96,0-3-24,0 0-64,4 1 8,-4-1 48,3 0-24,-3 2 56,0 1-40,0 1-32,0-4 64,4 4-48,-4-4 16,0 4-24,0 0 64,4-4-128,-4 4 32,0 0 16,0 0 8,0 0 8,1 0 64,1 0-80,-2 0-48,0 0 56,0 2-64,4 0 16,-4 1 120,0-2-128,0 1-80,0 1-40,0 1-48,0 0-72,0 1-96,0-3 464,0 2-504,0 1-129,0 1-47,0-1-96,0 1-120,0 1-88,4 8-192,-4-13-129,3 3-103,1 1-64,-4-1 1472,0-5-1433,4 6 313,-1-1 296,-3 1-3409,0-6 4233</inkml:trace>
  <inkml:trace contextRef="#ctx0" brushRef="#br0" timeOffset="7">1601 5439 8705,'0'2'1177,"0"-2"-1177,0 2 1048,0 3-272,0 1-208,0-1-168,0 1-104,0-3-296,0 0 288,0 2-40,-2 1 32,0-1 73,-2 1 47,0 0-400,3-5 400,-3 14 24,1-12-112,-1 3-24,0-1 8,-1 1-48,3-5-248,-2 3 280,0 4-120,-1-3-8,-1 1-32,1-1-40,1-1-80,2-2 168,-5 3-96,2 1 8,-3-1 0,-7-1-40,14 0-40,1-4 112,-8 2-64,1 1 16,0-1 0,-1 0-16,-7 0-16,12-2-8,-5 0-48,3 0 32,-2 0 16,-1 0-8,4-3-16,3 2 32,-14-3-56,11 1 24,-1-3 40,-3 3-16,1-1 0,6 3-24,-3-2 0,-2-1-88,1 1 96,-1-3 8,1 1-8,2-3-8,0 1 96,-3 7-96,1-5-56,1-12 80,1 13-32,0-8 8,2 10 16,-1-2 48,0-2-56,0-8 16,2 10 8,0-1-16,0 0-16,0-7 40,0 6-40,0-8 16,0 8 16,0-10-16,0 13-16,0 2 64,0-14-40,4 12 0,0-3 16,-4-10-24,3 12 8,-2 4-24,4-6 9,-1-8-26,1 10 74,-1-2-49,0-8 24,-2 12-32,1 0 48,3-3-88,-1-1 56,1-9 8,-1 15-8,-1-5 48,1-1-48,1 1-40,-1-1 56,1 3-8,-1-1 8,-1 4-32,7 0 88,-11 0-96,6 0 32,8-4 40,-14 4-32,4 0-32,-2 0 88,3 0-32,1 0-32,-1 0 24,1 2-24,-1 0-8,-5-2-16,6 2 0,-1 1-8,1 1 8,-1 0 16,1-1 16,-5-1-32,2 0 24,0 4-88,1-1 32,0 1 8,-4-1 40,3 1-16,-3-4 48,0 3-24,4 2-24,-4-1-32,0 1 48,0-1-8,0-5-8,0 3 56,0 4-72,0-1 0,0 8 16,0-12-24,0 1 24,0 0 40,0 3 24,0 0-72,-2 8 48,0-9 32,1-1-32,-1 10 16,-2-10-16,0 3-8,-1-1 24,1 1 16,2-7-72,-1 3 64,-3 3-32,2 1 0,1-3 56,-3 3-40,2-3-48,3-3 56,-3 3 24,-1 1-56,1 0 32,-2-5 16,1 1-72,4-2 0,-4 4 64,0-2-64,-1 0 48,1-1 40,-1 1-56,4-2-32,-1 0 72,-3 0-88,1 0 32,-1 0 0,1 0 8,1-3-24,4 3 32,-4-4-32,1 0 0,-1 1 16,0-3 8,1 0 0,2 5-24,0-3 32,-3-13-88,0 14 24,3-12 40,-3 11 8,3-6-16,0 4 64,-1 2 8,2-12-88,0 10 24,0-14 0,0 14-24,0 6 16,0-20 8,0 15-48,4-14 40,0 14 8,-4-14 0,1 18-8,1-1 32,2-17-112,0 14 0,-4-10 48,3 9 24,1-5 8,-2 8 8,1-1 32,3-1-64,-1-10 0,-1 11 56,0 0-56,0-1 8,1 1-8,1 1 0,-1-1 16,1 0 24,-3 2-16,-1 1 8,4-3-24,-1 4-8,1-4 32,-1 4-16,0 0 8,-4 0 8,4 0-8,1 0-40,8 0 24,-14 0-8,6 2-16,-4-1 40,1 2-8,3 0-48,-1 3 8,-1-1 48,2 1-24,-4-1 24,-1-3 80,3 6-40,0-1-16,1 0 0,-1 8-56,0-9 32,-4-6 0,0 7 24,3 8-56,-3-10 56,4 10 24,0-10-48,-4 2 0,0 1 56,3-2-72,-3 10 0,0-10 40,0 12 0,0-13-24,0-4 56,0 17-8,0-11-32,0 12 24,0-14 0,0 10-16,0-14-24,-2 4 40,1 9-56,-1-6 40,-2 6 24,0-8 8,2 3-56,1-3 96,-5-3 8,3 3-32,-1-1-8,0 1 32,-1-1-96,5-5 80,-4 6 8,-2-3 8,3 1 0,-3 0-32,1-1 40,3-2-104,0 0 64,0 1-48,-1 0 56,-3 0-48,2-2 32,2 0-56,1 0 32,-5 0-16,3 0-16,-3 0 0,0-4 32,3-1-16,2 4-16,-2-4 40,-2 0-72,-1-1 24,1 1-8,1-10 0,2 13 16,0 0 40,-1-14-40,1 10 0,0-12 16,0 12-32,0-10 16,2 14 0,-2-4 16,1-16-24,-1 17 40,0-15-40,2 14 0,0 1 8,0-8 40,0 7-112,0-12 80,0 12 16,0-12-24,0 15 0,0 2 48,4-17-64,-4 14-8,3-13-24,1 12 56,-4-10 32,0 15-40,5-3 32,-1-3-56,0 1 16,-1-1-40,1 1 24,-2 2 24,0 0 48,1-3-72,1 3-16,0-1 64,-1 4-32,1 0 8,-4 0 32,4 0 0,0-4-96,-1 4 56,1 0-16,0 0 64,-3 0-40,3 0-8,2 0-32,-1 0 8,1 2-32,-1 2 64,-2-2 0,0 0 48,2 1-32,10 1 0,-11 0-32,-1 1 0,3 1 24,-3-1 0,1 1-16,0-1 16,-1 1-24,1-1 0,-4-2 16,0 2 24,4 2-104,-1 0 64,-3 8 72,4-9-40,-1-2-16,-2-3 80,-1 14-48,4-12-56,-4 5 40,0 7 0,0-10 8,0 10 0,0-10-48,0 10 56,0-9 8,0 8 32,0-11-72,0 0 104,-2 11-48,0-8-40,0 1 16,0-1-32,-1 7 0,2-11 0,-2 1 24,-1 5 8,0-3 32,3 2-8,-3-1-8,3-5-48,-2 2 64,-2 2-64,-1-3 80,3 0 0,-3 2-48,2-3-32,3-1 81,-5 2-33,0 0-40,1 0 40,-1-2 24,1 0-72,5 0 0,-6 0 24,1 0-56,-1 0 64,1-4 8,-1-1 16,4 3-56,-1 0 96,-3-3-112,1-10 0,-1 11 24,1-12-32,0 12 24,4 4 32,-2-15-24,-3 10-16,2-14-16,1 14 40,1-15 48,1 18-64,-2-2 24,1-18-32,1 16-40,-1-12 40,2 13-8,0-7 16,0 5 16,0 2 48,0-14-144,0 14 88,0-16-16,0 16 8,0 5-40,0-17 104,3 12-120,-3-10 64,4 12-48,0-12 0,-3 13 40,1 0 24,-2-3-104,4-1 80,0 1-40,-1-10 32,0 15 8,-2 0 48,3-4-80,-1 1-48,1 3 56,-4 0-16,4 0 8,-4 0 32,3 0 32,1 0-113,0 0 73,0 0-8,-1 0 8,-1 0 8,0 1 0,3 1-40,1 2-16,-2 0 32,-1 1 0,1-1 40,0 1 8,-4 1 8,3 1-32,1 0-16,-4 1 8,0-4 8,0 7-24,4-8-16,-4 5 32,0 10 40,0-13-16,0 5-16,0-5 64,0 1-32,0 8-56,-2-8 72,0 10 25,-2-10-1,4-6-72,-3 15 80,-3-10-80,2 10 56,1-10 16,-1 10 16,2-12-88,0 0 72,-1 11-72,-1-8 48,0-1-8,-1 1 64,2 0-104,2-5 88,-3 5 16,1-1-48,-3 1-24,3-2 16,-1-1-56,3-2 8,-2 0 64,1 1-48,-1 0-16,1 0 56,0-1-64,0-1 8,0 0 56,1 0 8,-1 0-64,0 0 24,0 0-24,0-3 0,2 3 16,-2-4 32,1-1-88,1-1 48,-2 1-16,2-10-40,0 15 48,0 0 80,0-6-120,0-12 40,0 14 8,0-12-16,0 12 8,0 2 16,0-14-24,0 12 16,3-11-32,1 10 40,-4-12 8,0 15-24,4-1-16,-4-12-80,3 11 8,-3-12 16,4 12 8,-2-4 64,0 1 40,-2 4-56,3-12-56,1 11 56,-4-1-40,3 0 56,-2 4-8,-1-2 8,3-1-24,1 0 8,-4 0-32,4 1 32,-4 3 16,0 0-32,3-4-48,-3 4 40,4 0 40,0 0-16,-4 0 16,0 0 16,0 0 8,4 0-32,-4 0-16,0 2 8,0 0 16,0-2 0,3 2-24,-3 1-32,0 1 48,0 2-16,4-3-24,-4-1 48,0 0 8,0 3-32,0 1-24,0-1 64,0 3-32,0-4 16,0-3 8,0 7-16,0-3-24,-2 3 48,2-3 0,0 2 40,0-6-56,-2 4 56,0 2-80,1 1 16,-1-3 24,0 1 8,0-1 48,0 1-40,0 1 32,0-1-48,1-1 40,1-1-56,0-4 48,0 5-32,0-3-8,0 2 8,0-2 16,0-1 0,-1 0-32,0 0 24,1 1-72,0 0 48,0 0-8,0 0 40,0-2 40,0 0-56,0 0-80,0 0 80,0 0-24,0-2 8,0 0 64,0-2-160,0 4 48,3-5 32,-3 1-40,2 2 56,0 0 40,2-1-24,-4-1-32,4 0 0,-4-1 16,3 0 0,-3 4 8,0-4-32,4-1 40,0 1-48,-1 1 0,1-1-40,-4 3 72,0-2-56,4-1-8,-1-1 8,-3 2 24,4 1-16,-2 0 48,0 2-16,1-4-24,1 1 40,0 0-48,-4 0 24,3 4-8,-3-3 32,0 3-56,4 0 40,-4 0-40,0 0-49,0 0 105,0 0-16,0 0-64,0 0 32,0 0-24,0 0 24,0 0 312,0 3-560,-2 3 280,0 0 8,0-1-16,-1 1-8,1 1 8,1-6 24,-2 3-16,0 2-56,-1-1 48,0 1 8,2-1 40,-1 1 0,-1 1-24,2-1-72,-1-1-48,1 1-16,0-1 136,2-5-208,-4 6-104,2-1-128,-1-1-56,1 0-176,0 1-72,2-3 744,0 2-864,-2 1-265,2-1-159,0 0-152,0-2-177,0-1 1617,0-1-1672,0 0-8,0 2 199,0-2 241,0 2-3225,0-2 4465</inkml:trace>
  <inkml:trace contextRef="#ctx0" brushRef="#br0" timeOffset="8">4818 5741 8041,'0'0'952,"0"0"25,0 2-185,0-2-792,0 0 624,0 1-136,3 1-120,1 0-24,-4 0 0,0 0 80,0-2-424,4 2 464,-4 0-7,3-1 55,-3 1-8,4-2-56,-4 1-448,0 0 464,0 1-80,0 0-56,4 0-16,-4-1-32,0 1-280,0-2 256,0 2-16,0-2-80,0 0 0,0 2-16,0 0-40,0-2-104,0 2 185,0-2-97,0 1 24,0 1 48,0-2-56,0 1-104,0 0 160,-2 1 8,0-2-96,0 2 56,0-2 24,-1 2-72,3-2-80,-4 1 184,2 1-112,0 0 16,-1 2-8,-3-2 0,5-2-80,-1 1 128,-4-1-72,0 2 8,1 0 40,-1 0 8,2 0-112,3-2 136,-5 4-16,1-3-64,-1 3 16,-1 0-8,2-2 16,3-2-80,-4 1 72,-9 3-40,10 0-8,-1-2 24,-8-1 32,10 1-80,2-2 64,-5 2 24,-8 0-56,11 2-48,-1-3 32,-9-1-16,13 0-24,-2 0 64,-3 0-40,-1 0 8,-1 0-24,-6 0-16,12-1 32,-2-1 24,-1 2-56,-3-4 24,1 0 40,-1 1-32,4 0 0,3 2 48,-6-3-8,1-1-88,1-1 48,-1 3-8,1-3 0,4 5 8,-4-3 48,0-2-80,1-9 32,-2 12 48,3-3-56,1-1 8,0 0 16,0 3-16,0-11 0,0 11 32,1-10-16,1 10 0,0-11-16,0 12 8,0-3 16,0-10 8,0 12 16,1 0-48,1-7 40,2 8-48,2-3 32,-3-11-8,1 14 0,-2-1-16,0 2 88,3-3-48,1-10-48,-1 15 80,1-5-24,-1-1-16,-5 6-32,15-5 96,-15-1-104,5 0 72,10 3 0,-11-3-32,-2 5-32,1-1 72,12-2-72,-11 0-8,1 1 40,12 3 16,-14 0 24,12 0 8,-11 0-16,10-4-24,-8 4-8,11 0 8,-17 0-40,3 0 56,3 0-56,12 0 16,-14 2 16,11 1-8,-13 0-24,-1-2 65,5 5-49,-1-1 8,10 1-48,-11-3 40,1 1 24,-5-4-40,15 4 40,-15 1-32,5 1 32,-1-1 0,0 1-80,-3-4 40,1 1 56,2 3-96,0-1 16,-1-1 80,-3 0-72,3-1 16,-2-3 32,-1 6-24,0-1-48,4 1 56,-4-1-8,0-1 40,0-3-48,0 4 40,0-2-80,0 3 72,0-1-56,0 1 24,0-2 0,0-1 88,0 3-96,-2-1 0,0 1-8,0-1 8,0 1 0,1-1 24,-3 3 24,0-3-8,-1 2-8,-1-1-8,5-4-16,-3 2 48,-2 1-64,1 1 16,-3-1 64,3-1-64,1-1 0,2-1 64,-3 2-40,-1-2-112,-1 3 80,0-3-8,-8 2 32,14-4-16,-4 2 88,-2-1-168,-8 1 56,10 0 32,-3 0 0,2-2-8,-2 0 48,4 2-48,-3 0-64,-8-2 16,9 0 72,0 0-24,5 0 8,-6-4 48,-8 0-32,11 1-32,-1-1 16,-1 0-24,5 4 16,-1-3 0,-4-3-96,1 1 80,-1 1 24,2-2-32,3 3 24,0 1 72,-2-13-88,1 11 8,0-1 32,0-13-24,1 14 0,0 4 0,1-15 8,0 12-96,0-3 88,0-11 24,0 14-48,2-3 24,0-3 48,2 5-72,-1-12-32,3 12 80,0-11-16,-2 13-8,-3 1 48,5-5 16,8 1-72,-10-10 8,1 15 0,10-5-24,-14 2 24,2-9 8,2 12-16,12-6 48,-13 1-16,10 1 32,-12 1-56,0 1 72,3-2-56,1 4 8,9 0-8,-12-4-8,2 4-8,-4 0 24,4 0 8,10 0-24,-11 0 40,0 0-8,1 0-24,-3 1-16,2 2 8,-1 1-80,3 1 32,-3 1 48,-3-1 24,3-1-32,-2-2 64,3 5-56,-1 0-64,1 8 96,0-9-56,-1-1 24,-2-5-8,2 6 40,-3 8-152,4-10 104,-4 11 32,0-10 0,0-2-24,0 2 80,0 11-88,0-10 32,0 1-24,0 8-24,-2-12 24,2-3 16,-2 6-40,0 1-8,-1 1 88,-1 6-8,0-10-16,3-3-32,-1 4 32,0 0-96,-2 1 32,-1 1 24,1-2 32,0 3 16,-1-3-24,1 1-80,-1-3 40,-1 3 8,1-3 16,4-2 0,-2 2 48,-3-1-88,1 0 56,-1 0 0,1 0 0,2-2-16,-2 2 64,0-2-112,-1 1-16,1-1 56,-1 0 0,1 0 56,-1 0 16,3 0-120,-3 0 48,1 0 16,1-3 0,3 2-8,-4-2 32,0-2-64,1-1 48,0 2-32,1-1 32,-1-1 32,2 1-80,0-10 32,1 11 0,-1 1 32,0-2-32,2 4 0,-2-14 32,2 12-24,0-3-40,0 1 96,0-12-80,0 13 16,0 3-40,4-5-8,-1-9 56,3 15 8,-4-3-16,0 1 56,3-4-24,-1 1-72,0-1 16,1 1 48,-1-1-24,-4 6 0,5-5 64,1-1-40,-1 3 24,-1-1-8,1 4 16,-1 0 16,0 0-72,-1 0 16,1-4-32,-4 4 24,3 0-8,-2 0 56,3 0 16,-4 2-24,3 0-40,1 0 0,-4 2 24,4-1 16,-4 1-56,0 1 0,3-1-24,-3 0 8,2-1 24,0-1 72,-2 2-40,4-2-32,-4 3 32,3 1-56,-3-3 48,0-3-24,0 6 32,0 0-88,0-3 56,0 3-40,0-1 24,0-3 16,0 0 72,0 2-112,0-3-8,0 5 16,0-2 8,0-2 24,0-1 56,-2 5 24,1-3-80,-1 1-8,0 2-16,-2-3-8,4-2 32,-3 2 16,-1 1-96,0-2 32,1 1 48,-1 1-40,1-3 40,0 0 72,0 1-56,-3-1-8,2 1 40,-1 0-64,0 0 16,4-2 24,-4 0-64,1 0-24,1 0 72,-3 0-32,2 0 40,3 0-16,-3 0 40,-2 0-96,3 0 32,-1 0 16,2 0 32,-2 0-24,3 0 56,-3 0-48,0-4-56,1 1 16,-1-1 48,2 0 16,2 4-32,-2-3 104,0-1-152,1 0 40,-1 1 8,0-3-16,2 4 16,0-2 48,-2-1-72,2-1-16,0 1-8,0-1 88,0 2-40,0 3 56,0-3-40,4-1-32,-4 1 16,3-1-24,1 1 40,-3 3-16,2-4 24,0 0-80,1 1 24,0-1 48,1 1 32,-2 2-48,-2 0 40,4-1 8,1-1-80,0-2 0,-1 3 64,1-1-32,-6 4-8,3-4 48,3 1-112,-1-1 40,10 4 40,-15-4-32,5 4 80,-1-3-88,2 3 8,-1 0 64,-1 0-32,1 0 72,1 0-64,-1 0-32,1 0 40,-1 0-56,1 0 24,-5 0 8,4 1-16,-2 1-88,1 0 64,0 2 24,-1 0 8,-3-3 8,0 1 64,0 2-88,4 0 24,-4-1 0,0 3-24,0-1 24,0-5 16,0 6-32,0-1-88,0 1 104,0-1 16,-2-1 16,2-3-32,-2 2 96,0 2-104,-1-1-8,1 1-16,-4 1 8,4-2 24,1-3 24,-5 3-16,2 2-24,1-5 16,-1 3 8,0-2-16,4-2 8,-5 2 8,-1 3-40,1-1 16,1 2-24,-1-3 32,3-1 64,-2 0-48,0 0-16,1 0-8,-1-1 24,1 1-8,2-2 24,-4 2 16,1-2-16,1 0-40,-3 0 0,2 0 16,4 0 0,-3 0 32,-1 0-72,0 0 24,1-4 64,-1 1-40,1 0-8,0 2 32,0-3-24,1 1-80,-2-1 8,2-2 56,-1 1 8,3 5 0,-4-6 32,2 3-32,0-3 24,1 3-48,-1-3 24,1 5 0,0-2 64,-1-2-104,0 1 16,2-1-16,0 1 8,0 0 32,0 2 40,0-3-16,0-1-8,4-8 16,0 14-48,-1-6 32,-2 5-16,4-3 24,0-2-88,1 1 48,-1-1 8,1-9 8,2 15 0,-1 0 24,-4-3 24,1-1-72,1 0 16,1 1 32,-1-1-24,-5 4 40,6 0 16,-1-4-96,1 4 56,-2 0-56,1-3 16,-4 3 24,2 0 16,1 0-72,-1 0-8,-3 0 56,4 3-24,-4-1 32,0-2 24,0 4 8,0 0-88,0-1 72,0 3-40,0-3-24,0-2 48,0 2-24,0 3-80,0-1 40,0-1 32,0 1 16,-1-2 16,0 0 24,-1 2-104,0-1 0,-1 0 32,-1-1-16,3 1 64,0-4-16,-2 6-24,1-3-56,-2 1-40,-2 1-48,3-1-16,2-3 200,-2 0-265,-1 5-47,1-3-24,-1-1-112,2 2-80,0-3 528,1 0-640,-1 0-136,0 3-104,0-2-81,2 0-31,-2 0-72,2-2 1064,0 1-1064,0 1-72,0 0-25,0-2 17,0 0-48,0 0 56,0 0 23,4 0 241,0 0 296,-1 0-3585,-3 0 4161</inkml:trace>
  <inkml:trace contextRef="#ctx0" brushRef="#br0" timeOffset="9">4694 5671 7777,'0'2'864,"0"0"129,-1-1-137,1 0-856,-2 0 696,2 1-160,-2 0-80,2 0 0,0-2-48,0 1-408,0 0 448,0-1 8,0 0-23,0 0 39,0 0-24,0 0-448,0 0 464,0 0-24,0-4-104,0 4 0,0-4-56,4-1-32,-3 3-248,1-2 264,2-1-80,0-1-40,-1 1 48,1-1-32,0 2-160,-2 3 192,3-5 17,10-9-105,-12 12 24,3-14-24,11 12-24,-16 4-80,1-15 112,13 11-72,-11-12 64,10 12-16,-10-12-16,2 15-72,3-1 112,-4-18-96,12 16 64,-12-17 16,12 7 24,-13 1-120,-3 11 112,20-13-24,-7-1-48,-8 1 8,16-3 40,-7 1-32,-12 15-56,8-11 96,6-4-56,1 0-8,-3-1 72,1 1-32,-6 6-72,-3 4 64,10-11-8,1 1-96,0 0 40,1-1 40,-1-1-40,-18 20 32,20-22 48,2 0-88,-1 0 32,1 0 0,-2 1 0,2-1 40,-2 0-96,2 0 0,0 0 24,-1 2-24,-7 5 32,-8 10 8,14-16 0,-2 1-32,1 2 72,-1 1 8,-3 1-24,-14 14-32,3-11 48,17-2-96,-16-1 56,14 10 16,-14-16-24,5 15 0,-2-1 56,-2 3-56,0-12 32,10 12 8,-16-10-32,5 12-8,-4 3 8,4-21-24,1 18 0,8-3 0,-14-10 40,6 12-24,-5 2 0,3-2-16,0-1 16,0-1-16,-1 1 48,1-1 0,0 3-32,-2 1 56,1-4-48,1 1-48,0 1 32,-1 0 24,1 4 56,-4 0-72,0-3 72,0-1-120,4 4 56,-1-4-56,-3 4-16,2-1 64,0-1 8,-2 2-128,4 0 40,-4-4-32,0 4-32,3 0 144,-3 0-128,0 0-72,0 0-16,0 0-32,0 0-64,-1 2-80,1-2 392,0 0-480,-2 2-129,0 0-79,0 1-88,-2 3-160,1-4 936,1-1-1016,-4 5-121,1 1-71,-1 1-8,3-1 0,-1 0 1216,4-7-1217,-4 6 169,1-1 248,-1 3-3489,4-8 4289</inkml:trace>
  <inkml:trace contextRef="#ctx0" brushRef="#br0" timeOffset="10">5844 4387 8865,'0'0'1297,"0"0"-193,0 2-296,3 2-288,-3 0-192,3-1-328,-2-3 256,-1 4-64,0 1 48,0-1 72,0-2 73,0 0 55,0-2-440,0 2 456,0 1-8,0 1 16,-2-2-40,0 2 16,-1-2-440,1-1 384,-2 1-56,-1 4-32,-1-1-40,1-3 32,-1 3-288,6-5 249,-7 2 23,-1 2-48,1-2 8,0 1 16,-1-1-24,6-1-224,-3 0 232,-2 1-48,-8 0 0,9-2-8,-1 2 0,-6-2-176,10 0 184,-3 2-24,-1-1 8,-8-1 8,9 0-48,-8 0 8,13 0-136,-4 0 80,-2-3-64,-8 3 56,13-4-40,-3 0 16,1 2-48,0 1 128,-3-3-72,2 0 24,-1 1-32,1-3-48,1 1 0,4 5 24,-6-15-16,1 11 24,1-1 8,2-10 8,0 11-40,2 3-8,-1-3 32,-1-13-72,2 14 24,0-12 32,0 11 0,0-7-16,0 6 104,0-1-72,0-12 0,0 12-48,3-9 8,1 10 16,-4 4-8,4-13-32,0 11 24,-1-12 0,1 11-8,-4-1 88,2-2-72,0-1 32,3 4-48,-1 1 64,1-3-96,1 1 56,-3 0-8,-3 4 64,4-15-80,0 16 8,0-4-8,-1 0 0,1-1 40,-3 3-24,3-2 40,2-1-64,-1-1 8,10 1 16,-11 1 24,-2 2-24,-1 0 80,5-1-24,0-1-48,8 0-8,-10 1-16,1 3 16,-5 0 24,15-4 16,-11 0-56,11 4 40,-12-4-32,3 4-8,-1 0 16,4 0 64,-9 0-80,6 0 32,9 0 8,-12 0-16,1 2-8,-2-2 48,13 4-16,-12 0 48,1-1-40,1 1-24,1 0 24,-5-4-40,3 3-32,2 3-16,-1-1 96,1 1-72,0-1 16,-5 3 8,1-1 56,2-1-104,0-1 32,-4 10-16,3-10 16,-3 0 16,0-4 0,0 14 24,0-14-24,0 7 8,0 8 0,0-10-16,0-1 8,0 8 48,0-5-56,-2 10 32,-1-12 16,-1 12-48,1-15 8,1-1 41,-2 13-1,-2-9-64,1 10 32,-1-10 16,-1 8 0,7-13-24,-6 2 24,-1 12-48,0-11 24,-1 3-48,-6 8 64,12-14-16,0 1 56,-5 4-64,-1-1 72,1 1-32,0-1-32,-5 0 0,9-4 48,-1 1-96,-3 3 32,-1-3 40,1 0-24,0 0 64,4-2-64,-9 0 48,8 0-40,-3 0 0,-8 0 32,10 0-32,0 0-8,2 0 24,-11 0-32,8-4-16,1 4-8,-3-5 48,3 1 0,-3-2-16,1 1 0,2-1 40,-1 1-16,1-1 0,3 4-24,0-1 48,-2-12-104,0 11 72,3-10-24,-1 10 56,0-7-48,2 7 40,-2-1-24,0-12 32,0 12-88,2-14 72,0 14-56,0 4 24,0-17-24,4 13 8,0-15-8,-1 14 56,3-10 0,-4 13-32,0 0 40,1-12-16,3 12 16,-1-3-32,1-12 16,-1 15-24,-5 2 8,6-15-48,-1 16 8,10-15 56,-11 15 0,11-6 0,-15 5-24,0-3 64,5 0-112,10 0 16,-12 1 48,3-1-16,4 4 0,-5 0 64,-2-4 0,3 4-32,9 0-8,-12 0-56,3 0 40,-6 0-8,16 0-24,-12 0-48,11 0 104,-15 2-64,14 2 16,-12-2 16,0 0 48,4 3-72,8 1 72,-10-1-48,2 1-16,-2-2 16,-3-3 0,5 3-48,-1 11 24,1-12 0,-1 3-40,-1 8 24,-3-13 40,1 0-8,2 14-56,0-9 40,-4 10 40,0-10 8,0-3-24,0-1 32,0 17-16,0-14-56,0 12-16,0-10 0,0 7 56,0-13 16,-2 4 16,0 10-24,0-10 32,-1 3-16,-1 6-24,3-12 0,-2 2-8,0 1-72,-3 3 80,2-1-8,-1 1 32,1-4-24,2-3 136,-3 5-160,-1 1 144,1-2-80,-1 1-64,1-1 72,-1-3-136,1 4 48,-1-2 40,1-3-16,-1 1 16,2-1 0,1 0 48,-4-1-32,-1 2-8,1 0-8,1 0-8,2-2 8,3 0 32,-7 0-40,3 0 0,-2 0 24,1 0-40,1-4 56,3 3-32,-2-2 72,-2 0-96,1-3 0,-1 2 32,1-1-8,4 1 0,0 2 16,-3-14 16,1 12 24,1-11-64,0 10 8,-2-14 16,4 18-16,-1-3-48,1-16 0,0 14 32,0-14 16,0 3-48,0 11 48,0-2 32,0-7-64,0 9 40,0-14 24,3 15-16,0-13-16,-2 14 56,4-11-64,1 11 32,-2-12-32,-1 10-16,3-10 0,-5 12 24,3 2-24,2-13 24,9 12-16,-15-3 40,5 1-16,-1-5-8,-2 5 24,3 1 16,1-1-16,-1-1-24,1 3 8,8-1-8,-14 4 24,4 0 0,2 0 32,-1 0-80,1 0 16,-1 0 8,1 0 0,3 0-40,-9 0 32,5 0 40,10 0-16,-15 0 24,4 1-40,-2 0 48,3 1-64,1 3 16,-3 3-16,1-1 8,0 0-32,-4-6 40,3 4-88,1 0 40,0 3 16,-1 8 40,-3-10-16,0 8 8,0-8 8,0 12-56,0-10 40,0 10 32,0-13-24,0-4-24,-3 17 64,1-13-32,-2 16-32,-1-7 8,1-6 8,3-3 8,-4 10 8,0 0-64,-1-8 40,1 11-8,-2-12 56,2 4-32,2-5 72,-4 0-16,1 3 8,1 8-72,-3-12 40,3 3-32,5-7 24,-7 15-40,-1-13-8,1 3 40,1 1 0,1-3 0,2-1-16,-2 0 80,0 0-88,-1 0 56,1 1-40,-1-1-8,2 0 0,3-2 56,-5 0-72,3 0 24,-3 0-16,2 0-40,-1-4 48,4 4 0,-2 0 40,-2-3-56,1-3 56,0 1-48,1-1 40,2 3-32,0 1 40,-3-13-80,2 15 56,1-15-32,-1 10 0,0-9 16,2 13 16,-2-14-24,0 10 24,2-14-8,0 14 8,0-17-16,0 17 0,0-7 16,0-2-56,0-5 80,4 14-40,0-16-8,-2 17 8,-1 3 64,-1-16-72,4 14 40,1-16-64,-1 16 0,2-14 56,-6 16-24,5-3-16,1-13-24,-3 13 80,3-1-64,-1-10 8,-2 15 16,0 0 56,2-5-56,1-1-40,-1 2 72,1 1-24,-1 3-16,1 0 64,-1-4-56,1 4 16,0 0 8,-1 0-24,-3 0 0,2 0 0,1 2-64,1 0 16,-3 0 56,3-1-8,-4 2 0,-1-2 80,3 5-24,0-1-64,-1 1-24,1-1-24,-4 2 24,0-6 32,0 13-24,0-8-40,0 8 88,0-8-56,0 9 32,0-13 0,0 1 56,-2 12-88,-1-10 64,-3 12-56,2-12 16,0 8 8,3-11-16,-5 4-16,1 8 48,-1-6-8,1 10 32,-1-12-16,5-5-24,-5 5 24,-1 9-32,1-10 48,1 1-40,-3 1 24,4-3-24,1-1 64,-4 5-24,-1-1 40,3-1-40,-3-1-24,-6 0-16,14-4 8,-4 4-8,-2-3 8,-1 0 64,0 2-16,1-3-16,4 1-40,-1 0 80,-3 2-112,1-2 40,-1-1 16,1-1 0,2 0-24,2 0 64,-3 0-72,1 0 40,-1 0-24,2 0 16,-2 0-8,4 0-16,-1-5-16,-1 1-48,0 1 80,2-1 16,0 0 0,0 1-32,0 1 96,0-4-72,0 1-40,0-1 40,0 1-40,0 0 16,0 4-8,0-15 24,4 12-8,-1-2 8,1 1-16,0-10 8,-3 14-8,3-2-8,2-13-24,-1 10 48,1-8-24,8 8 24,-14 3-16,0 1 48,6-15-96,-1 17 112,10-5-96,-11-1 32,1-9 40,-4 15-40,4-3-32,0-3 32,1 1 0,-1 1-8,1 0 16,-4 3-8,1-1 24,3-2-64,-2 4 64,-1 0-24,3-4-32,-3 4 32,-3 0 8,4-3-32,0 3-64,-4 0 128,5 0-56,-1 0 16,-4 0 0,0 0 64,4 0-152,-4 1 88,3 1-24,-3-1 24,0 0 80,0 1-72,0-2-48,0 2 48,0 0-48,0 3 56,0-5-16,0 6 24,0-1-80,0 1 64,0-1-40,0 1 24,0-5 8,0 1 8,-1 4-112,-1 9 144,0-14-32,-4 1 8,5 2-16,0-2 56,-2 0-112,-1 3 40,0 3-8,-1-1 32,1 0 32,4-6-40,-5 4 32,-1 0-80,3 1 72,-3-3-56,1 3 16,2-3 16,0 0 48,-3 2-64,1 1 40,-1-3-32,1-1 24,2 1-16,2-2 8,-1 2 8,-1-1 16,1 0-16,0 0 8,-2 0-56,3 1 24,-1-1-72,0 0 56,0-2 16,2 0 24,0 0 56,0 0-56,0 0 64,-2 0-104,2 0-8,0 0 32,0-4-72,0 1 40,0 3 16,0-4 8,0 0 24,0 3-16,0-1 56,0-2-88,0 0 8,0 1 24,0-1-24,0 1 24,0 2 24,0-13 32,0 14-112,0-6 40,0 1 40,0-1-56,1 5 32,2-3 24,-3-2-64,0-9 24,4 12 8,-4-3 8,2 3 0,-1 1 72,3-4-64,0 1 8,-1-1 0,1 1-56,0-1 40,-4 6-16,0-4 32,3 1-16,-3-1 8,4 0-8,0 1-16,-1-1 8,1 0-40,0 4 88,-1 0-56,-3-3 24,3 3-8,-2 0 24,3 0-56,-4 0 40,0 0 8,3 0 8,-3 0-32,1 0 8,2 0 32,-3 0-88,0 1 32,0 1 24,0 0-40,0 2 64,0 1-8,0 1-72,-2-1 80,0 1-8,1-1-16,1-5-8,-4 4 72,0 2-96,1-1-16,-1 1 48,0-3-8,3-1 8,-2 2 8,-2 1-48,-1 1-16,1-1 16,-1 3 64,5-4-24,1-3 48,-6 7 0,2 6 32,-1-12-112,1 4-16,2-1-24,2-5 72,-1 2-184,-1 2-40,0-1-16,0 1-56,0 0-72,1-3 368,0 0-376,1 0-145,0 5-87,0-4-168,0 0-144,0-1-208,0-1-273,0 0-287,0 0-304,4 0-177,0 0-23,-4 0 2192,3 0-1729,1 0-3320,-4 0 5049</inkml:trace>
  <inkml:trace contextRef="#ctx0" brushRef="#br0" timeOffset="11">4785 839 10426,'0'0'1912,"3"0"-336,-3 1-1576,0 0 1009,4 3-417,-4 2-176,4-1-104,-4-1-56,0-2-256,0-1 352,0 5 16,0-1 24,0 1 112,0-1-40,0 1-7,-1-6-457,0 4 424,-3 1-112,0 1-8,1-1-48,-3 3-8,4-5-248,1 1 240,-5 1-56,1 3 112,-1-1-96,1 0-16,-9 7-184,13-13 192,-3 3-128,-1 1 152,-10 1-104,11-1 24,-3 1-40,5-5-96,-4 2 0,-8 2 32,8-1-32,1-1 56,-12-1-24,14-1-32,1 0 112,-13 1-56,9-2-8,-1 0-24,-8 0 8,10 0-40,4 0 8,-13 0 0,9-4-56,-1-1 16,-9 1 64,12-1-40,0 3 16,-2-2 56,0-1-88,-2-10 104,1 11-64,1-1 16,0-9-24,4 9 72,-5 0-128,1-12 128,1 14-56,2-14-16,1 11 8,0 4-8,0-12-96,-1 8 48,2-10 32,0 10 40,0-10 8,0 13-32,0 0 48,0-13-8,5 1 8,-1 10-24,2-16-8,-1 16-16,-5 5 32,6-17-104,-1 12 104,1-12-8,-1 13-72,12-10 80,-17 12-32,0-2 0,5-10-72,12 8 128,-14 1-56,3-10 0,5 15 0,-5 0 112,-3-4-136,12-1 88,-11-1-56,12 1-24,-12 1 64,-3 4-48,13-4 0,-11 1 8,12 3 24,-11 0-8,12 0 24,-14 0-48,0 0 73,13 0-81,-12 0 120,12 0-104,-11 1-8,8 1 0,-10-2 48,2 4-136,2-2 136,-1 1-24,1 3-8,-1-1 8,1 3-48,-1-1-16,1 1-16,-1-3 64,1 10 16,-3-13-24,-1-1 64,2 5 0,0 1 8,-1 8-80,-3-9 0,0 1 0,0-7 8,0 7-48,0 1 16,0 8 24,0-10 32,0 8-48,0-12 24,-2 2 64,-3 1-96,-1 3 80,1 6-24,-1-8-24,4-1 0,1-3 64,-3 6-104,-2-1 120,1 8-40,-2-12-16,-1 3 32,3 1-80,-3-1-24,1-1 88,0 1 8,-8-1 16,13-1-64,0-2 144,-5 3-80,0-1 16,-1-2-48,-7 2-8,10-3-24,5-1 40,-7 4-56,-1-2 32,1 0 8,0 0 8,-1-2 0,6 0-32,-3 0 40,-3 0-88,1 0 80,0 0 0,-1 0-40,5-3 8,1 2 88,-4-3-96,-1 1 40,1-3 0,1 1 0,1-10-16,4 14-16,-2-2-16,-1-12-32,-1 12 24,2-3 40,0-10-8,1 13-8,-1 0 72,0-13-88,0 10 112,2-12-96,0 14 24,0-10-24,0 12 40,0-2-152,0-16 168,0 14-80,0-14 24,6 14 8,-6 5-8,3-3-56,1-15-16,1 16 56,1-14 24,-1 12-16,1-10 64,9 11-64,-12 1 32,3-3-8,10-9 8,-12 12 8,-4 3-32,6-6-24,-1 1-40,10-1 72,-11 1-32,1 1 48,2 4-24,3 0 32,-7 0-64,3-4 104,10 4-112,-12 0 48,0 0-8,-2 0 48,14 0-120,-12 0 216,1 2-112,1 2-48,9 0 24,-15-4-8,3 5-104,1-1 40,1 3 80,-1 8 8,0-13-32,-2 1 8,-1-1 96,3 5-136,-4-1 160,4 11-96,-1-12-80,-3 10 56,0-13 40,0 12-184,4-8 120,-4 12 8,0-12 48,0 12 0,0-16-32,0 2 48,-2 12-72,0-1 24,1-10 40,-3 12 24,1-13-64,2-3 104,-4 14-80,-1 0 56,1-10-80,-3 10 80,1-9-40,6-6-40,-13 5 8,11 1 24,-3 1 16,-9 0 16,12 1 16,-1-6-80,0 1 120,-10 5-88,10-3 176,-3 1-144,-1-3-16,-4 0-48,10-2 88,-2 3-192,-3-2 192,-8-1 0,11 1-40,-1-2 0,3 1-48,-4 0-40,1-1-72,-1 0 104,1-4-16,1 1 32,2-1-8,0 2 96,-1-3-80,1-1 64,-4 1-80,4-10 16,1 11 16,1 4-32,-2-16-56,2 12 64,0-11 16,0 12-16,0-12 24,0 13-32,0-2 48,0-14-104,3 12 208,1-12-120,0 13-32,0-11 0,-3 11 64,3-9-216,0-3 280,1 1-136,1 10 48,8-14-16,-13 19-24,2-4-96,3-13 8,8 12 32,-10-10 56,2 12-32,-3 1 32,-1 1 96,15-15-72,-14 12 64,1-10-120,1 15 32,9-5 0,-13 4-16,3 1-96,1-3 112,1-1-56,-1 0 8,1 4 40,-1 0 8,5 0-32,-7 0-40,1 0 24,2 0-16,-3 0 80,0 0-16,-2 0 40,4 0 24,-1 2 16,0 4-112,-4 1-8,3 0-16,-3-6 56,0 6-120,0 0 32,0 0 128,0 8-40,0-9 16,0 1-16,0 0 32,0-1-104,0 1 136,-1 8-64,-1 0 8,0-11-8,2-3 32,-6 16-120,1-12 176,1 12-64,-1-12-16,-1 14 40,5-17-48,-3 3-96,-2 10 96,-1-10 16,-1 12 16,3-12 48,0-1-80,3-2 120,-13 13-48,13-12-56,-5 3 24,1 1-64,-1 0 56,7-6-32,-6 4 48,-1-1-72,0 1 120,1-1-80,-1-2 16,4-1-32,0 1 64,-4 0-144,-1 0 224,3 0-96,-1 0-32,1-2 32,-1 0-144,1 0 144,1-6-48,1 6 32,-3-3-24,2-1-48,1 0-24,1-1 24,-2 1 56,2-2-8,2 4-8,0-1 32,-2-3 80,2-10-88,0 12-24,0-1 40,0-1-40,0 6-56,0-5 24,0-12 8,0 13 40,0-12 8,4 12 0,-2-1-24,2-4 32,1 5-88,1-11 88,-1 10-48,1-10-8,-2 11 24,-3 2 40,3-14-64,1 12 96,1-1-56,-1-10 8,1 11-48,-5 4 24,15-5-64,-16-1 0,5 1 8,1 1 24,-1 0-8,-2 3 40,0-1 24,2-2-48,1 0 48,-3 4-40,3 0-8,-3 0 48,3 0-72,-2 0 16,1 0 32,-1 0-48,0 2 16,-3-1 32,1 0 48,-2 3-120,4-1 72,-4 3 0,0 1-80,0-2 80,0-2 40,0 4-80,0 8 64,0-14-32,0 7 16,0 7 24,0-15-32,-2 5-32,0 2 0,-3 10 16,1-13 0,-1 10 24,2-11-8,0 0 72,-3 4-96,1 8 136,-1-10-88,1 3-24,-1-3 0,5-3 72,-7 13-104,3-11 176,-10 1-96,11 2 0,-1 1-64,4-7 16,-6 5-88,0 0 40,0 1 64,1-1 16,-8-1-48,13-3 16,0 0 72,-5 0-32,1 1-8,-1 1 16,2 0-32,1-3-16,3-1 8,-4 2 16,0-2-16,3 0 0,-1 0 8,-2 0-72,3-1 56,0-1-16,-1 2-56,1-4 64,-1 0 0,0 1 8,2 0 0,0 2 64,0-3-48,0-1 176,0-1-176,0 1 24,4-10-56,-4 15 16,3 0-152,1-15 96,0 12 48,-1-3-32,1-12 16,-2 16 24,0 0 72,3-15-88,1 12 120,-1-10-80,10 12-72,-15-14 40,5 13-96,1-10 128,-1 10-16,1-2-64,-1-8 48,-3 14 8,2 0-80,1-6-8,10 1 16,-15 1 56,6 0 0,-4 2 16,-1 1 24,5-3 24,-2 4-64,-1 0-16,3-4 40,-3 4-40,-2 0 32,2-3-24,1 3-16,-4 0-16,3 0 32,-3 0 24,0 1 32,4 1-56,-4 2 104,0 0-128,0 1-8,0-2 56,0-2 24,-2 4-192,2-1 256,-2 0-96,1 1-40,-1 1 56,1-5-8,-2 3-104,-1 2 40,1-3 72,-1 3-16,0 1 8,1-1 40,-3-1-48,3-3 24,-1 4-32,-2-3 24,3 3 16,-3-2-24,1-1-16,1-1-24,0 0 24,1 2 0,1-3 56,-2 1-88,0 0 80,3 0-8,-1-2-32,0 1 8,2 0 104,-2-1-144,0 0 136,2 0-88,0 0-16,-2 0 32,2 0-24,0 0-96,0 0 8,0 0 128,0 0-56,0-4 8,0 4 8,0 0 72,0 0-120,0-5 184,4-1-96,-4 2-8,3 0-32,-2 3 32,2-3-120,1 1 104,2-3-48,-3 0 32,3 1-32,-5 4 32,1-4-40,2 2-32,2-1 16,-3 0 72,3 4-24,-4-3 8,0 1 48,1-2 24,1 1-32,0 3-72,-1-4 40,-3 4-40,0 0 32,4 0-56,-4 0 48,0 0-16,0 2 0,0-1 24,0 1-16,0 2-8,0 2 80,-2-1-104,0 1 32,1-2 16,0-3-32,0 5-72,-3-1 200,-2 1-120,3-1 48,-3 3-16,6-8-8,-5 7-120,-1 0 96,1-1 16,-1-1-8,2 1 40,2-2-24,1-1 24,-3 5-40,0-1 40,1-2-48,-3 1 8,3-1-128,1 3-88,0 6-64,0-12-144,0 4-80,2 1-128,0-4 648,0 2-793,0 2-223,0 9-80,0-12-216,0 2-225,0-1 1537,0-3-1664,4 4-272,0-1-41,-1 1-15,1-1 327,1 1-3392,-4-6 5057,-2 0 0</inkml:trace>
  <inkml:trace contextRef="#ctx0" brushRef="#br0" timeOffset="12">4765 922 8025,'0'0'304,"0"0"24,0 0 120,-1 0 33,1 0-481,0 0 432,0 0 8,0-3 8,0-1 0,0 0-8,0 2-440,0 1 496,-2 1-56,2-6 40,0 2-40,-2 4-7,0-3-17,2 3-416,-2 0 360,2 0 0,0 0-8,-2 0 16,2 0 40,0 0-408,-1 0 424,1 0-80,-2 1-8,0 1 16,2 0 24,0 0-376,0-2 400,-2 2 1,0 2-9,2-1-8,0-1-16,-2 2-48,2-4-320,0 3 312,-2 1-120,1 0 80,1-1-16,0 1-64,0-2-192,0 0 272,0 1-40,0-1 24,0 2-88,0-2-8,0 1-160,0-3 160,0 6-32,0-4 120,0 2-87,0 1-33,0 1-24,0-5-104,0 3 80,0 2-16,3-1 16,-3 1-8,0-1-32,0-1-40,0-2 168,4 5-80,-4 8 8,4-13 8,-1 3-32,-3 12 48,0-17-120,0 3 72,4 14-48,0-12 72,-4 14-8,3-12 24,-1 1-112,0 3 160,2-6-104,-1 15 144,3-5-48,-2 0 8,-1-8-16,3 15-144,-3-16 208,3 14-104,0-5 56,-1-1-8,-4-11-152,4 11 24,0-7-32,1 13 48,-1-12 8,1 10-16,-3-8-32,-1-3 136,4 7-88,8-8 40,-14 12-16,6-10-32,7 10-40,-11-16 56,-2 16-80,5-1 192,10-10-104,-12 13-8,3-5 40,-1-12-96,5 1-72,-10 19 32,14-9 88,-14 3-48,6-3 16,-2-1-16,-3-9 80,16 13-48,-13-12-56,12 19 56,-10-7-8,8 1-8,-13-15-16,2 18 96,3-5-152,10 5 80,-12-3-64,11 0-40,-13-7 80,-1-1 16,14 8-64,-11 0 264,10 3-184,-10-3-24,10 1-8,-13-18-8,2 19-216,3-1 272,-1 1-40,10 0 16,-11 1 0,-3-15-24,2 10-72,2 4 40,1-2-64,-1 1 48,10-3 48,-15-6 0,0-3 16,5 11 64,1-3-16,-2 3-40,1-1 8,-1-3-32,-4-13 0,3 13-24,1 1-80,0-8 88,-1 13 56,1-5-40,-2-11 0,0 0 104,1 18-128,1-15-24,0 11 48,-1-10-24,0 7 24,-2-10 40,3 2-40,0 10-24,-1-2 104,1-8-48,0 13 48,-3-16-80,3 9 72,0-6-144,1 13 48,-1-5 0,0-8 32,-1 5-8,-1-3 72,4-2-56,-1 11 80,1-10-104,-3 10 16,1-11-8,-4-7 0,4 21-112,-1-14 72,1 11 16,0-12 40,-1 12 64,1-12-16,0 12-120,-1-12 152,1 12-136,0-12 48,-4 5-8,0-8 120,3 5-192,1 6 88,-4-6-40,4 8 24,0-10 24,-4-5-24,3 14 24,1-9-32,-4 10-8,4-10-16,-1 10 24,-1-12 8,0 0 32,2 12-56,-4-8-16,3 8 32,1-8-24,-1 6 32,-2-12 8,-1 4 0,3 8 32,1-8-32,0 12 0,-1-10 32,-2-3-40,2 8-24,1-7-16,-1 12 48,1-11-56,0 12 32,-2-14 16,-1-3 32,3 16-16,0-10 144,-1 8-160,1-8-16,2 10 0,-6-17 16,3 13-168,3 1 120,-3-1 64,1-6-16,0 10 0,-3-15 0,2 1 72,0 15-88,-3-14-144,4 14 168,0-12-8,-1 8 0,-3-12 32,4 3 144,0 12-128,-1-10-48,1 6-24,-4-8 16,1-3 8,2 9-48,0-5-24,-3 9 0,4-10 72,0 11 32,-2-14-32,-1-1 72,-1 15 16,4-12-16,0 12-112,-4-12 48,3 10-8,-3-15 8,4 5-88,0 12 80,-1-11 8,1 8-40,0-8 40,-4 10 0,5-10-72,-1 9 48,0-10 32,-1 12-16,-3-13 0,0-3 72,4 6-24,0 1-32,-1-1 40,1 1-72,0 8 40,-4-15-24,0 5-40,3 2-24,-3 6 56,4-8-16,0 9 24,-2-13 0,-1 1 40,3 3-32,0 16 40,-4-17-32,3 3-40,-3 5 24,0-12-8,4-1-72,0 6 32,-1 9 56,-3-12-8,4 3-8,-4-5 8,0 3 40,4 11-112,-4-11 24,4 3 64,-4 8 16,2-12-32,-1-1 80,-1 13-16,0-9-72,4 1 0,-4 8 24,0-10-16,0-5 0,4 6 16,-4 8-64,0-8 24,3 1 8,-3 10 32,2-15-16,0 1 24,-2 5-40,4 8 72,-1-10-72,1 8 56,-1-9-40,-2-4 16,-1 4-56,3 14 80,1-14-32,-4 10-16,4-9 40,-4-5-32,3 3-48,1 2-24,0 8 40,-1-10-8,-3 11 48,3-12-8,-2-1 80,3 6-40,-1 10-32,1-13 8,-4 12-40,4-12 24,-4-4 24,3 6-16,-3 9-8,4-10-8,0 11-8,-1-12 24,-3 1-8,0 5 0,4-6-56,-4 2 48,0 10-24,4-11 32,-4 4 0,0-6 80,3 2-64,-3 12 88,4-12-87,-4 1-9,4 10 32,-4-15-40,0-3-32,4 16-49,-1-9 65,-3-1-40,4 10 24,-4-13 32,0 0 56,0 3-88,4 12 72,-4-16-80,3 3-24,-3-2 64,0-2-96,4 0-144,-4 2-80,0-2-80,0 0-120,0 0-72,0 0 592,0 0-712,4-6-248,-4 3-209,0-3-303,0-10-304,0 13 1776,0 2-2049,0-16-319,0 12-225,0-15 409,0 5 527,0-2-3192,0 17 4849,0 0 0</inkml:trace>
  <inkml:trace contextRef="#ctx0" brushRef="#br0" timeOffset="13">4629 854 10146,'0'0'456,"0"0"80,0 0-72,0 0-24,0 0-440,0 0 384,4 2-24,-4 2 8,0-2-32,0-1 72,4 1-39,-4-1-369,0 0 352,0 1-56,0 0 8,0-2-48,0 0-16,0 1-240,0 0 280,0 0-96,0 1 96,0 0-16,0 0-16,-2 0-8,2-2-240,-2 2 200,0-1 0,0 1 88,0 0 56,-1 2-48,2-1-296,0-1 361,-1 2-73,0 2 32,-1-1-40,1-1-24,0 1-256,2-5 248,-2 6-64,0 8 88,-1-8-24,1 9 0,0-10-24,1-1-224,0 9 200,1-8-80,0 14 40,-2-12 32,2 10-8,0-8-184,0-4 232,0 10-64,0-8-40,0 15-48,0-5 32,-2 1-16,2-17-96,0 17 128,0-2-40,0 3-15,0 1 7,0-2-16,0-9-64,0 3 104,0 8-48,0 0-104,0 2 112,0-2 0,0-4-64,0-12 40,0 15 128,0-3-168,0 3 40,0-1 56,0 2-56,0-15-40,0 13 48,0 2-48,0-2 24,0 2 80,0-1-40,0-9-64,0-2 80,4 10-16,-4 1 96,0 1-120,4-1 16,-4-2-56,0-16 56,0 21-184,3 0 200,1-2-24,-4 2 24,4-1 40,-4-15-112,0 6 72,3 10-64,1 2 104,-4-2-56,4 2 8,-2-8-64,-1-10 136,-1 14-144,4 4 16,-4-2 40,4 0 24,-4 0-8,0-19-64,3 16 88,-3 3-120,4 0 56,-4 1-16,4-1 32,-4-11-40,0 0 112,4 11-80,-4-2 72,3 2-104,-3 0 24,3-4-24,-2-16-8,-1 22-16,0-4 136,0 1-112,0 1 24,0-2-8,0-15-16,0 10-88,4 5 40,-4 1 24,0-1-16,0 0 56,0-8-16,0-6 88,0 13-8,0-1-32,0 1 16,0-1-48,0 0 0,-1-17-16,0 19 24,1-2-80,0 0 64,-2-1 16,2 3 0,0-13-24,0 3 48,-2 10-56,2 2-8,-2-4 32,2 3 0,-1-6-16,0-12 56,1 12-40,0 7-56,0-6 32,0 5 24,0-3 40,0-1-8,0 5-40,0-2-56,0 2 48,4-2 8,-4-8-8,0-4 24,0 13 24,4-5 104,-4 4-160,0 2 0,0-1 8,0-19 8,0 21-176,0-2 176,3-1 32,-3 0-40,0-2 16,0-10-16,0 5-8,0 5-56,0 4 0,0-2 48,0-1 16,0-6 0,0-8 48,0 12 0,0 1-80,0-1 32,0 1 24,0-1 24,0-15-48,0 14 72,0 1-88,0-1 8,0 2-24,0 1 8,0-10 24,0 0 16,0 10 0,0-1-24,0-3 8,0 3-32,0-1-32,0-1 72,0 4-24,0-1 64,0-3-16,0 1-48,0-13 16,0 7-8,0 5-16,4 3 0,-4-1 64,0-1-8,0 1 0,0-3 16,0-1 40,4 1-120,-4 2 8,0-3 0,0-13 24,0 15-88,0 0 64,0-1 24,0 2-16,0-3 0,0-7 16,0 3 48,0 6-120,0 1 72,0-2-8,0 1-16,0-1 72,0 0-16,0 3 0,-2-1-40,2-3 32,0 3-24,0-14 0,0 9 0,0 4-32,0 1 16,0-3-32,0 1 32,0-7 16,0-1 48,0 8-24,0-1-16,-2 1 16,2 2-8,0-3-16,0-14-16,0 17 48,0-3-56,0 1 8,-2-9 64,2 12-72,0-15 24,0 1 0,0 17-32,0-14 32,0 11 0,0-10 24,0 10 32,0-3-80,0 0 96,0-8-80,0 13-8,0-12 16,0-7 0,0 16-56,0-2 16,0-8 40,0 11 16,0-12 0,0 4-16,0 0 48,0-4-56,0 12 0,0-3 16,0-8-16,0 9 8,0-14 0,0 13-32,0 0-48,0-8 96,0 13-48,4-12 16,-4-4 16,0 8 64,4-4-168,-4 10 104,3-3 24,-3 0-32,0-11 8,0-1 72,4 15-16,-4-10-48,0 8-48,0-8 48,4 8-8,-4-16-48,0 6 32,0 10-16,0-10 24,0 10 48,0-8-32,1-2-8,1 2 72,-2-2-96,0 10 8,0-10-8,0 9-16,0-11 40,0-3 32,0 14-32,0-10-16,0 12 56,0-12-64,0 10 16,0-14 8,0 5 72,0 9-128,0-9 56,0 1 48,0 10-64,0-14 16,0-1 64,0 4-56,0 10-56,0-12 64,0 1-64,0 2 48,0-6 8,0 6 56,0 0-120,0 8 64,0-11 8,0 1-48,0-2 32,0 2 16,0 2-56,0 0 40,0 1-16,0 6 56,0-11-40,0-2 48,0 7-64,4 6 0,-4-8 8,0-1 48,0 10-24,0-15-16,0 4 24,0 3-96,0 8 56,0-12-8,0 3 32,0-2-8,0-1 88,0 12-112,0-11 0,0 1 16,0 1 8,0 0 0,0-5 8,0 5 48,0 8-72,0-10 24,0 1-8,0 3-8,0-7 8,0 3 40,0 4-112,0-3 32,0 3 32,0-1 48,0-2-40,0-3 64,0 6-8,0-1-24,0 0-64,0 1 16,0-1 0,0-6 16,0 13-40,0-11-8,0 3 56,0 1 16,0 1-24,0-2 0,0 2 64,0-4-136,0 2 48,0 8 16,0-10-8,0 2 16,0-5 32,0 7-16,0-1-24,0-1 24,0 1-8,0 0 16,0-5-24,0 4 48,0 1-128,0-2 80,0 3-8,0-3-24,0 0 32,0-2 88,0 2-128,0 1 8,0-1 40,0 1 0,0-1-8,0-5 80,0 6-56,0-1-72,0 1 32,0-1-8,0 1 32,0-5-8,0 0 56,4 2-104,-4 1 32,3 2 24,-3-3-32,3 0 24,-2-2 32,-1 3-144,4-3-56,-1 1-120,1 0-128,-4-2-72,0 0 488,4 0-696,-1 0-208,1 0-113,2-4-175,-3 1-184,0 0 1376,0 0-1529,2-13-327,1 10-320,-1-10 111,10 10 393,-12-9 1672,-2 14-5065,-1 1 5065</inkml:trace>
  <inkml:trace contextRef="#ctx0" brushRef="#br0" timeOffset="14">4597 5660 8521,'0'0'56,"0"0"-56,0 0 56,4-4-8,-1 1 0,-3 3-8,0 0 8,4-4 24,-4 4-88,4-4 24,-4 4 24,0 0-8,0 0-24,0 0 48,0 0-8,0 0-24,0 0 0,0 0 16,0 0-184,0-3 344,0 3-160,0 0 16,0 0 96,-2-4 65,2 4 87,0 0-296,0 0 368,-2 0-8,2 0 32,-2 0 32,2-4 40,0 4-464,0 0 480,0 0 64,-2 0-72,1 0 56,-1 0 17,0-4-33,2 4-512,-2 0 552,0 0-88,0 0 24,1 0-48,-1 0-48,1 0-392,0 0 440,-1 0-96,-4 0-24,1 0 25,1 0-89,-1 0-256,5 0 304,-6 0-40,1 0-48,-1 0 96,1 0-96,-1 0 8,1 2 48,-1-2-128,-1 0 48,-1 0 16,-6 2-56,10-2-152,2 0 176,-5 0-64,-8 0 8,11 0-8,-3 0-16,-8 0 16,15 0-112,-5 0 80,-10 0-64,10 0 16,-3 0 32,-8-4-32,12 4-32,0 0 120,-12 0-72,10-3-64,-12 3 56,12-4-56,-9 4 16,12 0 16,-12-4 32,1 4-48,-1 0 32,8-3 16,-12-1-24,16 3-24,-9-2 32,-2 0-56,6 3 24,-12-4 24,13 4 48,-6-2-72,6 0 88,-8-1-32,0-1 0,0 4-72,-1 0 16,1-4 16,15 4-16,-7 0-8,-13-3 8,3-1 56,10 4-24,-15-4-8,16 4-24,-3 0 56,-6-3-32,1 3 0,-1 0 48,0 0-23,4 0-49,7 0 88,-12-4-8,-1 0-16,3 1 24,-1 3-24,0-4 16,13 3-80,-11 2 64,-1-5-48,-1 4 8,-2-3 8,10 3-8,-5-3-24,4 2 56,1 1-16,-12-4-8,4-1 0,8 1 8,-12-1-40,18 5 0,-6-4 8,-14 0 0,7 4 16,6-4 16,-12 4 0,17-1-40,-1-1 40,-15 2-80,12-4 80,-12 4-16,5-4 0,-1 1 40,0 3-56,8-4-16,-13 4 8,5-4-40,0 4 8,14 0 32,-14 0-8,-2 0-16,1-3 72,-1 3 16,-1 0-40,8 0-24,1 0 48,-9 0-32,0 0-72,-1 0 56,1 0 32,3 0-32,13 0 0,-14 0 40,1 0-8,-2 0-8,1 0 80,1 0-24,11 0-80,-8 0 80,-3 0-64,0 0 24,1 0 32,-1 0 8,5 0-80,5 0 88,-11 0-72,1 0-8,-2 0 24,3 0 24,-1 0-40,14 0-16,-5 0 40,-15 0-112,14 0 56,-11 0 40,3 0-8,12 0-16,-2 0 96,-13 0-120,3-4 0,1 4 24,-1 0-24,3 0 24,9 0 48,-11 0 0,-3 0-96,10-4 64,-14 4-16,7 0-16,11 0 16,-11 0 56,-1 0-56,1 0 0,-3 0 24,10-3-40,-5 3 16,4 0 64,0-4-16,-12 4-16,13 0 64,-12 0-80,4 0-16,14 0 24,-5 0 0,-12-4-72,12 4 64,-10 0 0,1 0 112,11 0-128,-7 0 200,4 0-48,-13 0 32,12 0-80,-12 0-40,17-2-64,1 1 64,-15 1 16,12 0-104,-3-4 56,-10 4-8,12 0-32,5 0 8,-14-4 40,9 4-120,-10 0 88,10 0-16,-10-3 40,13 3-32,0 0 80,-15-4-80,12 0-24,-10 4 16,10 0 8,-9 0 0,14 0 8,-5 0 56,-10 0-80,8 0 8,-10 0-8,10-3 56,4 3-40,-8 0 24,6 0-56,-10 0 32,10-4-64,-12 4 40,14 0 24,2 0 88,-14 0-56,9 0-8,-10 0 48,11 0-104,-12 0 32,18 0 0,-5 0 8,-12 0-64,11 0 88,-8-4-16,8 4 0,3 0-16,-1 0 72,-11 0-104,11 0-16,-3 0 56,-8 0-40,11 0 32,3 0 40,-6-3 24,-8 3-104,9 0 48,-8 0 0,8 0-16,5-1 8,-3-2 48,-4 3-80,1 0 24,-8 0 0,10 0 0,1-2 8,0 0 64,-10-1-88,10-1 80,-2 4-48,-1 0-24,0-3 16,7 2 16,-15 1-80,9-3 56,1 3 16,-2 0 16,-1-4 16,6 4-40,-3 0-8,-10 0-24,10-4-24,-3 4 56,-6 0 8,10-2-8,2 0 48,-13 2-16,8 0-24,-10 0 0,12 0-8,-12 0 16,16 0-16,-3 0 24,-11 0-40,10 0 8,-12 0 0,12 0-8,-2 0 16,-1 0 40,2 2-56,-1 0 16,-8 0 8,10-2-8,-1 0 0,4 0-8,-3 0 0,-2 0-24,1 0 64,-1 0-16,1 0 8,5 0-24,-3 2 16,-4-2-112,3 0 0,1 2 16,2-2-80,1 0 160,0 0-192,0 0-32,-1 0-168,2 0-128,0 0-96,0 0-160,0 0 776,0 0-737,0 0 241,-2 2-8,-2-1-488,2 1-728,2-2 1720,0 0-2569,0 0-423,15 0 367,-9-3 793,10-1 783,-4 1 1049,-9 2-488,2 1 248,21 0-3897,-26 0 4137</inkml:trace>
  <inkml:trace contextRef="#ctx0" brushRef="#br0" timeOffset="15">5601 4237 9337,'0'0'81,"4"0"-25,-4 0-24,2 0-32,-1 0 72,-1 0-16,0 0 24,0 0 40,4 0 40,-4 0 64,4-4 40,-4 4 48,3 0 0,-3 0 40,0 0-8,2-1-344,0-2 360,-2 3-24,4 0 0,-1 0 24,-3 0-24,0 0-336,0 0 360,0 0-23,4-3-49,-4 3 8,0 0 8,0 0 8,0 0-312,0 0 328,0 0 0,0 0-8,0 0 8,0 0-8,0 0-1944,0 0 3576,0 0-1632,0 0-16,0 0-8,0 0-56,0 0-3352,0 0 6497,-2 0-3153,0 0 32,1 0-8,-3 0-56,0 0 16,3 0-216,-1 0 168,-2 0-24,-2 1 80,1 1-8,-1 0 8,3-1-224,1 0 240,-4 1-72,-1 0-24,0 1-16,-1-1 32,-6 0-8,13-2-152,-2 4 152,-4-1-32,-8 1-16,9 2 32,-8-3-16,11-1-120,0 0 176,-12 3-64,10 1 0,-14-1 0,12 3 0,-6-4-112,10-3 128,-5 7-31,-8-3-1,10-1-16,-10 1-8,8 1-16,5-5-56,-12 3 128,9 4-72,-12-3 56,11 1 16,-10-1-48,13 4-80,1-3 136,-18-2 16,14 10 24,-13-12-120,13 4 40,-13-1-96,19-5 64,-6 4-56,-13 1 56,3 1-16,2 1 32,-1 1-16,10-6-64,-6 1 72,-5 3-80,-1-1-24,1 1 16,-1-1 96,1 1 32,-1 1 0,-1-1-40,1-1-48,-2 1-24,1-3 0,17-2 0,-16 4 56,2 0-104,-3 1 64,3-1-16,-3 1 16,10-3-16,0 0 72,-10 2-64,-1 2 80,2 1-64,-1-1 24,3-2-48,14-4 48,-15 4-32,-1 1 24,2-1-32,-1 1 16,-1-1-8,1 1 16,0-1-56,1 1 72,-1-1-24,-1 1-16,7-3-8,5-1 64,-10 4-48,1 1-8,-3-1-8,-1-1 0,-1 1-8,20-6 8,-18 5 16,1 1-32,1-3 64,-1 1-16,-1 0 8,11-3-40,-3 1 40,-8 2-112,1 0 48,-1-2 0,0 1 16,1-1 8,13-2 88,-16 6-64,2-3 8,-1 1-24,1 2-16,1-3 32,13-2-24,-10 2 0,-4 1-16,1-1 16,-1 1 8,-1 0 48,8-2-56,4-1 112,-10 5-96,-1-1-24,0 1 8,-1 1-8,3-2 8,16-4 48,-19 4 64,3 1-144,-3-3 80,1 3-24,-1-2-24,13-3 0,-4 1 88,-5 4-128,-1-3 16,-1 3 16,1-2 32,2-2-24,9-1 80,-11 1 0,1 2-104,-2 0 32,10-3-16,-13 3 16,18-4-8,-13 2 72,1 2-152,-3-1 80,0 1-32,3 1-24,6-4 56,1 0 56,-8 3-80,1-2 56,-1 0-16,0 1-16,0 1 40,1 2-56,-1-3 24,0 3 40,8-3-48,-13 3 24,16-5-24,-7 2 24,4 0-72,-14 1 8,14 0 56,-13-1-24,15 1 8,3-2 72,-17 1 0,4 3-136,8-2 72,-13-1 0,5 1 8,0-2 40,8 2-88,-13-3 56,12 1-8,-10 0 24,15-1-40,-1 0 56,-13 3-112,10-3 48,-10 1 24,12 0-16,-9 0 0,11-2 48,-2 0-72,-12 2 8,12-2 24,-14 2-16,12-2 40,4 0-32,-11 1 24,9 1-48,-12 0 16,10 0 0,-10 0 32,13-1-24,1 0 56,-15 2-56,10 1-24,-10 0 8,11-1 16,-14 1 40,14 0 0,-11 1-80,10-1 40,-10 1-24,10-1 32,2-3-8,-6 0 40,5 4-88,-12-1 72,12-2-24,-11 3 0,12-3 0,4-2 48,-14 4-72,8 0 40,-8-1-16,10 1 8,-12 0 0,17-4-8,-5 3-8,-13-1-48,14 0 80,-14 0-8,14 0-24,-12 0 72,12-1-64,-12 1 32,12 0-8,-14-2 8,14 2-32,-14 0 0,14 0 56,-12-1-40,12 1 0,-1 0-8,2-1-8,-7 0-16,6 1-56,-2 0 40,-8-2 40,9 0-24,2 0 16,1 0 48,-4 2-24,-8-2-80,9 1 88,-8 1-64,8 0 48,5-2-16,-13 4 72,9-2-144,-10-1 120,10 1-16,-3 0-40,2-1 8,-2 0 72,2 1-112,-1 0-24,-8-1 48,10 1-32,-3 0 112,-6 0-40,10 0 8,-4 1 32,1-1-64,-8 0 24,15-2-24,-3 2 8,-5 0-96,1 0 32,0-2 40,-8 1 32,13 1-16,0-2 72,-5 2-56,0 0 8,-1 0-48,-6 0 32,10-2-8,4 0 8,-8 2 16,-6-1-72,8 1 48,1 0-8,-12 0-8,15-1 16,-1 0 48,-5 2-112,-6 1 24,8-2 24,-1 0 16,-4-1 0,7 0 88,-1 0-24,-3 1-48,-8 0-16,10 0 0,-9 0 0,15-2 0,-5 2-16,-1-1-32,-8 1 24,8 0 16,1 0 32,-3-1-24,1 0 56,3 1-64,-3-2 56,-8 1-80,10-1 32,-2 2 0,6-2 8,-13 0-56,8 2 24,-1 0 32,-8-2 16,9 2 0,4-2-24,-3 0 56,-10 2-136,10-2-8,-2 2 88,-10-1 0,15 1 0,0-2 56,-5 2-16,-10-2-72,12 2 0,-2 0 56,-8 0-24,15-2 0,-6 1 8,-1 1-56,-10 0 48,12 0 16,-10 2 24,13-4-40,-1 1 64,-12 3-152,9-2 104,-8 2-16,8-3-16,-6 2 16,9-2 64,-2 1-104,-12 2 40,12-3 32,-12 1-48,12 2 56,-10-2-64,10 2-40,-10-3 40,9 1 16,-8 0-16,11-1 24,2 0 32,-6 1-24,-1 0-8,1-1 8,0 1 8,1 0-16,6-2 24,-7 2-8,1 0-32,1 0 8,-1-2 24,1 1-24,3 0 8,-2 0 72,-1 1-128,-1-2 40,2 2-16,1 0 16,0-1 16,2 0 72,-3 0-32,3 1-32,-3-2 8,2 2 0,0-2-24,2 0 8,-2 2-24,0-2-88,1 2 40,-1-2-40,0 0 0,2 1 112,0 0-120,0 0-128,0-1-8,0 2-96,0 0-40,0-2-48,0 0-96,4 0-24,-4 0-96,3 0-145,-3 0-175,1 1 976,2 0-1184,1 1-320,-1 0-209,-3 0-143,6-2-113,-4 1 1969,0-1-1848,1 0 440,3 2 400,-1 0 431,10 2 321,-11-1-3889,-4-3 4145</inkml:trace>
  <inkml:trace contextRef="#ctx0" brushRef="#br0" timeOffset="16">5679 4175 9265,'4'0'1025,"-4"0"-1025,4 0 1032,-1-4-304,1 4-160,0 0-144,-4-3-88,2 3-336,-1 0 328,-1 0-40,0 0 25,0 0 15,0 0 8,0 0-336,0 0 352,0-4 24,0 4 24,0 0-8,0 0 16,0 0-40,0 0-368,0 0 328,0 0-64,0 0-24,-1 0-16,-1 0-8,0 0-216,2 0 241,-2 0-1,2 0-8,-2 0-16,-2 0 24,1 0-56,3 0-184,-6 0 192,4 0-64,1-4-24,-1 4 24,-2 0-40,3 0-88,-2 0 128,2-3-24,-5-1-16,2 4 32,1-4 8,0 4-128,2 0 104,-4 0 8,1-5-40,-2 5-8,-1 0 48,1-4-16,5 4-96,-5 0 128,-1 0-112,-1 0 56,1-3 0,0 3-32,-2 0-40,3 0 128,2-4-72,-3 4 8,-8 0 0,10 0-16,-10 0 16,9-4-32,-10 4 0,10 0 0,-8 0 0,8 0 32,1 0-64,-6 0 72,5-4-16,-12 4 32,12 0-32,-10 0-16,12 0-40,2 0 96,-14-3-40,8 3-24,-8 0 72,10 0-8,-12 0-24,17 0-72,-6 0 113,-9 0-97,1 0 32,8-4-8,-12 4-16,16 0-24,-1 0 80,-16 0-56,12-4 56,-10 4-8,11 0-24,-13 0 16,12 0-32,-12 0 16,5 0-24,1 0 16,-1 0-16,11 0-24,-7 0 0,-4 0-16,1 0 0,-1 0 80,8 0 8,-8 0-72,8 0 112,-8 0-48,-2 0-32,3 0 32,-1 2 8,0-2 8,15 0-80,-7 0 16,-13 2-48,12 0 56,-10-2 0,10 0 32,1 0-56,-4 0 96,-4 0-80,1 0 32,6 0 8,-12 0-32,5 0 16,10 0 8,-15 0-32,12 0 48,-10 0 8,11 0-8,3 0-64,-11 2 32,0-2-96,8 0 64,-11 0-24,10 0 8,-2 0 16,2 0 80,1 0-16,-14 2 32,14-1-64,-11 1-32,10-2 0,8 0-40,-20 0 8,5 0 72,1 0-16,6 0 16,-14 0-48,17 0 8,-5 0 16,-4 0-32,-1 0 0,0 0 32,1 2 0,6-2 24,-10 2 0,11 2-88,-14-2 24,14-1 32,-13 1 16,19-2-24,-6 0 16,-11 0-32,11 0 8,-12 0 0,12 2 40,-3-1-32,0 0 56,2 1-64,-10-2 48,11 0-40,-10 2 8,10-2-8,7 0 72,-19 1-104,14 1 112,-14-2-24,14 2-40,-14-2 56,18 0-72,-3 0 24,-13 0-64,12 0 56,-12 0-24,12 0-8,-12 0 8,10 2-8,-10 2 16,3-3-8,8 1 32,-12-2-8,17 0-16,-6 0 8,-9 0-40,10 2 64,-10 0-40,8 0 8,1-1 0,-4 0 56,4-1-72,-12 0-8,12 1 24,-11 1-16,12-2 8,-12 2 104,10 0-32,-10-2-8,11 0 8,-12 2-104,16-2 40,-9 2-56,5-2 24,-9 1 16,10 1 40,-11-2 0,12 0 16,-12 0-32,12 2 8,-15 0-32,14-2 16,-10 2 0,16-2 40,-8 0-72,-10 0 24,10 2 56,-10-2-40,11 2 40,0-2-48,-5 0 80,7 1-96,-12 1-24,10 0 48,-11 0-24,13-2 16,4 0 16,-19 2 56,14 0-96,-12-2 32,12 0 32,-12 0-32,17 0-8,-5 0 40,-11 0-72,12 0 48,-12 0-8,10 0 16,-10 0 56,10 1-88,-12-1 40,12 0-8,-11 0-32,11 0 8,6 0 8,-17 2-8,12-2 48,-12 0-40,3 2 16,8-2 8,1 1-32,-8 0-24,-1-1-8,8 0 0,-14 2 24,14-2 24,-6 0-16,6 0 56,-1 0-8,-12 3 8,13-1-96,-12 2 24,12-2 16,7-2 0,-20 0-56,13 0 48,-14 0 48,14 0-24,-11 0-24,14 0 8,0 0 48,-14 0-72,10 0 0,-10 2 48,3-1 16,8-1 0,-10 2 8,10 0 0,-9 0-72,8-2 24,-10 0 32,16 0-32,-4 0 0,-12 0-16,11 0 32,-12 2-32,12-2 48,-4 0-32,4 0 32,-8 2-8,8-2 8,-12 1-88,14-1 80,-15 0-24,19 0-16,-6 2-16,-11 0 56,1 0-16,2 0 16,1-2-24,-1 0-8,8 0-56,-14 0 16,5 0 64,8 0 0,-6 1-16,8 0 72,-8-1-48,6 0-48,-12 0 0,5 0 8,1 0 24,13 0-8,-6 0 48,-11 0-88,10 2 72,-8-2-16,1 1-16,8-1 24,-12 0-48,12 0 72,-9 0-40,10 2 24,-8 0-32,11-2 32,-2 0-64,-2 2 104,-8-2-56,9 2-8,-8-2-16,12 0 8,-2 0-32,-11 2 0,10-1 24,-1-1 56,-8 2-32,12-2-16,0 0 72,-5 0-48,-8 2 8,9 0-24,-8 0-32,8-2 8,6 0 16,-15 0-24,10 0-48,-2 0 56,-8 0 40,9 0-16,-1 0-8,-2 0 56,1 2-72,-8-1 16,10-1-24,-8 2 48,8 0-24,4-2 40,-16 2-72,3 2 56,1-3-24,6 1-8,-10 0 32,16-1-24,-4 0-8,-12 3-40,3-3 72,10 1-16,-14 0-32,12 0 40,-9 0-16,10 0 48,-9-2 0,10 0 8,-9 0-56,13 0-24,-4 0-40,-10 2 16,9-1 24,-8 1 40,8-2-8,1 0-8,-5 0 16,5 0-64,-12 2 72,12 0-8,-10-2 0,11 0-16,3 0 24,-16 0-40,12 0-32,-10 0 64,9 0 8,-1 0-64,5 0 40,-13 2 64,10 0-144,-10-2 80,10 0 16,-3 0-16,0 0 0,0 0 64,2 0-104,-10 1 160,10-1-120,-10 2-8,11-2 8,4 0 32,-6 0-136,-10 2 184,12-2-88,-10 0-8,9 0 32,1 0-16,-8 0-88,8 0 56,-12 2 16,11 0-16,-10-2 8,9 0 48,-8 0 16,9 2-56,-8-1 40,8 1 16,-9 2-40,15-4 0,-5 0 40,-12 0-96,12 2 48,-10 0-16,10-1 0,-2 0 24,-1 0 56,2 1-88,-10-2 96,10 2-32,-8 0-32,9-1 0,4 0 24,-15 2-96,8 3 160,-10-2-88,12-3 0,-8 1 40,8-2-136,-9 0 40,10 0 24,-3 0 16,-6 2-40,10-1 56,2 0 48,-12-1-8,8 2 24,0-2-8,-8 0-56,8 0 0,6 0-8,-5-4-56,-10 4 80,9 0-24,-1-4 24,-8 4 0,13 0-16,-1 0 24,-4 0-72,-1-3 32,-7 3-8,10 0 8,-1 0 16,5 0 32,-14 0 8,11 0-8,-3 0-32,-8 0 40,12 0-72,2 0 32,-6 0 24,-9 2-64,12-1 32,-11 1 32,10 2-32,-3-2 48,-6 0-40,10-1 80,-2 1-80,-1 0 8,2 0-8,5-2 8,-8 0-104,1 4 160,-1-3-64,-6 1 8,8 0 0,-8-2-80,8 0 16,-1 0 56,-8 0 0,9 0-8,3 1 8,1 0 32,-13-1-16,10 2-40,-3-2 32,-6 0 16,8 2-40,6-2 16,-5 0 16,-10 1-40,9-1 40,-1 0-8,0 2 8,-1-2 8,1 2-72,0-2 88,1 0-40,-1 2-8,1-1 8,4 0 56,-5 1-96,0-2 152,1 1-96,1 1-32,-1 0 24,5-2-8,-3 2-80,-2 0 72,1 0-8,-3-2 16,3 2 0,1-1 0,2-1-8,-5 0 24,1 4-16,-1-2 0,1 0 8,1-1-8,5 0 24,-7 0-40,1 1 16,-9 0 24,13 0 8,-3 0-8,-2 0-56,1 1-16,-1-1 40,-1 0 40,3 0 16,1-1-48,2 0 40,-3 2-80,-1-1 64,-1 2-32,1-2 0,1-1 48,5 0-40,-6 0-24,1-1-24,-1 2 48,1-2-16,-1 2-40,4-1 56,-1 0 40,-3 1-48,1-2 96,-1 0-72,1 2-32,0-2 16,4 0 24,-4 1-112,1 1 184,-1 0-80,-1-2-40,2 2 56,-1-2-136,-1 0 64,1 0 32,-1 0-8,1 2 32,1-2-16,2 0 64,-3 0-72,-1 0-32,1 0 40,-1 0 0,1 0 40,4 0-40,-4 0 32,0 0-80,-1 0 40,1 0-32,-3 0 64,3 0 8,-1 0-88,1 0 120,-1 0-136,1 0 112,0 0-40,4 0-16,-4 2-56,1-2 160,0 1-192,1 1 64,-1 0-72,0 2-104,1-2 32,-1-1 0,0 1 8,-1 0 0,3-1 176,0 0-152,-2 1 8,1 1-168,-3 3-264,2-4-216,3 3-297,-1-3-79,0 0-32,0 0-56,0 0-33,0 1-87,2-2 1376,0 0-1472,-1 3-137,-1 0-159,2-3 64,-2 5 247,1-3 1457,0-2-1064,-1 2-3441,2-3 4505</inkml:trace>
  <inkml:trace contextRef="#ctx0" brushRef="#br0" timeOffset="17">295 4618 8345,'0'0'1073,"0"0"151,0 2-136,0 0-1088,0-2 912,4 2-168,0 0-152,-1-1-87,1 1-41,0 0-40,-3-1-424,1 2 464,2 1-56,1-3-16,-1 3 24,0-2-48,-2-1-368,-1 0 376,3 2-48,2 1-64,-1-2 8,-1 0-7,0 0-9,-4-2-256,5 3 288,-1-1-88,1 2 16,-1-2-16,1-1-64,-3-1-136,0 0 184,4 2-64,-1-2 32,-1 0-24,1 0 16,0 0-144,-4 0 128,4 0-40,-1 0 72,2 0-72,-1 0 16,-1 0-16,-3 0-88,3 0 24,2-3 56,-1 3 24,10-4 32,-11 4 0,-2-2-136,-1 0 152,5-1 0,9 3 16,-12-4 24,1 4-40,1 0 8,-4 0-160,13-4 184,-14 4-15,6-3-1,8 3-24,-10 0-40,2-4 32,-1 4-32,10-4 56,-11 4 16,1 0-32,6 0-144,-7 0 232,-4 0-24,5 0 16,10 0 8,-11 0-8,1 0-40,-2 0-184,11 2 96,-11 0-56,12 0-16,-11 0 80,1-1-24,5 0-80,-1 0 128,-6 1 0,14 2-32,-12-2-8,10 1-24,-10-1-64,-4-2 72,13 2-64,-8-2 8,9 0 56,-12 2-32,14 0 32,-15-1-72,1 3 88,12 0-112,-9-2 56,8-1-32,-8 1-32,5 0 32,-6-2 48,1 4-32,14 0-24,-14-3 48,14 1 56,-15 0-64,-3-2-32,15 2 48,-3 0-32,-10 0-32,15-1 72,-14 3 48,4-3-104,0 0 80,-3 1-32,14 0 0,-14-1-40,10 1 56,-11 0-64,-4-2 56,13 2-48,-10 2 72,13-3-80,-14 1 0,14 0 0,-16-1 0,3 0-48,13 1 32,-11 0 24,10 1 16,-12 3 24,12-2 16,-10-3-24,8 5-48,-8-2 24,11-1-16,-14 1 0,-3-4-8,17 2 48,-14 0-72,14 1 80,-11-1-48,10 2 49,-14-3-49,2 1 48,12 0-72,-10 0 112,12 0-80,-14 0 24,8-1-32,-8 0 56,2 2-40,12 1 104,-12-2-104,12 0-16,-12 0-32,-4-2 32,12 0-96,-8 1 64,10 1 8,-10 0 32,12 0 56,-15-1-64,0 0 32,13 1 8,-12-1-24,11 1-72,-10 0 56,11 0 0,-15-2 8,4 2-48,12 0-24,-12-1 48,14 1-40,-14 2 32,14 0 32,-14-1-104,12 3 96,-12-4 16,15 1 8,-16 0-24,-2-2 80,16 1-72,-12 2 48,12-1-56,-12 1 8,14 1 8,-20-4-16,5 2-16,14 1-16,-14-2 40,14 1 0,-14-1 8,3 0-16,1 0 56,-4 0-112,12 3 64,-12-3-32,12 0 16,-12 1 8,-5-3 72,17 2-104,-12 2 8,10-2 40,-9 0 24,8 0-48,-13-2 8,2 3 80,12 1-120,-10-2-40,10 1 128,-11-1-72,5-1 24,-4 0 48,-1 1 8,2 0-32,8 1-48,-10 1 56,2 0-24,-6-4-8,14 3-8,-10-1-24,11 0 16,-12 2-8,12-2 0,-14-1 24,2 1 64,2 2-104,10 2 88,-10-5-16,1 3-32,8-3 0,-10 0 40,2 1-64,9 0 16,-10 1 8,10-1-8,-10 2 40,-2-4-32,11 2-16,-9 1 0,10 1 56,-9 0-56,10-3 56,-13 2-40,0-2 0,13 1-24,-10 2 16,8-1 8,-8 1 64,8-1-64,-13-2 0,2 1 24,14-1-80,-13 3 32,10-2 40,-10 0-16,1-2 0,5 2 16,-7-2-96,14 1 56,-13 1 24,10 2-8,-11-3 8,-2 0 72,14-1-56,-12 0 8,3 2-32,9-1 40,-12 1-32,-3-2 0,6 2-32,-1 0 24,10 0-16,-11 0 16,1-1 48,2 0-40,1 0 32,-4 1-72,1 2 40,1-2 8,10 0 8,-13 1-16,-2-3 16,4 2-32,12 2-8,-12-2 16,10 1 0,-11-1 48,-1-2-40,10 2 0,-9 0-32,13 0 24,-12-1 32,12 1-16,-14 1-8,-1-2 16,17 1 0,-14 0-64,12-1 32,-12 1 24,14 0-8,-19-2 24,5 2-24,12 0-40,-12 0 48,12-1-40,-12 1 16,2-1 16,3 0 8,-7 1-72,12 2 88,-9-2-24,8-1 24,-10 1-24,-2-2 32,13 0-64,-12 2 0,3 0 32,10 0 24,-12 0-8,-3-2-16,4 1 32,0 1-88,10 0 24,-12 0 24,3 2-16,-3-3 24,-1-1 72,13 2-64,-11 0-48,1 0 80,1 0-24,-1-1-16,-5 0 32,6 0-16,9 1-88,-12 0 24,3 0 48,9-2 24,-14 1-24,1 0 64,4-1-96,8 2-8,-10-1 16,2 1 32,5-2-8,-6 0 72,-1 0-40,1 0 32,14 0-72,-16 2 8,14 0-24,-17-2 24,5 2-40,12 0-24,-11-2 64,10 0 24,-10 0-40,1 1 16,2 0 56,-3-1-56,12 0-16,-12 1 40,12 1-32,-13-2 8,-4 0 0,15 2 24,-10 0-64,10-2 96,-12 2-48,11 0-8,-15-2 0,3 1 40,14 1-136,-14 0 64,14 0 8,-13 0 40,1 0 64,12-1-56,-14 1 8,12 0-64,-11 0 32,1-2 24,-4 0-24,15 2-24,-12 0-8,1 1 16,1-1 0,8 0 8,-14-1 8,0 0 48,6 2-96,10-1 96,-12 0-32,2 0-40,-2-1 24,-3 0 88,14 1-152,-15 0 48,5-1 56,10 1-72,-15 0 24,1-2 8,3 2 16,2 0-96,9 0 56,-12-1 48,3 1-8,-1 0 48,10 0-24,-11 0-56,1-2-16,10 2 24,-11-1 16,1 1 32,1-2-104,8 2 104,-10 0-64,2-2 24,-5 1 0,3 0 96,13-1-192,-14 2 104,3-1-32,-1 1 16,6 0 8,-7-2 56,0 0-80,-1 2 56,3-2-64,0 2 48,-1 0 0,-4-2-16,4 1-40,9 1 8,-14 0 8,6 0 64,-1 0-16,-2-1-24,0 0 56,2 1-72,10-1-24,-15 1 32,6 0 24,-1-2-8,1 0 24,-1 2-32,1 0-32,-1-2 16,10 2 24,-15-2-8,0 1-24,5 1 0,1 0-8,-1-2 0,10 2 80,-15-2-48,0 0 24,6 0 48,8 2-104,-10 0 16,2-2 48,-1 1-40,-5-1 8,15 2 8,-12-2-96,3 2 72,-1-2 8,10 2 16,-11 0 80,0-2-128,1 2 56,1-1 16,-1 1 0,-1 0-32,-2-2 40,3 0-72,1 2 0,-1 0 0,1 0 24,-1-1 8,-3-1 0,11 0-8,-13 2-72,5 0 40,1 0 32,-2 0-24,1 0 120,1 0-56,-1-2-80,10 0 72,-11 0-48,-1 1 24,-3-1-16,6 2 64,-1-2-72,1 2 32,-1-2-16,1 0 32,-2 1-24,7 0 56,-8 1-104,1-2 24,1 2 0,1-1 0,4-1 24,-5 0 72,-2 2-56,1 0-8,1-2 16,1 2-64,9-2 56,-15 0-16,3 0-24,1 2-8,2 0 80,-1-1-48,1 1 24,-4-2-24,1 0 0,12 2-72,-15 0 96,5 2-40,1-3 48,-1 3-32,-5-4 56,6 2-88,-1 0-16,-1 0 8,2 1-8,-1 1 32,-4-3 16,2 2 32,2 0-72,1 1 32,-2-2 16,-1 2 8,1-3-16,-2-1 40,3 4-24,1 2-24,-3-3 32,3 1-24,-1 0 0,-4-4 0,4 3-16,1-1-56,-1 2 72,10 0-24,-12-1 32,-1-2-8,0 0 56,4 1-112,-1 2 80,10-3 8,-11 1-16,0 0-16,-3-2 56,5 2-80,8 0-16,-10-2 32,1 2-16,1-2 48,-4 0-24,11 1 8,-10 1-72,1 0 48,2-2 16,8 0-40,-14 0 40,0 0 56,6 0-32,-1 0-96,1 0 96,9 0-40,-15 2 16,0-2 0,5 2 72,1 0-104,8-1 56,-10-1-40,1 2 8,-3-1 8,2 0 16,11 1-96,-12 0 96,1 0-16,2-1 32,-3 1-32,-1-2 56,4 2-48,8 0 8,-10 0-32,0 0 8,1 0-8,-4-2 16,15 1-40,-13 3-16,3-2 32,9 0 0,-12 0-24,4-2 48,1 1 32,-4 1-32,1 0 0,14 0 24,-16 0-56,11-1 32,-11 0-48,2 0-9,12-1-55,-13 2 64,12 0-8,-10 0 8,-2-2 48,10 2 24,-10 0-112,12-2 16,-12 0 16,11 1 8,-12 1 24,12 0 0,-11 2-32,1-1-48,10 1-24,-11 2 128,-4-6-176,5 3-56,1 1-80,-1 2-16,1-1-8,-1 1-56,-3-4 392,2 1-344,-1 3-136,3-1-112,-2 1-121,-1-1-199,0 0 912,-2-4-960,-1 4-144,4 3-120,-4-1-129,0 0-215,3 1-232,-2-7 1800,-2 3-1961,1 3 121,4 1 407,0-1-3360,-4-7 4793</inkml:trace>
  <inkml:trace contextRef="#ctx0" brushRef="#br0" timeOffset="18">1992 1847 10506,'0'2'488,"0"0"16,0 0-56,0-1-448,0 0 440,0 0-8,0 1-32,4 0 16,-4 0-16,0-2-31,0 0-369,4 0 368,-4 0-80,0 2-8,0 0-16,0-2-32,0 0-232,0 1 200,0 1-72,0 0 64,0 0-56,0 0 40,0-1-176,0 0 192,0 2-72,0 3 96,0-3-88,0 1 24,0 2-16,0-6-136,0 3 96,0 1 8,-2 2 0,2-3-8,-2 3-40,1-3-56,0-1 128,-1 4-40,1 8 32,-1-12-48,0 4-16,2 1-56,0-7 56,-2 6-40,0 1 80,0 0-15,1 1 23,-1-1-8,1-4-96,0 1 80,-1 4-40,0-1 120,0 8-112,1-11 8,-1 1-56,2-3 152,-2 13-120,0-10 144,0 10-16,2-10-24,0 3-32,0-8-104,-2 14 112,2-8-8,-2 9 48,1-10 32,-1 12-24,2-15-160,0 1 176,-2 16-64,2-12 152,-2 13-152,2-5-8,0-9-104,0-5 112,0 21-160,0-7 88,0-8 56,0 15 8,-2-7-8,2-11-96,0 7 144,0 5-104,0 1 32,0 0-40,0-1 24,-1-5-56,0-5 88,1 12-16,-1-1 56,1 1-104,0 0 64,0-1-40,0-17-48,0 18 8,0 1 8,-2-1 24,2 0-24,0 1 16,-1-12-32,0 4 80,1 8-96,0 1-64,-2-2 120,0-1 0,2-2-40,0-12 56,0 14 96,-2-1-16,2 1-128,-1 1 8,-1-1 0,2-14-16,0 12-128,0 2 88,-2-1 40,0 3-16,2-3 48,0-6-32,0-1 40,0 7-56,0 4 72,-2-1-80,0-1 48,1-3-24,1-13 32,-2 16-80,0 0 88,0 3-32,0-3-8,0 2 0,2-13 0,-1 7-48,-1 4 32,0 2 96,0 0-72,0 1 32,1-8-40,0-8-32,-1 13-32,1 4 80,-3-1-64,0-3 72,2 2-56,2-19 32,-1 13 0,-3 4-32,0 1 64,2 1 8,-1-3-48,2-8 8,0 2 40,-1 7-80,0 2 56,-1-1-24,-1-1 16,2-4-8,2-11 0,-4 15-88,3-1 80,-3 3 16,2 0-8,0-3 24,1-12-24,-2 10-8,0 3-24,-1-1 0,2-1 48,0 3-8,1-3 16,-1 1 24,-2 3-8,0-3-48,3-1-24,-1 1 40,2-17-8,-2 16-40,0 1-8,0-2 72,-1 1-32,1 1-8,1-11 16,0 2 64,-1 7-96,0 5 72,0-5-40,-1 2 0,1-5 0,2-8 40,-4 2-88,2 18 48,0-10 16,1 5 8,-1-5-8,0 3-16,0-1-24,-2 1-40,3 1 72,-3-3 0,3-6-8,0-1 32,-1 8 8,0 1 8,-1 1-64,1-1 8,0 0 8,2-16-8,-2 19-40,-1-1 72,1-3-40,-2 1 24,2-3-24,2-9 16,-2 5 0,1 7-24,-3-1 80,2 1-88,0-2 24,1-5 8,0-6 48,-2 4-104,1 16 128,0-8-48,-2-1-16,2-1 8,2-13-16,-1 4-24,-1 17-24,0-15 24,0 16 16,0-16 0,0 13 40,1-5-8,-3 0-24,0-1 8,1 3-32,-1-11 24,4-5 0,-4 18 24,1-12-16,-1 9 56,0-8-31,0 12-66,4-19 33,-3 4-16,-1 15-72,0-6 40,-1-6 72,1 12-16,2-15-8,1-3 48,-3 15-40,2-12-40,-2 10 48,1-9-16,1 8 0,2-14 8,-2 6-56,0 10-24,-1-10 56,1 12 16,-2-12 48,3-3-48,0 1 56,-3 13-96,1-12 40,1 12 8,-2-12-8,0 10 0,3-11 96,-1 3-96,-2 11-8,2-3-8,-1-9 0,-1 12 40,3-16-24,-2 3-24,0 14 0,-1-4-8,-2-8 16,3 11 8,1-9 8,0-3 64,-2 1-80,1 12-8,-1-12 56,0 12-48,1-14 16,3-5 8,-2 17 0,-2-12-40,2 12 24,-1-10 24,-1 10 16,3-16-32,-2 3 16,2 3-24,-1 8-16,0-9 0,0-1 16,-1-1 8,2-2 0,-1 5 16,-1-1-96,1-1 48,0 1-48,0-3-48,2-3 128,0 4-128,0 0-168,-2-3-24,2 1-152,0-2-152,0 0 624,0 0-680,0 0-240,0 0-161,0-3-183,0-3-288,0 1 1552,0 5-1849,4-6 57,0-10-1761,1 12-1368,-5 4 4921</inkml:trace>
  <inkml:trace contextRef="#ctx0" brushRef="#br0" timeOffset="19">179 1435 8065,'0'0'1096,"0"0"-759,0 0-337,0 0 472,-1-3-32,1 3 32,0-4-48,-2 4-48,2 0-376,0 0 424,0 0-96,-2 0 152,2 0-88,-2 0 0,2 0 1,0 0-393,0 0 288,0 0 64,-2 0-8,2 2 32,0 0-32,-1-2-344,0 0 320,1 1-32,0-1-104,0 2 32,0 0 64,0 0-24,0-2-256,0 2 344,0 1-88,0 1 8,0 0-16,0 0-8,0-3-240,0 1 297,0 2-105,4 1 184,-4-1-144,0 2-16,3-2-216,-2-3 240,-1 5-168,3 1 216,1 8-144,0-10 64,-4 3-24,0-5-184,3 10 128,1-7 80,0 10 8,1-9 8,1 12-16,-3-15-208,-1-1 216,4 17-80,-1-5 24,1 2-24,-1-10 24,0 13-160,-4-18 192,4 15 0,10-3-79,-11 5 63,10-4 8,-10 3-48,-2-13-136,2 6 200,10 6-104,-10 0-8,2 1 32,10 0 16,-13-5-136,-2-7 144,14 16-64,-12-8 96,12 5-160,-11 1 72,10-1-32,-13-17-56,2 19-16,14 0 40,-14-3 24,3 2 40,10-3-104,-14-8 16,0 0 96,13 8-120,-10 3 104,10-2-40,-11 1-48,10-3 8,-12-14 32,2 13-104,1 3 40,12 1 64,-13-3-8,1 3 0,-1-15-24,7 10 40,-8 4-112,3 3 0,9-1 40,-12-2 64,1-5-32,-2-6 48,13 14 48,-12 1-80,3 0 8,-1 2 64,10 0-40,-15-24-48,4 22 96,1 2-144,1-1 72,-1 1 0,10 0-8,-14-15-16,2 6 120,2 9-104,1 2 112,-1-2-72,12 0 8,-14-5-64,-3-14 80,6 17-96,9 0 88,-12 2-48,3-2-8,-1 2 0,-4-20-16,4 14 8,10 2-48,-12 2 80,3-2-32,-1 2-16,-1-9 8,-2-4 80,3 13-56,10-1 16,-15-1-24,6 0-16,-3-1 0,-3-18 0,6 21-24,-1-1 24,1-1 0,-3-2-24,1 2 40,2-3-24,-3-1-32,1 3 120,0-3-48,-1-1-16,0-5-16,-2-5 40,3 10-112,-1 1 56,3 1 16,-2-1-8,1 1 24,-4-15-16,4 10 56,-2 3-80,3 2 56,-1-3-56,1 3-8,-3-8 32,-1-1 24,13 8-32,-15-1 32,6-1-32,8 5 0,-14-3 8,0-14 24,6 18-16,8 1-136,-10-3 176,2 0-32,-1 3-32,10-3 144,-11 0-200,1 1 64,1 1 8,-1 0 32,5-6-32,-5-7 24,-1 13-32,1 2 64,1-2-88,-1 0 40,10 1 16,-15-21-24,0 16-40,5 4 0,1-1 56,-1 1-16,1 0 8,0-12-8,3 3 88,-9 7-120,3 4 8,3-5 16,-3 1-8,2-5 16,-4-10 32,4 5-16,1 14-16,0-4 8,-1 1-16,1-3 16,-5-12-8,3 11-8,2 1-40,-3 1 24,1 1 32,1-3 0,-1-5-8,-2-2 24,2 9 24,-1-1-8,1 5-8,0-3-16,-1-1-16,-3-16-32,4 16-24,0 3 48,-1-3 32,1 1-8,0 0-32,-3-13 16,1 7-24,2 4-32,0 3 56,-1-3 8,1 1-16,-1-4 8,-2-8 16,2 12 8,1 3 16,0-3 8,-4 1-24,3-1-40,-2-16 16,2 12-16,1 4-56,0-2 88,-1 1-8,1-1-8,-4-8 0,0 2 40,4 6-48,-1 2 0,1-1 8,0 1-8,-1-3 8,-3-12 8,4 13 8,0 3 0,-1-10-48,-3 14-8,4-7 16,-3-14 24,2 5-40,-3 14 8,3-5 16,-3 0 16,4 3 0,-2-9 0,0-3 32,-2 10-16,3 1-40,1-1 32,-4-1 0,4 1-8,-4-15 16,0 15-16,0 1-40,3-1 64,-3 3 8,0-3 8,0-10-40,0 3 32,0 7-96,4-1 16,-4 2 32,0-1 40,3-4-24,-2-9 48,-1 13-16,3 1-48,-3 0 0,4-1 24,-4 1-24,1-14 16,2 10 8,0 4-48,-3-1 16,4 1 72,0-2-48,-4-7 0,0-2 80,4 2-16,-1 10-104,-3-3 56,4-8-64,-1 11 48,-2-17-56,-1 13 40,3-6-40,1 8 0,0-9-40,-4 10-80,1-15 176,1 2-216,2 3-88,-4 8-56,4-10-64,-4 1-112,3-1-80,-3 1-145,0-4-79,4-1-48,-4 1-88,0-2-104,0 0 1080,0 0-1257,0-3-223,0-1-240,0-2-225,4-12 185,-4 15 1760,0 0-1384,3-19-3377,-3 22 4761</inkml:trace>
  <inkml:trace contextRef="#ctx0" brushRef="#br0" timeOffset="20">1286 269 10370,'0'0'448,"0"0"48,0 0-496,0 0 504,0 2-80,0 2 0,4 0-16,-4-1-16,0 1-8,0 2-71,0-1 39,0 1-24,0-1 24,0 0-352,0-4 288,0 4-40,0 1 56,0 10-64,0-10 8,0 10 48,0-14-296,0 2 208,0 14-48,-2-12 72,0 12-32,0-11-16,1 5-184,1-5 304,0 7-80,-2-6 40,2 12-15,-2-3-33,0 1 40,2-17-256,0 18 144,0 0 32,-2 1 48,2 0 0,0 2 32,0-13-256,0 4 248,0 7-96,0 4 48,0-2-56,0 4-8,0-7-136,0-14 168,0 21-72,0 0 56,0-1 16,0 1-32,0 0-16,0-21-120,0 16 104,0 4-80,0 1 88,0 0 16,4 1 8,-2-11-136,0-4 176,-2 14-40,3 1 88,-3 3-80,4-1 33,-4-1-177,0-26 160,4 29-144,-1-2 72,-3 2 64,4 1-8,0-1 64,-4-21-208,0 11 176,3 11-144,1-3 192,-4 2-200,4-1 24,-4-9-48,0-13 136,0 21-248,0-1 240,3 0-80,-3-1-24,0-1 32,1-23-56,2 22-24,-3 2 40,0 1 8,0 1 40,0-1-16,2-14-48,0 1 72,-2 15-64,3-1-40,-3 0 80,4 1 8,-4-3-56,0-23 48,4 25 48,-4 1-144,3 1 72,1-3 16,0 1 0,-4-22-40,0 14 88,4 6-136,-4 1 32,3-1 8,-3 1-8,3-10 16,-2-8 56,-1 17-40,0 1 112,0-2-144,0 1 24,3 0-8,-2-26 24,-1 28-96,0 1 72,3-5 16,-3 1-24,4 0-8,-4-16 16,0 6 8,0 9-16,4-1 184,-4-2-152,0 0 16,0-5-40,0-12 24,0 19-160,3-5 128,-3 3 8,4 0 32,-4-4 0,1-14-32,2 14 48,-3 2-48,3-1-40,-3-1 32,4 1-16,-4-8 24,0-2 32,0 11 0,4 0-152,-4 1 112,0 1 8,3-2 16,-3 0 144,0 4-32,0-2-104,4 0-40,-4 0 16,0-15 0,0 6-112,4 11 64,-4 0 64,3-2-48,-3 0 72,0-6-40,0-10 16,4 15-8,-4-3 8,0 4-8,0 0 8,4-2-16,-4-18 0,0 20-24,3-1-24,-3-1 56,4-2 16,-4 1-8,0-10-16,0 2 56,0 7-80,0 2-32,0 1 88,4-3-56,-4-3 24,0-12 24,0 16 16,0 1-64,0-2 16,0 1 0,0-1 8,0-14 0,0 9 16,0 5-88,0 2 16,0-1 16,0 1-64,0-7 104,0-6 56,0 13-40,0 1 32,0-3 16,-2 2-24,0 0-40,2-20 80,-2 21-80,2-3-8,0 2-8,-2 1 8,2-3 8,0-10 0,0 4 8,-1 8-64,1-3 56,-2 3-24,0 0 48,2-5-24,0-11 80,0 18-88,0-6 104,0 5-120,-2-5-8,2 1 16,0-14 16,0 10-48,0-5 48,0 12 40,0-13-32,0 13-16,0-15 8,0-2 32,0 17-72,0-3 48,0-3 0,0 1 32,0-1-40,0-13 32,0 4-24,0 17 0,0-7-56,0-8 32,0 14 16,0-19 0,0 3 16,0 13-72,0-3 64,0 0 8,0-8-16,0 9 0,0-10 72,0 2-80,0 10 0,0-3-24,0-8 64,0 13-24,0-18-8,4 13-24,-4-8-48,0 13 64,3-12 32,-3 12 8,0-13-32,0 1 88,0 6-104,0-6 32,4 10-32,-4-12 32,0 6-16,0-10 8,0 4-56,0 10 128,0-10-96,0 1 16,4 8 8,-4-14-8,0 3-64,0 2 16,3 9-16,-3-10 40,0 1 0,0 3 24,0-4 40,0-1-16,0 11-104,0-11 80,0 3-40,0 0 64,0-6-24,0 4 88,0 0-168,0 3 72,0 6-8,0-10-32,0 2 48,0 3 56,0-4-88,0 3-8,0 6 24,0-8 8,0 5 8,0-8 8,0 3 24,0 11-40,0-12-8,0 13-8,0-12-40,0-3 64,0 12-16,0-9-88,0 12 96,0-12-8,0 10 0,0-13 16,0 0 56,0 12-80,0-8 64,0 9-24,0-10 0,0 1-16,0-7 32,0 15-56,0-9-32,0 8 32,0-8 8,0 9 8,0-14 8,0 1 40,0 6-72,0-1 0,0 8 40,0-12 0,0 1-8,0-2 48,0 5-16,0 8-16,0-11-32,0 1 8,0 2-48,0-6 56,0 4 0,0 10-24,0-12-16,4 3 24,-4 1-88,0-3 104,0 0-112,0 3 8,0 0-64,0 1 24,0-3-56,0 1 200,0-5-240,0 5 0,0 1-96,0 1 24,4-1-81,-4 0-87,0-5 480,0 4-512,3-1-160,-3 3-104,4 6-104,-4-12-128,0 3 1008,0-2-1105,4 4-143,-4 8-200,3-10-137,1 1-39,0 1 1624,-4-7-1328,4 6-2697,-4-6 4025</inkml:trace>
  <inkml:trace contextRef="#ctx0" brushRef="#br0" timeOffset="21">1840 1954 7913,'0'0'3001,"0"0"-2409,3 0-136,-3 0-152,4 0-104,-4 0 32,0 0 72,0 0 64,0 0 32,0 0-400,0 0 409,0 0-73,0 2 8,0 0-32,0-1 8,0 1-320,0-2 264,0 4-32,0 0 8,0-1-16,0 3-16,-2-1-8,2-4-200,-2 4 184,-1 0-40,-1 3 64,-1-3-8,1 1-40,1 1-160,0 0 176,0-3-48,-3 2 40,3 1 24,-3 0 8,1 6-200,5-11 161,-6 4-41,-1 8 96,1-8-64,-1 10 0,-8-1-8,14-14-144,-2 4 32,-2 15 16,-10-6 40,10 1 8,-3 2-32,0-9-64,2 0 80,0 9-40,-9 1-8,10 1-16,-12 3 16,10-4-32,7-18 72,-17 20-56,10-1-8,-10-3 0,12 6-48,-12-2 0,15-11 40,-1 5-8,-14 9-56,12 1-8,-12 0 104,10-2-16,-7-5-16,10-12 80,-11 19 8,7 0-112,-10 0 40,11 0-24,-10-2-24,16-19 32,-5 16 0,-11 3-48,3 2 40,8-4 24,-14 1 8,16-10-24,0 0 56,-14 7-40,3 2 160,1 0-184,-1 1-8,8-4 16,7-16-16,-19 17-168,12 1 168,-12-1 24,5 1 0,-1-3 16,13-10-24,-3 8 16,-14 5-48,5-1 0,-1 1 24,7 1 24,-6-6-16,8-8 40,-8 16 8,6 2-64,-12-2 24,5-2 16,8 2 0,6-20-24,-20 17 48,6 1-40,0 0 0,1 0 8,-1 2 24,8-12-40,-1 1 56,1 9-32,-11 0 72,10-2-40,-10 3-32,12-6-24,4-12 40,-16 15-104,13 3 96,-12-5-16,10 4 0,-10-3 0,16-13-16,-3 10-40,-13 5-24,12-3 64,-10 3 16,9-1-24,-4-7 8,4-4 56,0 12-64,-8-1 48,8-1-16,-11 1-24,12-1 0,5-17 24,-17 18-40,12 1 8,-12-3-8,12 1 8,-3-1 24,-6 1 24,8-3-40,-9 5 48,10-3-56,-2-1 24,-4-4-16,7-7 40,-2 1-64,-1 14 56,0-12 8,-8 11-48,9-10 72,4-6-64,-10 12 24,8-8-48,-3 10 80,-8-10-40,9 10 16,2-13-32,1 0 48,-12 15 0,10-12-56,-1 10 16,-1-10 8,-7 11-16,13-16 16,-2 7 8,-5 8-8,1-8-8,-8 10-24,10-12 48,3 0-32,-2 8 16,-11-9-48,12 14 64,-5-12-24,1 11 8,2-12-16,3-4 56,-6 14-48,1 3 40,2-14-64,-1 12 32,0-3-16,6-13 0,-5 2-16,-1 16 24,1-12 40,-1 11-16,1-12 16,3 3-48,0 0 48,-3-3-72,-1 8 16,3-8-8,-3 10-8,2-10 72,1 11-40,-1-12-16,2 10 24,-3-10-32,1 12 48,3-16-32,-2 5 32,0 11-64,-1-12 24,0 3-8,1-1 40,0 2-24,2-3 56,-3-1-40,1 3 24,-1-1-48,2 0-8,-2 1 16,4-8-8,-2 5-32,1 1-8,-3-1 64,0 1-24,1-1-56,2-4 64,0 0-32,-3 3-136,2 1 40,0-1-72,-1-2-104,1 0 304,2-1-368,-4-1-136,2 2-64,1 0-49,-1-2-111,0 0-88,2 0 816,-2 0-912,0 0-160,2 0-41,0 0-103,0 0-64,0-2 1280,0 0-1112,0-1 216,0-1-3553,0 4 4449</inkml:trace>
  <inkml:trace contextRef="#ctx0" brushRef="#br0" timeOffset="22">1294 135 11066,'0'0'984,"0"0"-264,0 2-272,3 0-128,-3-2-320,0 5 248,0-1 9,4 2 119,-4-3 48,0 3-32,0-1 80,0 1-128,0 1-8,0 8 8,0-11-56,0 10 40,0-8-64,0 12-8,0-10-32,0 12-40,0-6-72,0-10-112,-2 7 112,0 8-64,1-1 48,-1-1 41,0-1-49,0-5-88,0-5 144,-2 10-40,-1 3 40,1 1-80,-1 0 32,-1 2-8,6-22-88,-5 20 32,-1 1 80,1 1-24,-1 3 8,1-1-8,3-14-88,-2 6 88,-1 10-88,-1-2 128,-1 3-72,-1 1 64,3 1 88,-1 1-128,1-3 72,-1 1 0,1-2-32,-1-1 24,5-20-144,-3 16 184,-2 7-136,1-3 72,-1 3-8,1 0-24,3-14-88,0-1 192,-3 15-120,-1 1 64,2 1-88,-1-1-8,0-1-40,4-27 16,-4 29-64,-3-1 128,-6 2-80,10 3 40,-3-3-16,4-21-24,-2 13-32,0 10 16,-3-2 80,3 1-64,-1-3 40,3-8-40,1-13 80,-2 22-72,1-3 160,-3 3-152,1-1-8,1 1 32,4-29-40,-6 31-88,1-1 80,1-2 24,-1 3-16,1-5 48,1-12-48,0 2 72,-2 14-32,-1-2 104,1 3-128,-1-3 24,2-4-40,3-21 56,-5 26-112,1-4-24,-10 3 96,13-3 16,-3 1 40,3-20-72,-2 14 144,-1 3-136,-3 5-16,3-3 24,-3 3 0,4-13-16,1-6 72,-2 16-16,-1 0 25,-1-1-73,1 3-33,1-3 25,5-24 25,-6 24-50,1 3 154,-1-2-33,1-1-16,-1-1-40,4-14-40,-1 6-24,-3 8 64,1 0 24,1 0-16,0-4 16,2-5-64,1-8 56,-3 13-72,0 1 96,1 1-80,-1-2 32,0 0 8,0 2-40,-1 0 32,1-2-8,1 1 0,-3-1-40,5-9 16,0-2 32,-4 11-8,-1-1 8,3 1-16,-3-2 24,1 4-32,1-1-8,-2-1 80,3 0-56,-3-2 0,1 3-40,3-16 16,-2 8-48,-1 5 24,-1 3 24,1-3 8,-1 0-8,1-5 0,3-7 48,-4 10-56,-1 5 80,1-3-32,-1-1-48,1-1 8,6-15 0,-5 5-72,-1 17 16,1-5 72,-1-1-16,1 1 40,-1-2 8,1 3-88,3-4 192,-4 1-168,3-9 16,-2 12 0,4-15 16,-2 10-160,-1 3 200,0 3-72,1-2 24,-1-1 24,0-1-88,0-1 16,-1 2 40,1-1-16,1 3 32,0-9-16,2-4 40,-1 11-8,-3 1 48,1-1-72,0-1 8,-1 1-16,5-17-8,-6 7-80,1 15 56,-1-5 16,2-1-8,1-1 24,-3 2 32,1-3-64,-1 5 88,1-3-40,1-1-24,1-2 8,2-9 48,-2 1-72,1 19 80,-2-9-24,-1 1-8,-1 1-8,6-16-16,-4 5-16,1 14-48,1-3 80,-2-2-32,1 1 0,1-8 16,0-1 48,-2 8-80,2-1 136,-1 3-104,1-12-24,0 13 24,2-15 16,-2 4-112,-1 17 104,1-8 24,0 1-72,-2 1 64,4-15-24,-2 2-24,-1 15-16,1-5 48,0-1-40,0-8-16,1 6 48,0-6 40,-2 2-56,1 12 8,0-6-24,0-6-32,0 10-16,2-18 80,-2 6-80,-1 12-48,-1-11-8,0 14 56,1-7-48,2-10 128,0 0-80,-3 14-120,2-12-1,1 10-55,-1-8 48,0 5 208,2-10-160,-2 3-96,2 10 72,0-12-160,0 3 16,0 8-104,0-10-120,0 3-88,0-1-216,0-1-129,4-1-239,-2-4 1224,-1 0-1440,3 3-153,2-2-103,-1-1 208,10-1 344,-10 0-3481,-5 0 4625</inkml:trace>
  <inkml:trace contextRef="#ctx0" brushRef="#br0" timeOffset="23">109 1272 11114,'0'0'880,"0"0"-184,4 0-232,0 1-160,-4 3-48,1-3-256,1 2 264,-2 0 9,0 3 71,0 1 32,0-1-8,0-1-368,0-3 400,0 4-80,0-1 8,0 10-64,0-10-24,0 3 8,0-6-248,0 14 168,0-10 16,0 10 48,0-8 8,0 10-8,0-14-232,0-1 256,0 18-40,0-14 73,0 15-41,0-7-16,0-2-232,0-12 264,0 16-112,0 0 160,0-1-24,0-1-112,-1 1 64,1-13-240,0 2 136,-2 19-32,0-6 96,2-1-32,0 1-16,0-7-152,0-5 200,0 12-24,0 4-128,0-2 88,0 0 0,0 1 8,0-20-144,0 18 264,0 3-160,0 2 80,0 0-40,0 0-8,1-14-136,2 5 225,0 9-137,-3 2 176,4 0-160,-4-2-80,3-3-24,-2-17 88,-1 22-192,3 0 240,-3 0-48,4-1-56,-4 3 8,1-22-40,2 16-80,-3 5 40,3 1 48,-3-1-16,4-1 0,-2-9 8,0-6 40,-2 16-24,0 3-32,3-3 40,-3 3 8,4-7-32,-4-22 48,0 26 8,4 3-96,-4-5 40,0 5 0,3-5 0,-3-15 0,0 8 72,0 10-80,0-1-64,0-1 120,0 2-32,3-9-16,-2-13 40,-1 20 56,0 3-224,0-1 160,4-2-24,-4 1 16,0-23-24,4 16 144,-4 6-152,3 2 40,1-3 0,-4 1 16,0-13-48,0 0 64,0 13 24,0-6 136,0 4-160,4 0 0,-4-4-64,0-18-8,0 23-136,0-1 32,3 0 96,-3-2 8,0 2 24,0-18-16,0 10 96,0 6-96,0 0-32,0 0 40,0 1 32,0-10-40,0-6 8,0 15 64,0 0-32,0-2-64,-2 0 8,1 2 8,1-21 8,0 15-24,-2 4-48,0 0 104,2 1-40,-2-3 8,1-9 0,0 2 48,-1 8-40,2 1 16,0 0-24,0-3 0,-1-3 0,1-10 40,0 13-64,-2 3 24,2 0 32,-2-3-56,2 1 48,0-15-24,0 9 32,-2 2-80,2 3 48,0-2-16,0-1 24,-1-4-8,0-3 64,-1 9-48,2-1 40,-2 2-80,1-3 0,-1 3 24,0 0-32,0 1 24,0-2 72,0 1-72,1-2-8,-1 1 32,0-1-56,0 2 112,2-3-24,-2-6-56,1 7 8,0-10 40,1 2-64,-1 17 48,1-7 8,0-3-40,-2 1-8,2-13 16,0 2-72,0 14 8,0-11 80,0 14 24,0-14 0,0 1-40,0 0 96,0 0-96,0 8-56,0-8 72,0 6-64,0-7 48,0-6 0,3 13 24,-3-6-8,0 8 8,0-10-32,0 10 32,0-12-48,0 11-8,0-11 8,4 3-16,-4 8 16,0-13 24,0-1-8,0 7-56,0 6-24,0-10-24,0 2-48,0 1 16,0-7 144,4 5-192,-4 3-64,0-3 0,0 1-72,0-1-81,0-2 409,0 0-456,0 1-168,0-1-88,0 1-168,3-2-160,-3-1 1040,0 0-1249,0 0-295,0-1-232,0 0-217,4 0 249,-4 0 56,1 0 1688,4-3-4721,-5 3 4721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15.09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2472 1571 10098,'4'0'1200,"-1"0"-1200,0 0 800,11 0-152,-14 0-144,6 0-64,-3 0-39,1 0-401,-4 0 384,4-3-8,-1-1 8,1-2 40,0 1-8,-1-1 8,-1 4-424,0-1 392,2-12-48,0 15 8,-1-5-48,1-12-16,-1 14-288,-2 2 272,-1-17-40,3 3-111,-3 10 87,0-17-24,0 7-40,0 13-144,0-11 296,0-3-160,0-3 48,0-1 64,-2-2-72,1 9-176,1 2 176,-4-13 8,-2-1-32,1-1 0,-3 0 48,2 0-200,5 24 104,-6-25 0,-10-1 8,12-1-16,-12-1 40,12-1-40,-1 23-96,-7-13 72,-1-7-64,-1-1 32,-2 1 16,-1-1-56,7 10 0,5 10 80,-10-18-56,-3-3 8,-1 3 24,-2-1-48,0 0 8,21 28-16,-20-25-32,-1-1-32,-2 2 64,-2 2 0,2-2-32,12 14 32,-3-2 48,-9-10-56,-4 2 72,-1-1-8,1 5-48,3 0-8,21 14 8,-24-15-112,-3-3 56,0 3 16,0 3 40,-1-1 8,24 14-16,-15-2 8,-6-15-56,-5 12-48,1-8 72,0 8 32,11 3-8,9 0 48,-18-11 24,-2 14 8,2 0-88,-1-4 40,-1 0-8,33 4-24,-35-3-40,2-1 96,-2 4-48,2 0 0,0 0 0,21 0-8,-9 0-40,-14 0 0,4 0-48,-4 0 96,2 0 40,8 0-48,17 0 80,-27 0 8,0 2 32,2 0 40,-2 3 32,2 1 24,27-5-216,-20 5 128,-5 0-80,2-1-8,-2 1 48,1-1-48,15-1-40,3 0 9,-18 1 7,3 2-8,1 1 16,-4 6 32,5-8-56,23-6 40,-26 7-72,-1 14 32,3-14 40,0 11-40,1-10 56,16-3-56,-10 6 8,-7 4-56,0 3 72,3-1 72,0 1-40,7-7-56,9-5 104,-15 10-48,-2 8-48,2-2 48,1-1-32,-1 1-32,21-21 8,-18 16 32,1 5-72,-1 2 80,3 0 40,-1 2-40,10-15-40,-1 3 136,-6 12-96,8 4 144,-12-1-136,10-1-24,-5-6-24,10-17 56,-3 23-176,-8 1 184,8 2 0,1 1 16,-1-1 0,5-23-80,-3 17 48,-2 8-56,2 0 40,3-2 8,-1 1 80,1-13-120,0-7 128,1 19-32,0 4 72,4-2-112,1-3 40,12 1 16,-17-31-112,3 26 8,12 3 16,-9 1 8,14-1 16,-5 0-16,-9-16-32,4 6 56,8 12 0,3 2-24,3-4 80,-1 1-32,-2-8-80,-16-17 80,25 21-24,1 7-48,2-1 24,0-3-8,2 2-32,-29-26 8,25 18-24,6 4-32,5-1 40,0 2 64,2-4-24,-22-12-24,2 1 72,22 11-48,2-3 24,-2 1-32,2 0-8,-3-4-8,-41-16 8,44 22-40,6-2 40,-5-2 24,6 0-16,1-1 0,-3-3 8,0-1-112,2 0 72,-3-10-8,3 10 48,-2-10 104,-1-1-112,1 2-104,1-5 48,-1-1 8,2 0 8,-51 0 24,47 0 104,4-5-200,1-10 56,-3 10 40,0-10-64,-3 0 136,-1 1-112,-1-3-40,-4-3 40,2-2 0,-9 2 40,-29 16-24,36-22 48,-4-3-8,-1-3-56,-4 1 32,-2-4-40,-25 26 48,17-19-80,2-10 0,1-5 0,-6-1 72,2-2 0,-10 18 8,-6 10 24,10-28-16,1 4 0,-4-2-8,-10-2 0,12 0-32,-17 46 32,3-48-80,1 2-16,1-3 72,-1-1 24,-4-1-72,2 30 72,0-12-8,-2-16-112,0 1-16,0 2 80,-2 0-24,-2 13 80,2 24-56,-12-37-72,8 1 16,-12 3-160,1 2-136,-1-1-8,15 36 416,-14-23-593,-7-7-55,-2 2 8,-3 4-144,-4 3-120,13 13 904,5 2-968,-22-11-193,-5 5-199,-3 3-128,-2 8-209,1-12 1697,42 16-1928,-44-4 40,-3-10 303,3 12-3376,48 4 4961</inkml:trace>
  <inkml:trace contextRef="#ctx0" brushRef="#br0" timeOffset="1671">6529 301 8969,'3'0'1241,"-2"0"-1241,2 0 840,3-4-280,-1-2-64,1 1-80,-1-1-40,1 1 48,-3-10-16,1 12 81,0-12-89,-4 11 8,0-10-408,0 13 376,0-2-88,0-14 32,0 14 32,0-16-48,0 14-40,-1-2-264,0-5 280,-3-2-152,-1 10-56,1-13 88,-1 14-48,-1-8-112,4 7 168,-13 0 24,12-12-80,-12 12-56,10 0 24,-16-1-40,19 4-40,-16-4-8,0 2 0,-3-1 24,1 4 40,-4 0 32,13 0-88,-2 0 152,-12 0-55,-3 0 103,1 0-104,-3 5-16,3 0-80,23-4 80,-29 14-88,-2-10 128,-2 10 16,-2-8-32,1 15-48,27-17-56,-20 7 24,-14 6-64,-2 3 48,-3 1 32,2 0-8,18-8-32,10-4 80,-29 15-32,3 5-32,-4-1 8,2 1 8,1 3 16,45-33-48,-46 29 56,2 8-56,0-2 48,-2 2 32,4 1-24,26-22-56,-10 7 128,-18 19-56,4 2 104,-2 0 56,3 6-64,1-4 32,1-2-128,4-2 88,0 4-64,0 0 24,2 4 0,28-41-120,-21 37-48,-5 4 64,3-1 8,1 3 32,1-1 72,12-21-128,2-6 152,-12 27-32,4 1-40,2-3-40,1 1 32,12-2-72,4-44 72,-15 45-16,12 1 48,1-2-72,-1 3-16,2 1 0,1-37-16,0 21 32,1 16-32,0-1 32,4-5 16,1 2-32,7-14-16,-7-20 104,0 28-64,18 4-32,-3-6 24,2 1-48,2-4 8,-23-35 8,25 31 56,2 3-104,1-3 112,4-1-48,1-3-32,-18-16 16,2 2 88,19 10-160,6-4 56,-1 1 16,0-6-72,-3 0 72,-32-13 8,39 13-32,2-1 8,5-8 48,2 8-32,-1-10 40,-40-3-40,27 4 48,14-1-144,0 1 48,0-4 32,4-2-24,-23 0 40,-15 0 56,38 0-16,4-15-72,-1 9 8,-1-14-24,-1 0 48,-60 20-64,57-22 40,0-2-72,0-2 72,0-5-56,-1-4-8,-34 19 88,11-8-40,20-20-136,-1-1 64,-3-4 152,-5-3-40,-6 8 0,-28 31 112,31-42-40,-1-6-136,-3 1 32,-2-1-16,-2-5-24,-28 55 72,19-43-72,6-14 32,-4-1-16,-4-1 80,0 0-64,-13 31 40,-2 8-48,10-41 8,-12 1 24,12-3 0,-14 0 48,1 4-32,-4 65-40,4-70 0,-4 3 40,0 0-48,-2 0 32,-4 3 0,4 45 16,-3-28-24,-11-19-88,1 4 136,-2 3-88,-7 1-40,8 22 104,9 24-136,-19-40-248,-4 5-16,1 6-152,-2 2-88,-2 5-97,30 37 737,-28-31-960,-5-1-104,-7 6-128,1 2-137,-4 4-191,23 13 1520,-2 0-1696,-21-6-89,-1 9 401,-1-10-3257,48 16 4641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13.75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2261 393 8713,'0'0'1265,"0"0"-1265,0 0 960,0 0-288,3 0-200,-3-4-104,4 4-96,-4 0 0,0 0 0,0 0-88,0-4 56,0 1 8,0-1-15,-2 4 87,0 0-40,2-4-48,-1 0 48,-3 1-88,2-3-8,2 6-184,-5-5 176,3-10-64,0 15 48,-2-5 24,1-1-16,0 4-168,0-2 176,-2-10-80,-1 10 8,0-11 0,1 12 40,1-8-144,2 7 192,-3-2-56,-2-10-40,-8 10-8,11-12 48,-3 13-40,6 4-96,-6-17 136,0 13-104,0-10 8,-1 9 32,3-8 16,1 12-88,1 0 152,-12-4-32,9-12 16,-1 14-40,-10-10 9,14 9-105,3 4 64,-15-2-24,10-1 40,-3 0-48,-7-1 48,10-1-16,3 5-64,-3-3 88,-12-2 0,12 2-32,-10 1 48,9-1-16,-4 2-88,6 0 168,-2-1-8,-9-1-96,10 0 16,-12 4 16,12 0-16,4 0-80,-13 0 168,9-3-112,-10-1 24,9 0 32,-8 4-56,11-1-56,0-1 120,-4-2-96,-10 4 96,12-4-64,-10 4 0,9 0 0,-10-3-72,10-1 104,-12 4-8,12-4 0,-12 1-8,17 3-72,-3 0 16,-13 0-32,12-4 0,-12 4 32,11-4 64,-4 2-80,4 1 136,0 1-16,-8 0 24,8 0-104,-12 0-8,12 0 24,6 0-56,-18 0-40,3 0 24,8-4 40,-10 4-32,12 0 24,-12 0 56,10 0-128,-13 0 72,5 0-8,8 0 56,-6 0-64,9 0 96,-2 0-56,-14 0 64,15 0-80,-12 0 16,10 0-8,6 0-32,-15 2-24,9 0-8,-11-1 48,12 1 24,-12 2-16,10-3-24,1 0 56,0 2-48,-10-1 32,10 0 8,-10 0-8,12 1-40,5-2 64,-19 2-64,14 1 8,-14-2 16,12 1 0,-10-1 8,16 0-32,-3 2 16,-13-2-80,12 1 40,-15 1 32,12-2 8,-4 2-16,6-3 80,-2 1-80,-8 4-16,1-3-32,10 1 72,-14 2 0,18-6-24,-5 1 48,-11 1-48,10 2-8,-11 0 16,12-1-56,-3-1 48,-2 0 72,-4 2-104,8-2 96,-10-1-64,12 5-8,0-1 8,4-5 64,-15 6-104,10-2 96,-10-1-72,10 1-8,-10 1 0,15-4 24,-4 4-32,-10-1 0,10-1 16,-12 1 24,12-2 24,0 1-32,2-1 48,-11 4-40,12 1 80,-5-1-96,-8-3 8,9 1 24,-1-4-80,-8 2 32,12 3 88,-5 1-48,-7-2 16,10-3 40,-2 1-152,-1 2 96,-6 0 8,10-2-8,-2 1 72,-8-1-80,10 2 24,-2-1-72,-1 1 32,2 0 32,3-4-24,-4 3-64,-1 1 32,-1 0 24,-6 1 0,10 1 88,1-3-80,1-1 96,-6 2-56,3 2-40,-3-1-48,1-1 56,0-1-8,-8-1-16,9 4 16,-1-1 16,0-3-32,-8 4 48,14-5-32,-2 1-40,-4 0-40,1 4 64,-1-1-8,2 1 64,0-4-40,2-1 48,-4 1-40,1 6 24,1-3-32,-3 1 16,1-1 40,7-5-56,-7 2-24,1 3-40,-1-1 40,1 2 24,1-1 80,2-2-80,-1 0 145,-4 2-137,1 1 48,1-1-72,1 10 24,0-12-8,4-2 72,-4 13-64,-1-8 104,1-1-80,-3 10 0,1-11-40,6-3 8,-4 3-64,0 4 8,-1-1 72,1 0 48,-2 8-16,-3-14-48,5 0 104,3 6-56,-3 8 0,-1-13 0,0 3-40,1 1-8,5-6 40,-6 5-56,1 10-32,1-11 96,-1 1-16,-1 1-16,5-4-16,-1 1 80,-4 3-120,1 1 16,-1 1 88,0-3-32,4 7-32,1-9 96,-1 2-64,-2 3-48,1 6 32,-3-10 8,2 3 24,4-4-48,-3 9 48,-3-6-96,3 1 8,-1 8 40,-2-12 16,4 6-16,1-3 80,-3 0-64,-2 1 0,3 8-64,-3-14 72,1 6-24,5-6 40,-6 14-40,1-10 24,1 10-56,0-10 48,-1 3-16,3-6 0,-2 3 48,-1 10-88,-1-12-8,3 12 64,-3-9-8,4-1-8,0-3 112,-1 13-56,-1-10-88,0 12 80,-1-14-48,-1 5 32,6-8-32,-3 7 72,-1 0-136,0 10 56,1-13 8,-1 10 8,2-11-8,0 0 72,-1 12-56,1-12 0,-2 3 40,2-1-16,-1 7-40,3-9 72,-2 3-8,-2 8-48,2-8 16,-1 1-32,-1 1 24,3-6-24,-2 10 48,1-6-56,1 1 8,-1 8 48,0-10-32,1 0-16,0-2 32,-3 13 16,1-10-8,1 10 8,0-10 72,0 1-40,0 8-48,0-10-40,1 3-8,-1 8 24,0-10-8,1-1 0,0 5 72,-1-5-104,0 2 24,1 8 56,-1-9-24,2 4-24,0-6 104,-2 2-48,2 1-24,0 10-24,-2-12 32,2 14-32,0-18-8,0 3 8,0 13-72,0-12 24,0 3 88,-2 6-48,1-11 0,0 0 96,1 15-56,0-12-40,-1 8 24,1-10-16,-2 3-8,2-7 24,0 17-24,-2-11 16,2 1-16,0 0 8,0 8-8,0-15 8,0 4 8,0 10-80,0-8 48,0 10 8,0-10 16,0 4-8,0-5 104,0-2-56,0 12-72,0-9 16,0 8-8,0-8 8,0-6 8,4 14 80,-4-8-128,0 9 88,0-10-40,0 10-16,0-13 16,0 1 72,3 12-112,-3-7 80,0 6-56,0-8 40,0 7-24,0-10 56,0 3-32,0 1 24,0 8-96,0-10 16,4 3 0,-4-5 32,0 10-24,0-7-32,4 10 64,-4-10-8,0 1 56,0 3-56,0-3 88,0-5-32,3 5-64,-3 10 16,4-16 40,-4 7-48,0-8 24,0 7 56,4-1-96,-1 8 88,-3-10-24,4 2 8,-4-1 40,4 1-184,1-1 144,-1 1-32,0 1-32,-2-3 8,-1-3 112,3 5-96,-4-1 72,4 1 0,1 0-32,-1-1 0,-4-5-56,5 6-24,-1 1-32,1-2 128,1 3-64,-1-1 8,-3-3-16,0-1 112,4 5-136,-3-3 224,3 1-184,-1 1-8,1 8 8,-1-10-152,1 1 192,-1 9-88,1-12 32,9 5 0,-15-4 0,0 6 40,5-4-80,1 9 32,-1-10 40,1 3-88,-2-3 56,-3-3 112,5 14-64,-1-10-40,10 1 48,-15 8-56,6-9-24,-5-6 24,12 5-48,-13 10-88,6-12 112,-1 3 96,1-1-40,-4-1-32,1 0 112,3 1-104,9 3 176,-12-3-112,3 10 0,-2-14-72,-3 0 49,5 4-162,8 3 194,-14-3-90,6 1 58,0-3-81,-3-2 32,8 0-57,-7 3-23,1 1 32,10 1 96,-11-2-24,-2-3-24,-1-1 121,5 4-57,0-2 48,-1 0-144,1 3 16,-1-1 16,-5-4-8,6 5-104,8 1 88,-10 0 32,0-1 8,10 1 16,-14-3 40,6 1-120,-1 0 88,1-1-32,-1 1-96,-1-1 88,-2-2 32,13 0-40,-15 5 96,5-1 8,1 1-64,-1 0-96,-4-6 64,4 5-88,-2 1-32,3-1 128,-1-1 72,1-1-56,-3-1-24,-1 0 96,13 4-64,-11-5 88,0 5-144,1-1 48,0-1-24,-4-4 8,4 8-96,12-5 184,-14 1-64,3 1 8,12-1-64,-17-2 24,2 2-88,2 1-16,12-1 64,-13 1 88,12 1 8,-12-2-56,-2-3 128,12 5-96,-8 9 24,10-14-32,-10 1-16,9 2-16,-15-4 8,3 2-64,14 0-32,-13-1 80,12 3 64,-10-2 0,1 0-48,2 1 80,-3-1-72,8 0 56,-8 2-88,9-2 16,-11 1 8,-3-3 32,14 6-96,-10-2 192,12 1-88,-13-1-24,14-1 40,-17-1-56,2 2-152,11 1 64,-10 3 80,11-3-16,-12 3 72,8-4-48,-5-1 112,0 4-88,10 8 56,-10-11-56,10 1-64,-10 1 48,8-1-72,-8-1 40,10 1 72,-10 1-96,12 1 8,-14-1 64,13-1-112,-12 3 224,13-3-104,-12 1-16,6-5-16,-7 0 72,0 0-168,12 5 232,-12-2-120,10-1-32,-10 1 16,-5-4 8,17 0-120,-12 0-24,14 2 104,-14-2-16,12 0 56,-14 0-8,-1 0 104,15 2-88,-12-2 72,14 0-120,-14 0 24,12 0 8,-15 0 8,1 2-88,14-1 128,-12 1 8,12 0-64,-11 0 8,-5-2 0,14 0-112,-9 0-32,8 4 136,-8-3-8,12 1 40,-14 1-24,-2-2 104,16 1-144,-14 1 56,12 1-32,-12-2-40,13 2 48,-12-3 16,12 3-72,-12 0 128,15-1 40,-14 1-64,4-2-40,2 0 80,-6 2-128,10-3 96,-10 1-128,12 2 64,-13-1 16,-5-2 32,17 4-136,-11-3 208,12 0-80,-13 1-48,12-1 80,-16-1-56,4 0-40,15 3-56,-15-2 80,14-1-48,-14 1 16,7-2 48,-4 0 72,-2 0-16,10 2 24,-10-2-40,12 2-48,-12-2 8,-6 0 8,20 0-64,-16 0 16,12 0 96,-12 0-72,13 0-8,-16 0 24,1 0 24,13 0-112,-11 0 136,1 0 8,12 0-64,-15 0 8,-1 0 40,14 0-120,-11 0 192,1 0-112,10 0 24,-11 0 16,-2 0-40,10 2-120,-8-2 56,2 2 32,8-1 32,-10 1 32,4 0-32,-1 0 64,-4 2-16,14-4 0,-13 2-88,1-1 64,10 3-8,-15 2-112,15-1 144,-10 1-80,12-3 32,-12-1 40,12-2-104,-14 2 0,14-2 8,-12 0 32,12 0 24,-13 0 0,-3 0 64,16 0-56,-11 0 32,14 0-8,-15 0 24,17-4 8,-21 4-64,2 0-24,12 0-88,-10 0 104,12-3 24,-14 3-48,0-2 32,0 0 88,14 2-176,-17-4 240,14 4-152,-10-5 48,11 1 8,-12 0-232,3 1 248,9-1-128,-12 0 40,3 1-8,-5 2 24,3-2-64,11-1-16,-11-1-16,1 1 64,12 0-8,-15 1 40,-1 1 24,5-2 32,9-1-64,-12 1-16,3-1 48,9 1 0,-12-2-32,3 3 0,8-3-24,-10 2-8,2 1 104,0 1-64,4-2 24,-6-1-96,11-10 144,-12 11-128,12 1 64,-12-1-8,-2 2 104,4-13-160,12 12 136,-14-3-80,3-8-48,9 10 16,-15 3 32,0-4-136,5-11-8,1 12 88,8-1 16,-10-12 16,-1 14 24,0 1 48,11-13-24,-10 9 48,1-12-80,1 14 48,-1-9-40,-5 12-24,6-3-96,-1-15 40,1 16 39,9-14 1,-15 14 113,1 1-73,3-2 96,2-14-184,-1 12 55,1-12-47,-1 14-16,-1 0 96,-2 3 40,3-14 32,-1 15 9,2-15-73,-1 11 8,1-1-89,-6 4 73,5-13-144,1 11-16,-3-3 96,3-12 64,-1 14 8,-3-2-8,0-3 104,2 6-136,1-14 168,-1 12-128,0-12 0,-1 12-8,-3 4 0,4-13-208,-4-3 360,4 12-144,-1-12 16,1 12-24,-3 3 0,2-2-208,-3-14 104,3 12 24,1-12 72,-4 14-16,0-5 24,0 3 0,4 1 16,-4-10-16,0 10 0,3-16 24,-3 16-32,0-13-16,0 12 16,4-12-16,-4 12 48,0-14 16,0 14-40,0-3-32,0 4-24,0-12 48,0 12-48,0-14 88,0 15-32,0 3 40,0-20-104,0 7 152,0-1-80,0 0-32,0 10 48,0 2-24,0-16-104,0 13 16,0-16 128,0 6-48,0 10 8,0-6 0,0 0 56,0 7-72,0-21 56,0 11-40,0 1-56,0 1 56,0 11-40,0-4 24,0-16-104,-2 8 144,0-3-48,0 2 0,2 9 24,-1-6 64,-1-3-168,0 0 64,0-1 24,0 10-8,1-9 24,0 8 40,0-7 0,-3-1-48,0 9 0,2-14 0,-1 15-8,3 3 16,-4-17-32,2 5-56,0 8 80,-1-14 32,-1 14 32,2 0-56,0-2 56,-3 2-104,3-10 32,0 12-48,0-13 48,2 13 16,0 3 0,-3-16-48,1 12 32,0-14 0,2 14 48,0-12-24,0 14-8,-2 1 8,0-15-80,0 14 16,-1-16 56,1 14-64,0-5 64,0 3 128,-1 2-88,-1-10-88,-2 9 88,3-10-96,1 11 56,2 4 8,-4-15 24,2 10-88,-3-10 64,-1 10-8,1-10 0,4 14 0,-2-2 32,-1-16-144,-1 5 56,3-1 40,-3 1 0,1 3 16,2 7 64,-2 0-72,1-19 32,-1 19-8,0-18 16,1 9-16,2 12-16,-2-2-24,-1-20-56,1 10 72,-3-1 8,4 0 0,0 12 0,1 1 96,-1-15-104,0 12 40,-2-12-40,-1 12-32,3-16 24,-2 16-16,1-12 8,-1 12 56,2-10-40,-2 9-16,3 5 24,-3-3 16,0-14-64,0 12 56,3-9 32,-3 10 8,1-5-48,2 5 72,-2 5-48,-1-16 8,0 12-16,-1-2-56,1 1 24,4 4 16,-5-4-40,1-9-80,0 10 120,-1-2 24,1-10 16,2 14-40,-2 0 96,1-12-104,1 10 64,-4-2-48,1-10-8,0 13 0,4 2 56,-13-14-120,8 10 0,1-14 72,-1 14-48,-1-10 48,5 15-8,-4 0 48,-1-14-128,0 10 48,-1-11 0,-6 11 16,10-4 16,2 2 56,-3 2-8,-12-1-40,12-14-8,-1 16 24,-9-12-24,13 13-16,-3-4 24,-2-8-40,-8 10 0,9-1 40,-8-1-24,8-12 48,-1 12-128,-1-14 112,-6 14-40,8-10 16,2 12 8,3 2 96,-14-12-152,11 8 128,-1-12-72,-3 12-16,-6-10 32,13 15-16,-4-4-112,-2-11 0,-1 10 144,1-12-48,-8 12 56,14-3-40,-1 0 80,-6 3-208,1-8 16,-8 8-104,13-11-48,-3 14 264,5 3-208,-7-15-88,-8 11-48,9 1 24,1-1-120,-10-1-40,15 3 480,-2 0-561,-3 2-199,-1 0-40,-1 0-112,0 0-88,-3 0 1000,5 0-1145,1 2-207,-3 1-88,-1 1-360,3-2-193,-10 0-87,15-2 2080,-3 0-1889,-3 2 569,-1-1-3249,7-1 4569</inkml:trace>
  <inkml:trace contextRef="#ctx0" brushRef="#br0" timeOffset="2189">5284 854 6953,'0'-4'880,"0"-1"-40,-2-1-208,0 1-119,0-10-57,-1 12-456,3 2 448,-6-4-8,1-10-32,-1 15-8,-1-5 0,-8-12-8,13 16-392,-1-2 424,-12-2-72,0-10-48,8 15 25,-15-3-73,10 0-256,7 2 256,-11-5-88,-1 3-40,-1 3-32,-3 0 40,1 0 24,18 0-160,-20 2 168,0 1-56,-2 3-24,-1-1 72,1 3-8,12-1-152,-2 2 184,-12-3 0,-1 12-40,-1-3-32,0-8 72,4 11-184,21-16 208,-25 13-24,4 0-32,-1 1-32,1 3 8,0-3-16,17-11-112,-12 9 144,-5 4-48,0 6 0,0-2 64,2 4 16,7-10-176,6-6 232,-13 15 33,6 1-65,-3 3 40,3 3-24,8-1-32,8-30-184,-18 29 184,13 3-88,-1 2 16,-9 0 0,13 2-8,1-23-104,-1 11 200,0 11-96,0 3 40,2-2 32,0 0-64,0 3 80,6-3-40,-1 1-48,12-1 16,-14-2-32,16-4-16,-17-25-72,10 20 128,3 7-120,2-2 32,3-2 48,4-1-8,-11-15-80,-2-2 200,16 11-32,1-4-32,0 1-32,-1-12-8,3 9-96,-29-15 104,31 4-88,1 1 16,0-3-40,4-1-48,-2-2 72,-25-1-16,14-2-40,11-2-104,0-13 120,4 12-32,-2-18 16,-10 12 40,-16 8 88,28-18-104,-2-1 128,-2 1-56,1-1-80,-2-5 24,-32 26 0,27-22-160,2-5 8,-5-1 112,-2 1-16,-2-4 32,-12 17 24,0-1 8,7-16-64,-3 0 8,-8-1-24,12 1 80,-15 3-8,-2 25-8,15-30-32,-16 2-40,4-2-88,0 0-64,-1 1-88,-3 24 320,0-15-320,0-9-112,-1 3-8,-5 0 40,-1 0-80,-4 13 480,5 8-512,-1-19-33,-15 3-159,5 4-40,-3 2-56,-4 5-184,23 15 984,-24-6-1121,-2-16-223,-4 17-152,1-12-184,-1 14 159,18 1 1521,-7 0-1136,-13 2-3521,33 0 4657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18.50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1 907 8865,'0'2'2513,"0"0"-65,5 2-415,1-3-553,-1 1-384,3-1-1096,-1 0 881,-7 1-241,4 2-56,1-3-72,1 1 24,-1-2-536,-5 0 448,15 0-88,-11-3-32,-1 3-136,12 0-40,-11-4-32,-3 2-120,1-2 72,13-1-96,-11-1 24,1-10 24,1 12-32,3-5 8,-3 3 104,-3 1-47,3-17-17,-1 7-24,1 0-16,-1-3 32,-4 17-32,13-16-16,-14-4-32,6-3 16,-1 2-33,1-2 17,-4 14 48,1-5-104,3-11-64,-1-3 104,1 1 96,-3 0 24,0 8-56,-2 15 112,3-17-144,-4-4-136,3 4 120,1 0-48,0 1 32,-4 18 64,3-12 0,-3-3-240,0 1 192,0-1-24,0 3-32,0 7 104,0 1 88,4-7-120,-4 8 64,0-12-48,0 12 0,0-9 16,0 14-24,0-3-40,0-2-24,0 1 96,0-1-24,0 3 56,0 3-40,0 0 96,0-4-248,0 4 8,0 0 88,0 0 8,0 1 48,0 0 136,0 3-16,0-4-160,0 3 64,0 3-48,0-1 32,0-4-8,0 15 56,0-11-216,0 10 176,0-9-32,-2 8-16,2-11 32,0 0 168,-2 15-168,1-10 72,1 12-16,0-5 0,0-3-56,0-10 64,0 15-72,3-10 8,1 15 48,0-5 72,-1-1 16,-2-11-136,2 11 184,2 0-232,10 1 72,-15-1-32,15 1 0,-13-7 8,0-4 168,12 9-120,-8 0 128,10-8-72,-10 10 17,10-12 47,-15-5-168,4 7 80,15 8 24,-14-11-24,14 1-80,-15 1 40,2-5-40,5 2 40,-7-2-88,16-1 128,-16 0-104,12 0 24,-13-2 0,-3 1 96,19 1-112,-5-4 128,0-1-152,-10-10-40,17 11-8,-18 4 88,-2-15-136,20 10 0,-7-12 128,-1 12 8,1-14-48,-7 11 48,-1 2 184,-2-9-104,17-3 56,-7 1-64,0 1-128,-10-2 56,-5 17-40,21-15-64,-16-3-88,15 3 160,-14-3-16,12 1 0,-16 11 48,2-6 40,14-8-281,-12-1 105,10 2-32,-10 0 64,-2 7 104,-3 8-16,16-16-88,-14 1 216,12 2-176,-11-3 32,1 3-24,-4 17 56,13-16-240,-14 0 64,4-1 120,1 1 40,1 3 0,-5 11 16,1 0 96,2-15-144,0 12-176,-1-10 192,-3 12-24,4-1 56,-4 4 24,0-4 112,0-1-72,0 1-40,0-1-64,0 3 56,0 3-16,0 0-128,0 0-8,0 0 32,0 3 120,-2 3 64,1-3-80,0-1 160,-2 4-8,-1 9-96,0-10-24,3 15-16,-5-5 0,6-15-16,-5 17 0,-1 1-64,-1 0 128,-8 3 40,11-1-16,2-11-88,-1 4 200,-3 9-184,1 2 128,-3-2-16,3 2-72,-1-5-56,5-14 216,-5 19-127,0 1-1,1 1 72,-1 0-48,-1 1-32,6-22-80,-5 20 136,0 1-184,1-1-24,-1 3 0,1-2 8,1 1 160,2 1 40,-2-4 56,1 1-72,1-1-32,0-3-88,2-20 24,-2 23-48,0-2 0,2-1 24,0-3 24,0-1 32,0 1-32,-1-1-96,1-3 96,0 3-80,0-3 16,2-10 40,-1-2 48,3 16-168,-4-12-8,4-1-80,-1 3-72,1-1-33,-4-6 313,4 4-416,1 0-136,1-1-32,-3-2-96,3 1-136,-3-2 816,-1 0-920,4-1-305,9 2-167,-12-2-208,3 0-57,6 0 1657,-9 0-1648,0-4-16,12 4 143,-11-3 185,10-1 352,-10 0 360,0 0 624,7-6-3745,-11 10 3745</inkml:trace>
  <inkml:trace contextRef="#ctx0" brushRef="#br0" timeOffset="438">1139 729 13394,'0'2'3161,"0"3"-1209,0-1-1952,0-2 1257,0 12-465,0-8-288,-2 1-88,2 12-32,-2-14-56,2-1-328,-1 14 312,-1-3-64,-2 1 24,0 1-24,1-2 9,1-6-257,0-2 264,-2 8-80,3 5-24,-1-1-40,0 1-24,0-3-96,2-16 64,-2 14-32,2 1-16,-2 3-8,2-3 8,0-1-8,0-10-8,0 5-32,0-3-112,-2 12 40,2-5-104,0-8-80,0 4 288,0-5-441,0 2-295,0 9-232,0-10-400,0 1-441,0 1-463,0-8 2272,0 5-2617,0 1-183,4-1 439,0 1 681,1-3-3193,-5-3 4873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21.07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0 705 9986,'0'2'2416,"4"3"-279,1 1-865,1 1-512,9-2-344,-14-1-416,1 0 328,4 1-120,10-3 64,-16 2 136,6-2 72,7-1-480,-11-1 497,-2 2-33,5-2-152,1 0-72,-1 0-72,10-5-72,-14 3-96,2-2 80,2-10-88,1 10 0,10-11 32,-12 12 8,0-10-32,-3 7 96,18 1-48,-16-16-16,3 5-16,10-3-8,-12 1 8,-4 17-16,6-16-16,8-4-56,-14 1 32,15-2 8,-11-2 24,-2 14 8,1-4 96,3-10-136,9-1-8,-12 3 48,3-4-72,-2 6 72,-3 16 16,5-18 0,-1-2-72,1 2 48,-1 0 24,-1 2-64,-3 16 48,4-11 40,-2-5-64,1 2-48,0 1 112,-1 1-56,-1 7 16,0 3 64,2 0-8,-4-14-16,3 15-64,-3-1-40,4-8 64,-4 13-32,0 1-8,0-3 16,0 3 32,0 0 8,0 0 8,0 0-24,0 0 48,0 0-64,-2 3 24,0 3-32,0 1-24,1 4 48,1-7-8,-2 1-40,-2 3 16,0 8 16,1-8 40,-1 12-32,4-17 8,-4 1-16,-1 18-8,1-7 0,0 2 40,1 1 0,2-9-16,0-1 64,-1 8-48,-2-9-8,3 17 40,-1-7 8,0-2-56,2-14 88,0 18 8,0-3-48,0 1 0,0-1 48,4 3-24,-3-14-72,1 6 80,2 4-64,0 0-16,1-8 40,1 12 24,-3-16-64,-1-1 80,4 15-24,-1-12-48,12 3 8,-14-1 0,3-2-16,-5-4 0,16 4 40,-13-3-112,2 0 72,10-1 0,-10-1 0,0 0 0,2 0 56,-4 0-80,11 0-32,-10-3-8,14-3 56,-15-6 8,-3 10-16,18-2 16,-14-13-40,15 14-56,-5-14 32,0 12-24,-12 3 88,8-15-104,-5 2-24,16 1-48,-7-3 48,-1 1 32,-10 6 96,-2 3-80,20-11-8,-16-1-104,14 1 8,-15-2 32,16 2 152,-20 17-144,16-19 72,-2 0-32,-1 0 16,-8 1 16,14-3 24,-18 15 48,2-6-48,12-5-72,-10-3 120,10 3-72,-12 0 40,0 4 32,-3 9 40,16-10-112,-17 1 56,5 8-16,1-12-17,-2 12 65,-4 6-16,3-5-16,1-10-40,0 11 8,-4 1-8,0-1 40,0 2 16,0 0 24,0 2-16,0 0-32,0 0 0,0 0 0,0 0 24,0 0-8,0 0-24,0 2-8,-2 4 8,0-1-16,-4 1 32,5-2 16,-1 7-48,-4-8-8,1 5 16,-1 8 56,1-10 40,1 5-56,2-6 80,-3 3 24,-1 14-32,1-15-24,-3 13 24,3-5-16,4-14-56,-4 5 64,-2 16-15,-8-3 63,12-1-16,-3 2 48,4-12-144,-2 3 168,-3 9-120,0 0 16,1 2 40,-8 0 40,10-3-144,4-16 192,-6 18-16,-1 1-128,1 2 8,1-1-24,-1-1 48,5-17-80,-3 13 96,-2 4-96,3-2 64,-1 2-32,2-2-16,1-8-16,0-4 48,0 13-8,-1-3-40,0 2 24,0 0 40,-2-3-64,4-17 48,-1 18-32,-1 1-16,0-3-32,2 1-16,0-2 0,0-10 48,0 4-104,0 6-120,0-8 0,0 14-64,0-16-80,3 11 368,-2-12-352,2 2-153,-3 9-119,4-10-16,0 2-112,-1 1-32,-2-7 784,2 5-824,1 2-81,-1-3 17,1 1-24,0-1 8,-1-2 904,-1 0-904,4 0-105,-1-1 9,1 2 208,8-2 232,-10 1 560,-4-3-328,15 2-3657,-15-2 3985</inkml:trace>
  <inkml:trace contextRef="#ctx0" brushRef="#br0" timeOffset="692">942 732 10538,'3'0'1776,"12"0"-544,-11-3-463,11-1-249,-15 3-520,3-2 416,3 0-120,10 3 64,-12-6 64,11 2 40,-13 2-464,-1 1 464,5-3 8,10 0-32,-12 1-80,13-1 17,-12 4-377,-5 0 288,15-4-48,-11 4-48,12 0-32,-12-3-16,10 3-40,-12 0-104,0 0 128,13 0-88,-11 0-48,1 0 72,12 0-32,-15 0-32,-1 0 88,14 1 24,-9 1-120,-1 2 72,10 0-56,-15 1 32,0-4-40,3 4 72,1 0-120,0 3 96,-1-1-40,1 9-48,-4-13 40,0 0 64,0 14-120,0-12 24,0 13 72,0-12-80,0 10 40,0-14 0,-2 15 0,-1-2-64,-3 1 48,-1 1 0,-1 1-32,4-14 48,-8 9 64,6 3-120,-10 1 16,10-1 72,-1 1-40,-4-7 8,5-4 88,1 9-16,-14 0-80,14-8 24,-10 10 8,10-12 40,4-5-64,-15 8 40,11-1-40,-14-2 40,12 3-40,-10-1 88,12-1 0,-12-1-104,12-3-24,-10 0 56,10-2-24,-10 0 80,11 0-16,-3 0-96,-8 0 16,11 0-8,-1-6 32,4 5 0,-5-3 40,0-2-72,0-8 24,1 10-24,1-2-8,3-2 40,0 2 56,0 2-56,-1-11 24,0 12-8,0-12-40,2 12 24,0 2-8,0-4 16,0-10-32,0 15 40,0-5 8,4-1-56,-1 0 24,3 1-32,-1-1 0,1 3 88,0-1-24,4 1-24,-6 2 56,0 1 0,1 0-104,10 0 64,-11 0-32,1 0 24,-4 0-8,4 0 48,11 0-56,-10 2 48,10 2-32,-10 1 8,-1 3 32,14-1-48,-15 8 0,12-10 16,-10 3-32,12 8 48,-12-10-24,12 9-40,-13-10-8,16 12 0,-18-10-40,2-2 80,9 8-80,-9-7-56,14 10-32,-5-10 120,-8 10-48,7-12 96,-6-2 0,-1 3-56,12 12-168,-12-13 48,12 3-80,-13 0-48,-4-6 304,17 4-304,-13 2-169,14-1-47,-14-1-96,14 1-152,-17-5 768,1 2-848,16-2-312,-14 3-185,15-2-143,-14-2-208,13 0 1696,-14 0-1425,11 0 329,4-4-3561,-20 4 4657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26.94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1 844 11634,'3'2'3497,"0"-1"-3497,-2 0 2824,5 4-1183,10 1-641,-12 1-440,1-1-208,10-3-80,-15-2-272,0 0 176,15-1 0,-12 0 32,3 0-32,11 0 24,-15 0-200,-1 0 224,14-3-88,-11-12-24,10 15-56,-8-15-16,10 11-16,-16 4-24,15-5 16,-9-12-72,14 12 96,-15-19-40,10 7-24,-13 10 24,2-6 48,10-11-152,-8 8 120,10-8-24,-10 0-8,7 5 16,-8 12 24,-1-22-112,11-1 48,-10 1-8,10 3-40,-10-3 24,-4 25 64,15-22-136,-12-3-64,1-2 112,12 3-32,-14 0 80,0 15 40,0-1-16,1-10-72,1-2 56,1 2-112,-1 4 16,0 1 128,-4 16-104,4-14-64,1-3 80,-3 2 16,1 1-8,0 3 24,-4 8 0,3-12-80,1 12 48,-4-12 8,4 14 48,-4 1 32,0 1 40,3-2-48,-3 4-16,0-4-8,0 4 8,0 0 0,0 0 24,0 0-16,0 2-128,0 4 80,0-1 48,0 3 0,0-2 16,0 2 24,0-2-112,0 12 72,0-3 16,0 0 40,0-3-40,0-10 96,0 13-120,0 0 56,-1 1 8,1 1-24,0 5 32,0-17-48,0 12-8,0 1-32,0 3 24,3-1 80,1 2-40,-2-10-24,0-4 88,-2 14 32,3-4-48,3-1 24,-1 0-16,1-3-80,-6-14 48,5 8-24,12 10 0,-13-12 48,-1 8-16,3-12 16,-1-1-72,4 2 80,-5 0-144,2 1 80,8-2 8,-10 0-16,7-2-8,-7 0 80,1 0-104,10-4-40,-10 0 24,14-1-8,-14-1 0,-2 5 48,18-12-96,-6 7-128,0-10 48,-1 10 16,3-12 24,-10 15 136,1 0-32,8-19-104,4 4 80,-1-1-56,1-1 0,-2 4 112,-16 14-64,17-17-56,-1 3 72,-1-4-16,-3 3-16,3 1 16,-13 11 64,8-9-112,3-1-16,2-1 48,-12-1 24,12 3 0,-14 4 56,-1 5 16,13-10-48,-10 10 32,10-16-40,-11 16 16,11-13 8,-15 17 16,3-4-104,3-12 16,-1 12 48,1-12 8,-1 12 8,1-12 48,-2 14-88,-4-1 16,0-2 24,0 3 40,0 3-16,0 0 16,0-4-24,0 4 56,0 0-24,0 0 0,0 0 16,0 0-40,0 2-24,-2 3-16,-2 1 48,0 9 32,-1-10 32,2 6-72,0-3 104,-2 6 8,-3 1 40,1 0-80,-8 1 24,10 1-96,5-17 120,-6 18-56,-8 2 16,8 1 48,-1-1-8,-8 2-16,13-14-104,-1 8 192,-12 10-136,9-2 32,-1-1 56,-8 3-40,11-7-104,3-12 184,-14 20-40,10 3-80,-3-1 56,1-1-40,-1-1-32,8-23-48,-7 18 64,0 4-96,-1 3 80,1-3-16,0 0 24,4-12-56,0-1 48,-2 10-56,-1 2 56,-1 1-32,1-4 16,1 0-32,5-20 8,-4 18-24,0 0-64,3-1 16,-1-3-40,0-1-128,1-13 232,0 3-256,-1 14-192,2-4-112,0-10-64,0 10-233,0-12-151,0 3-336,0-1-336,0 1-177,4 0-151,0-5 63,-4 0 1945,5 2-1536,10-1 432,-12 0 512,12 0 400,-9-2-3537,-6 0 3729</inkml:trace>
  <inkml:trace contextRef="#ctx0" brushRef="#br0" timeOffset="618">972 728 7593,'0'2'2073,"3"2"247,3-1-416,9 1-663,-12-2-1241,-3-2 832,6 4-280,10-2-192,-10-1 56,9-1-16,-10 0 96,2 0-496,3 0 512,-5 0-103,12-3 63,-14-1-96,14 4 8,-13-3-384,-3 2 384,16 1-136,-12-3 48,14 3-88,-14 0 8,14 0 16,-18 0-232,3 0 128,13 0-16,-12 0 0,10 0-16,-11 0 16,1 1 8,12 5-32,-17 0-24,5-1-56,1 1 8,-3-3-16,-3-3-24,4 4-16,0 1-16,-4 10 48,0-13-56,0 5 48,0-5 16,0 2-16,0 11-128,-2-8 128,0 8-56,-3-10 64,1 1 8,2-5-24,-3 7-80,-3 7 8,1-10 8,-8 10 88,10-10 0,4-3 0,-6 11-16,0-7-72,-8-1 80,12 1-16,-3 1 48,-1-4-24,-1-1 80,5 6-120,-3-5 64,-1 1 0,-1 0-24,3-1 0,5-3 48,-6 4-56,1 2-80,-1-4 120,1-1-40,-1 1 48,5-2-40,-1 0 88,-2 2-192,0-2 64,2 0 32,1 0-8,-1 0 16,2 0 72,-2 2-24,0 0-56,2-2 40,-2 2 48,2-1-56,0-1-24,0 0 40,0 0-144,0 0 48,0 0 16,0 0 32,0 0 176,0 2-240,0-2 64,0 2 32,0 2-32,4-1 16,-4 0-8,0-2 40,4-1-48,-4 2 40,0 2-56,3 1-8,-3-1 40,0-3-8,0 3 16,4 0-88,-4 2 56,4-1 8,-1 1-56,-3-2 64,0-1 64,4 4-40,-4 8-48,0-10 40,0 3-16,0-1 0,0-7-8,0 15-16,0-10-24,0 1 64,-2 1-24,2 1 16,0-6-8,-2 3 8,1 2-96,-3 1 64,0 6 80,0-10 0,0 0-56,3-2 104,-3 5-72,-1-1-48,-3 8-8,1-8-8,-8 8 24,15-13 8,-3 4-48,-3-1-40,-1 1 96,-8 1-32,10-1 8,-3-3 16,1 0 32,1 2-240,1-3-88,-3 1-160,-6 0-264,9 0 720,4-2-912,-4 0-305,-3 2-439,1-2-384,2 0-313,-1 0-135,4-2 2488,-3-2-1953,-1 1 577,4-1 592,-1-2-3065,3 6 3849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28.571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1067 8225,'0'0'1905,"0"1"247,0 3-239,0 2-601,5-3-544,-1 3-264,0-2-216,0-1-40,-1-1 88,1 0 96,-2-2-432,0 0 568,3 0-63,1 0-57,-1-4-128,12 1-112,-14-3-8,-2 6-200,4-6 144,13-12-80,-12 13 40,12-14-32,-12 4 0,2 8-72,4-2 96,-7-9-152,19-3 48,-9-1 16,3 0 48,-4 1-56,-11 16 72,12-20-40,3-3-96,-1 1 48,-1-1 40,1-1-16,-14 23-8,10-16 104,4-13-200,-1 4 56,1-1 8,-2 1-56,-7 16 88,-2 3 16,9-18-24,-9 4-40,14 1 24,-15-1 24,11 3 0,-15 22-24,3-25 40,1 4 16,10 2-32,-12 0 8,3 1-16,0 14 8,4-4-24,-6-6-48,0 10 64,0-10 24,-1 11-16,-3 1 0,0 2 104,4-4-72,0 1-48,-4 4 80,0 0 0,0 0 24,0 0-88,0 2 80,0 4-88,0-1 40,0 2-16,0 8 80,0-12-96,0 0 80,0 11-96,0-6 24,-2 12-32,0-5 48,0-3-24,2-10 88,0 6-56,0 12-24,0-3 56,0-1-32,0-1 40,0-11-72,0 8 112,0 3-152,0 0 56,0-1 8,4 3-24,-2-8 0,-1-3 136,3 1-88,2 13-24,-1-14 24,1 1 8,8 1 24,-14-8-80,0 7 96,6-2-120,9 1 32,-12-2 8,12-3-32,-13-1 16,1 0 56,14 0-160,-11 0 16,10-3 32,-10-1-24,9 0 80,-10 3-16,10-5-32,1-9-64,1 12 80,1-16-8,-1 14-40,-15 2 80,12-14-32,4 0-64,1 2 64,-1-1 48,1-3-64,-10 10 48,-2 2-16,12-12-104,-3 1-16,1-2 48,1 0 40,-2 0 48,-15 19-32,15-21 40,-1 4-80,0-4-8,1 3 16,-10 1-16,14 0 56,-15-1-72,16 1 40,-16-1 48,14 3-32,-14-2 64,12 1 0,-12 0-80,12 3 48,-14-1 8,3 0-72,-1 10 48,1-14-72,9 14 64,-12-10 56,1 10-8,-2-2-16,0-1 48,1 4-64,-3-1-72,0 1 72,0 4 8,0 0 8,0 0 72,0 0-120,0 0 56,0 0-24,0 0 0,0 4 56,-1 1-72,-1 1-24,-4 1 48,1 1 72,2-4-64,2-1 72,-5 13 32,1-8-16,-1 8-80,1-8 24,-2 12 8,6-19-40,-6 14 32,0 2-32,-10 3 40,12-1 0,-14 3 0,17-13-40,-1 4 96,-14 9-72,10 0-8,-10 2 24,12 2 0,-10-4-40,11-17 64,-10 25-32,6-1-40,-10 0 40,3 1 8,8-1 8,-13 2 24,5-1-88,8-1-16,-14-1 88,14 3-72,-3-13 16,4-5 56,-2 17 8,-8-1-120,10-5 64,-10 0-40,10-3 32,6-20-128,-7 23-48,-8-2-152,11 0-96,-1-2-104,-1-3-64,5-12 592,-1 7-737,-2 2-175,2-6-64,0 10-264,0-13-105,2 5 1345,0-5-1424,0-3-160,0 4 47,4-1 297,0-1 368,1-2 400,-4-2 472,4 1-152,13 1-16,-12-2-3625,-6 0 3793</inkml:trace>
  <inkml:trace contextRef="#ctx0" brushRef="#br0" timeOffset="681">1147 543 10722,'0'1'2160,"0"5"-591,1 1-1569,1 1 944,2-3-528,-4 10-240,0-11-8,0 10 16,0-11-184,0-2 312,0 6 104,-2 8 32,-2-11 80,-1 3-32,1 10 1,4-15-497,-2 3 456,-1 11-120,1-10-16,-2 9-16,0-10-72,3 0-232,1-2 248,-2 13-32,0-10-96,-2-1 0,2 2-8,1 1-112,1-8 80,-4 7 0,2 8-72,0-11 56,0 1 0,1 1 8,0-4-72,0 1 104,1 3-144,-2-1 48,2-1-8,0 1 32,0 0-32,0-4 88,0 1-56,0 3-72,4-1 64,-4-2-64,3 0 64,-2-2-24,2 0 56,1 0-136,-1 1 48,3-1-40,-1 0 16,1 0-24,9 0-80,-12 0-96,12 0-120,-11 0-48,9 0 424,-12 0-528,3 0-168,13 0-121,-12-3-167,15 3-224,-14 0-176,1-1 1384,8-2-1673,0 3-231,-1-4 56,5 1 391,1 3 505,-5-3 952,-10 2-440,19-3 304,2 1-3649,-26 3 3785</inkml:trace>
  <inkml:trace contextRef="#ctx0" brushRef="#br0" timeOffset="682">1476 381 9658,'-2'3'3264,"-2"5"-759,1 1-2505,1-2 1576,-4 1-560,1 12-400,-1-5-135,-1 3-17,-8-4-464,13-11 520,-3 13 80,-14 2-40,12 1 32,-13 1 24,12 0-40,2-12-576,-6 6 601,-3 10-169,8 4-48,-13-1-48,5 3-104,10-8-232,3-13 224,-15 21-144,12 1 8,-14 2-56,14 0-56,-10 4 40,14-34-16,-4 29-40,-9 3-72,8-2 144,-8-2-24,10 0 8,1-17-16,0 2 152,-4 11-152,1 1 0,1-6 8,-1 0-144,3-3 136,3-16-136,-6 15-152,4 1-184,1-4-112,-1-1-305,2-6-215,0-4 1104,0 10-1440,0-8-601,0-1-511,5 2-433,1-1 201,3-3 2784,-4-1-2025,1 0 793,16-2-2921,-22 0 4153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4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262 212 10514,'0'6'1920,"0"8"-247,4-6-585,-4 10-424,0-16-664,0 2 512,0 12-264,0-10-24,0 14 16,0-15-112,-2 9-128,2-9 272,-2 9-40,-3-6 48,1 8 16,-2-10-88,1 10-8,3-14-200,-4 2 97,1 11-73,-2-10 0,-1 10 0,-6-10-8,11-2-16,2 0 88,-14 4-88,10-1 88,-10-1-88,8-1 8,-9-1-8,15-2 24,-6 0-120,-10 1 112,12-2-24,-3 0 24,-8 0 8,14-1-24,-2-1-24,-12-2-24,10 0-16,1-1 16,-3-10 24,4 12 24,3 2 24,-5-17 16,-1 12 120,1-14-176,1 15-8,-1-12 48,6 16-24,-3-13-152,1 9 104,0-17 64,2 7-72,0 10 88,0-6-32,0 0 64,0-4-64,0 9 88,0-16-112,4 8 24,-1 1 0,-3 11 16,4-15-56,1 12 40,1-17 40,0 16-48,8-12 16,-14 16-8,0-2 24,6-14-64,10 12 40,-12-8 0,1 10 32,6 1-32,-5 1 72,-2-15-8,1 13-8,10-1-40,-15-1 8,15 1 8,-15 5-32,5-4 24,12-1-56,-12 1 64,14 4 32,-16-4-24,3 4-40,3 0 128,-5-4-128,10 4 56,-8 0-32,12 0-16,-15 0-8,-2 0 72,16 2-80,-14-2 56,3 2-16,10 2-8,-12 0-32,-3-3 8,2 3 16,2 2-64,1 1 32,-1-2 40,1 1-32,-3-2 8,-1-1 32,2 5-24,0 6 8,-1-8-24,-3 1-8,4 9 16,-4-15-8,0 4 24,0 14-64,0-14 88,0 12-16,-2-10-8,1-1-16,0 5 80,-2-4-128,-1 11 72,-2-10-48,1 12 32,1-10-8,2-5 88,-3 2-96,-1 8 64,1-10-80,-10 12-48,10-12 40,4-3 32,-6 17-24,0-14-16,-1 10 128,1-12-24,0 3-16,0-3-48,-1 0 104,4 2-72,-3 2 8,0-1 24,-8-2 0,10-3-64,4-1 40,-4 2 0,-10-2 48,10 0-48,-1 0 32,-9 0-8,15-1-64,-3-1-56,-3-2 40,1-2 16,-1-8 32,1 14 8,1-4-40,2 2 56,-3-13-32,1 10 16,2-12 8,0 12 24,1-15-40,0 20-32,0-6 24,-1-14-16,2 5 8,0 10 32,0-17 16,0 16-64,0-3 80,0-8-88,0 3 112,4-1-112,1 0 8,-2 11 0,-2 3 32,2-21-56,1 16 48,2-14 8,-1 14-8,-1-10-48,-4 15 24,3-2-16,3-12-48,9 12 48,-12-3 48,3-8-40,-3 11 8,-1 2 72,4-3-48,-1 0-24,1 1-8,-1 3-16,1 0 24,-6 0-8,5 0 0,1-4-24,0 4 48,8 0-16,-14 0-16,2 0 16,2 0 56,1 2-112,10 0 80,-15 1 24,5 3-16,-1-2-32,-2-2 80,4 12-88,-1-10 40,1 1-24,-3 12-16,3-11 8,-6-5 0,5 14-16,-1-9-40,0 12 88,-1-11-16,-3 12 64,2-12-80,0 0 112,-2 1-96,0 12 64,0-13-64,0 14 64,0-9-80,0-10 120,0 13 0,-2 2-72,0-3-8,0-6-16,-3 8 8,4-14-32,-4 4 168,0 12-104,-1-13 8,3 14 24,-3-16-16,4 2-80,1-2 160,-3 4-32,-2 1 48,1-1-144,-1 0 32,1-1 0,5-6-64,-6 5-48,1 1 56,-1-4-16,1-1 48,-1 1 0,1-2 16,1 0-56,-2 0 57,3-5-73,-3-1 48,2 2-32,3 3 56,-5-14-104,3 15 128,1-5-80,-4-12-16,4 13 56,1 1-40,-3-12-32,2 9-8,0-12 56,2 3 0,-2 10 24,2-6-40,0 3 128,0 3-48,0-15-88,0 14-16,0-16 24,4 17 0,-4 5-24,0-22 40,4 7-16,-1 9-8,1-14 16,0 15 8,-3 0-16,1-5 24,4 4-88,-2-10 72,1 10-16,-1-8-16,0 11 24,-3 2 72,3-5-64,2-8-40,-1 10 40,1 0-32,-1 1 8,-5 2 16,6-2 24,-1-1-88,1 4 64,-3-3-24,3 3-8,-4 0 32,-1 0 88,5 0-136,-2 0 104,1 0-64,1 0-40,-3 0 48,-3 0 40,4 3-104,2-1 40,-3 4-40,3-3 16,-3 3 16,-2-4 32,2 3 8,1 10-48,-1-10 16,-3 3 7,4 8 9,-4-12 8,0-2 57,0 14-33,0-10 0,0 9-40,0-10 32,0 11-16,0-15 0,0 6-8,-2 11-64,0-3 72,1-8 16,-3 14-57,2-19 41,-2 1 89,-1 14-162,-1-12 106,1 3-1,1 8-56,0-13 24,3-2 72,-5 14-128,1-10 64,-10 1 24,11 8-40,-3-10 24,4-3-16,-9 3-8,9 0-40,-5 0 80,1-2-32,-1 1 16,5-2-16,1 0 88,-5 1-16,-8 0-56,13-2 0,-5 0-8,0 0-8,6 0-40,-6-4 88,0 1 16,1-3-56,1 0 24,-1-8 24,4 13-56,-1-2-16,-1-12-16,2 10 40,0-15-24,0 14 0,1-7 16,1 8 104,0-12-64,0 2 32,0-1 8,0-1-72,0 12 24,0 3-32,0-16-40,3 3 8,3 0 56,-1 10-32,1-17 16,-4 19-8,1 0 32,3-15-48,-1 12 96,1-14-72,10 14 0,-16-9-8,0 12-8,6-1-56,-1-10 112,1 10-40,9-2 8,-15 1-32,3-1-72,3 1 0,-1 1 0,1 1 24,-1-1 48,-2 2 16,-2 0 24,5 2 8,-1-3 24,1 3-72,8 0-32,-14 0 48,0 0-40,6 1-48,-1 1 64,1 4 32,-1-3-8,-1 1 0,-2-2 0,2 2-24,-1 1-8,1 2 64,0 1-64,-4 7 16,3-11 16,-3-3-16,0 14-88,4-10 136,-4 16-24,0-14-8,0 11-8,0-15 8,0 9-40,0-5-32,-2 12 88,-3-5 32,1-6-56,1 2 8,0-2 112,0 0-64,-3 8-56,3-9 64,-3 12-32,1-14-24,5-5-16,-6 17 16,-1-13-24,1 1 24,1 2 24,-1-1 72,4-4-96,-3 1 64,-3 3-88,3 0 88,-1-1-56,1 1 32,1-4-40,2-1 96,-5 3-104,1-2 88,1 0-64,-1-1 0,3-1 8,2 0-24,-2 0-24,-1 0 8,3 0 8,-5 0 56,4-5-80,0 3 32,-1 0 56,-3-3-72,4-1 8,-1-9 88,1 12-48,0-2-32,2 4 88,-2-17-48,0 12-40,2-14 32,0 15-40,0-16-8,0 20 16,0-3-8,0-16-64,4 14 48,0-16 48,1 7-32,-3 12 8,0 1 64,2-18-72,-1 3-8,1 12-32,1-16-32,-1 16 72,-4 5 8,4-17-88,1 12 32,-1-10 32,1 11-40,-1-1 56,-2-2 8,2-3 16,-1 10-112,1-5 64,0-1-16,-1 3-8,1-1 80,0 4-88,-1 0-8,1 0 72,0 0-16,-1 0-16,-2-1 32,2-2 16,-3 3-120,4 0 88,-1 2 16,-3 2-8,3-1 8,-2-1 72,-1 4-96,4-1 48,-4 3-32,0-3-32,0 2 40,0-6-8,0 15-56,0-10 40,0 8 24,0-6-24,-2 8 16,1-14 8,0 2 24,-1 14-48,-1-11 48,-3 12 0,1-12-24,1 5 0,2-7 80,-3 2-40,-1 13 8,-1-12-16,1 12 0,-1-13 16,6-5-48,-4 13 8,-2-10-48,0 12 72,1-12-32,-1 10 56,-1-9 72,3 1-104,-1 8 16,-1-12 24,1 3 0,3-2-64,3-3 56,-6 5 0,1-4-64,1 0 32,-1-1 16,1 1 16,3-1-56,-2 0 56,0 1-80,1-2 32,0 0-8,-2 0 0,2 0 0,0 0 96,1-4-40,-1-1-16,2-1-16,0 1-32,0-1-32,0 6 40,0-16 16,0 12-64,0-11 72,0 10 56,0-12-64,1 15-16,1-1 128,-2-14-160,4 2 104,0 10-48,0-15-64,-2 15 40,-1 4 48,3-14-112,0 10 64,-1-10-24,1 10-40,0-12-8,-4 16 72,3-3-64,1-13-16,0 13 64,-1-10-8,3 10 0,-3 1 24,-1 1 32,2-4-80,2 1 24,-3-1-40,1 0 24,-1 3 40,-2 3-16,2-4-56,1 0 40,0 4-8,-1-3 8,1 3 24,-3 0 8,2 0 16,0 0-72,1 0 56,0 0-8,-1 0-8,-3 1 16,0 0 40,4 0-64,-4 1 32,0 4-64,4-3-8,-4 3 48,0-6 16,0 6-88,0-1 16,0 2 32,0 1-8,0-1 56,0-3-8,0-1 40,0 12-40,0-9-64,-2 1 16,0 8 8,0-10 40,2-5-24,-5 6 40,-1 1-8,2 10-16,-1-12 40,-1 12-40,5-16 8,-5 3-32,-1 11 16,-1-10-24,3 1 56,-10 9 0,13-12-16,0-1 24,-3 4-48,-1-1 40,-1 1 0,2-1-16,-1 1 40,6-6-40,-5 5-32,-1 1-40,0-4 72,1 0 8,-1-1 16,5-1-24,-1 0 32,-2 0-72,2 0 136,-1 0-104,1-3 40,0 0-32,2 2 40,0 1-128,0-15 168,-2 15-56,2-5 0,0-12 16,0 14-120,4-3-32,-4-12 40,5 12-49,-1-12-23,-1 15 144,-1 0-96,13-13-152,-11 10-88,0-9 56,1 10-72,0-11 352,-4 15-320,4-4 24,10-12-112,-12 14-16,1-12-72,11 11-72,-11 1-48,-1-3-97,3 2 81,-1 1-48,-1-1-56,-2 4 736,0 0-776,-2 0-224,3 2-129,-3 2-167,0 1-128,0 2 55,0-6 1369,0 13-1056,0-8 304,0 8-3513,0-14 4265</inkml:trace>
  <inkml:trace contextRef="#ctx0" brushRef="#br0" timeOffset="1491">216 238 7065,'0'0'352,"0"0"56,0-4 96,0 0 24,0 1-48,0 3 1,0-4-41,0 0 16,0 4-80,0 0-376,0-3 392,0 3-72,0-4 16,0 4 56,0 0-32,0 0-360,0 0 400,0 0-72,0 0 24,0 0-15,0 0 39,0 0-2169,0 0 3978,0 2-1793,-2 2 0,2-1 48,0 3 16,-2-1-48,2-2-408,0 0 456,0 2-88,-1 10 24,1-9 17,0 1-57,0 4-352,0-7 368,-2 1-56,2 12 48,0-10-80,0 11-24,0-3 24,0-12-280,0 9 160,0 3-32,0 3 16,0-2-72,0 1-8,0-6-64,0-2 208,0 11-40,0-1 32,-2 3-8,0 2-16,0-2-176,2-20 128,-2 23 8,1 1 40,1 2-104,0 3 40,-2 0-32,2-20-80,0 13 32,-2 11 24,2-2-16,0 4 65,0 2 47,-1-12-152,0-16 184,1 32-32,0 1 88,0 0-168,0 0 24,0 2 8,0-42-104,0 38-8,4 6 64,-1-2 64,1 3 72,0-1-8,-4-24-184,0 0 240,3 24-88,1 3-72,0 1 48,-1-1 24,1-6-152,-4-38 168,4 42 64,-1 1-144,1-2 0,0 1 8,-1-3-56,-2-34-40,2 24 160,-3 10-160,4 2 104,-4 2 8,4-1-72,-2-16-40,-1-14 160,3 32-96,-4-1-8,0-2 8,4-2-16,-1-2-16,-3-43-32,4 40 32,-4 3-80,4-1 56,-4 1 8,0-2-8,1-24-8,1 8 104,-2 18-136,4-1 216,-4-3-136,0 0-64,3-9 16,-2-23 80,2 27-208,1 4 208,0-6-32,-4-2-32,0 0 8,0-26-24,0 14-56,0 9 24,3-4 48,-3 0-16,4-4 0,-4-9 0,0-2 48,0 9-8,0-1-32,0 0 16,0-3-40,0 0 16,0-13 24,0 4-16,0 12 8,0-11 32,0 1-104,4 8 64,-4-15-8,0 1-32,0 3-80,0 3 120,0-1-24,0-4-16,3 0 88,-3-2-144,0 0 72,0 0-128,0 0-24,0 0-16,0 0 184,0 0-272,0 0-16,0-6 56,4 2-48,-4 1-64,0 0 344,0 0-320,0-2-160,0-14 0,0 16-160,4-3-89,-4-10 729,0 14-800,0-2-144,3-12-48,-3 1-128,0 0-169,0 10-175,0-1 1464,0-12-1560,4 3-153,-4 9 1,0-14 48,4 15 335,-4-6 1329,0 5-4705,0 6 4705</inkml:trace>
  <inkml:trace contextRef="#ctx0" brushRef="#br0" timeOffset="2890">461 3261 8553,'0'3'1097,"0"0"-1097,0 0 1208,0 3-288,3 1-232,1-2-152,-4 3-104,4-1-8,-4 0-63,0 8 31,0-11-24,-2 1 24,0 10-24,1-14-368,-2 2 344,1 11-40,-1-8-8,-1 9-16,-1-10-40,1-1-240,2-2 304,-3 12-64,-1-12 0,-1 4 48,-8 8-48,9-12-23,6-1-217,-5 4 240,-2 2-96,-8-1 32,11-3 48,-1 1-32,-2-3-192,-1 0 224,2-1-64,-1 0 48,-8 0-112,10 0 40,0 1-136,4 0 104,-13-1-72,10 0 56,-2-4 0,-1-1-8,0-1 0,5 5-80,-4-3 112,-8-11-120,10 11 64,-2-1 16,1-12-40,1 14-32,2 1 136,-3-13-32,-1 9-8,1-12-40,-1 14 0,1-13-56,5 16 24,-4-5-56,2-10 48,-1 10 32,1-8 16,2 8 8,0-1-72,0-2 72,0 3-128,0-12 128,0 14-64,4-13-8,-4 15 0,0 1 112,3-14-136,1 11 160,0-12-72,-1 12-64,1-12 8,-3 15-8,2-4-64,2-10 8,1 12 112,-3-3-16,3-10-16,2 13-24,-1 2 152,-4-5-120,3-8 8,8 10-16,-10 0-56,1-1 32,-4 5 0,15-6 8,-12 1 40,1-1-24,12 3 0,-13-1-8,0 4-16,8 0-8,-6-4-40,8 4 56,-8 0-8,10 0-8,-12 0 8,-2 0 72,15 0-80,-12 0 80,10 2-64,-12 2-8,3 1-24,-5-4 24,13 6-88,-11 0 0,3 8 56,10-10 48,-12 10-16,-1-12 0,0-1 56,2 20-96,1-14 40,-1 14-24,1-4 24,-2-5 0,-3-11 16,5 15-40,-3-1 24,1-1 8,0 5 48,-1-2-8,-3-13-48,0 9 40,0 4-56,0-1 48,0-1 16,0 1 72,0-7-120,0-4 144,0 2 32,-1 16 81,-1-8-137,-2-8 32,-2 10-24,6-18-128,-5 5 32,-1 14 80,1-12 8,-1 12-56,-1-14 64,1-3-128,-3 2 96,4 1-40,-2 1 200,-1 1-232,1-1 56,1-4-80,4-1 88,-5 1-208,0 0 264,-8-2-120,10 0 0,-10 0 48,14-1-72,-4-2-80,-9 0 64,8-3 56,-9 1-40,12-12 32,-1 15-32,0 0 24,-10-16 16,10 12-8,-2-12-24,-8 3 48,12-3-64,-4-1 8,1-1 16,-1-2 8,1 4 8,1-2 0,3 14-32,-2-5 16,2-7-48,-1-1 64,2-1 0,0-2 8,0 9-40,0 8 80,0-14-64,0 1 152,0 1-168,3-1 48,-3 3-64,0 14 16,4-13-160,2 9 112,-3-15 40,3 14 72,-3-12-48,0 15-16,0 0 104,1-11-112,1 10 48,1-2-8,-1-8-48,0 10 16,-4 4 32,4-4-80,10 1 128,-15-1-120,6 0 40,8 1-16,-13 2 16,2-2-96,2 3 72,12 0-16,-13 0 32,10 0 40,-10 0-32,-2 0 56,13 0-72,-12 2 160,12 0-136,-11 3-8,12 1 8,-16-6-8,6 5-176,10 10 56,-12-11 112,1 3 16,1 9-8,-4-12 0,1 0 80,1 12-176,2-1 240,-3-8-152,1 14-48,-4-9 56,0-10 56,0 13-240,0 2 248,-2 1-32,0-3 16,-1 1 0,2-12-48,-2 9-32,-3 3-32,3-1 40,-1 2 40,-1-3 24,-1 1 104,-1-8-64,-1 15 0,1-16-16,2 14-8,-3-14-56,8-6 56,-5 7 16,-1 11 16,-1-16-40,1 13-32,-1-13-8,4-1-8,-1 2-8,-2 2 0,1-1 96,-3-2-72,3-1-24,1-1 8,2 0 64,-3 0-112,-1 0 168,1-3-112,-1-1-24,1 0 32,4 4-16,-6-5-88,2-1 72,-1-12 32,1 14 0,-1-10 0,3 12-16,1 0 64,-2-17-40,0 14-40,1-13 8,1 3 40,0 2-32,2 11-8,-2-16 0,0 3 104,2-1-136,0-3 48,0 3 24,0 10-32,0-10-80,0-1 56,0 0-48,0 3 120,4-1-40,-2 5-8,0 5 64,1 0 48,-3-17-136,6 16 32,-3-10 16,1 10-64,-4 6 40,4-5-24,-1-10-32,3 11 16,0 1 32,-1-1 24,-3 2-16,2 0 32,1-1-96,1 3 208,-1-4-192,1 0 40,-1 4 32,1-4-224,8 4 224,-8 0-56,9 2 24,-15-1 8,0 2-32,5 1-88,1 1 88,-1 1 64,1-1-48,-3 3 16,-1-1 104,4-2-120,-1 10-8,1-9 24,-1 10-72,-1-9 72,-4-6 24,0 17-56,4-3 80,-4-1-24,0-6-72,0 12 48,-2-13-48,0 14-16,-2-14 144,2 11-32,-1-1 24,-3-10 80,3 13-136,-3-12 112,2 8-136,1-1 16,-3-9 64,6-5-72,-2 12-80,-3-7 104,-1 1 24,1 8-40,-1-10 88,4-2-96,-1 0 72,-3 2-48,1-1 40,1 0-72,-2-2 24,2-1-16,3-1 24,-5 0-56,3 0 48,-1 0-32,-1 0 16,-1 0-40,6 0 40,-2-3 16,-3-1-40,1-1-24,0-1 96,3 1-64,-3-10 48,2 11-24,0-1 120,0-10-136,2 9 8,0-12 40,0 18-40,-2-17-128,2 3 88,0-1 72,0-2-48,0 3-8,0 8 24,0-3 40,0-6-104,0 10 176,4-15-88,0 14 0,-4-10-24,0 12 32,4-2-168,-1-10 176,1 10-88,0-10 40,-1 12 8,-2 1 0,2-9-56,-3 9-24,4-1 64,-1-2 0,-3 1-40,4-1 72,0 1-48,-1 1 88,1 1-72,0 3-8,-1-4 24,-3 4-56,6-4-24,-2 1 160,1 3-104,-1 0 8,-1-4-64,-1 4 80,0 0-144,2 0 48,-1 0 160,1 0-88,-4 0 16,3 1 8,-2 0 40,2 1-128,-3-1 128,0 1-8,4 4-64,-4 1 8,0-6 24,0 5-32,0 9-120,0-9 136,-2 1 16,0 10-48,1-10 160,-3 11-112,0-3 48,-1 0-16,1-8-8,-1 9-24,5-14 56,-6 4-88,1 9 64,-1-8-32,0 10 32,3-10 0,1-3-32,-2 7 40,1-6-88,-3 3 32,2 6 72,1-8-24,2-3-32,0-1 104,-3 4-64,2 1 128,-1-1-136,1-3 24,0-1-16,2-2-40,-2 0-160,0 2 104,2-2 8,-1 0 40,1 0 32,0 0-24,0 0 64,0-4-88,0 1 72,0-1-64,0-2-16,0 1 56,0-1-88,0 1 72,0-12 16,0 14 0,3-12 8,-3 14-32,0-4-40,0-13-24,4 13 40,0-16-8,-4 16 32,2-4 0,-1 1 16,-1-6-56,0 10 64,0-13-16,4 12-48,-4-11 40,0 15-16,4-4-64,-4-10 88,3 11-48,-3-1 32,0-1 0,4 1-72,-4 1 40,0 0 64,0 4-40,4-3 16,-4 0 0,0 2 16,0-3-136,3 1 184,-3-1-104,4 4 80,-4 0-40,0 0-96,0 0 16,4 2 96,-4-2-8,0 1-8,0 0 72,0 1-104,0 3-8,0-1 8,0-1 32,0 1 0,0-4-8,0 6-8,0 1 64,0-1-56,0 8-16,0-10 48,0 1-72,0 10-40,0-11 88,0 11 16,-2-10-16,2 4 0,0-3 64,0-1-48,-2 3 112,2 6-144,0-8 16,0-1 24,0-5-24,0 8-144,0-1 112,0 0 48,0 8-56,0-13 24,0 0 16,0 2 56,0 1-96,0-3 168,4 2-104,-4-1-24,2 1 0,-1-2 32,3 0-168,0 1 152,-4-1-96,3 0-80,1 0-64,-3-2 224,2 2-400,-3-2-120,3 0-80,1 0-57,0 0-95,-2 0 752,-1 0-792,3-4-184,0 4-144,-1-4-217,1 1-127,1 3 1464,-4 0-1600,4-4-161,10-2-7,-11 1 8,10-1 407,-10 1-383,1 0 1736,6-5-4441,-11 10 4441</inkml:trace>
  <inkml:trace contextRef="#ctx0" brushRef="#br0" timeOffset="3780">567 3344 11706,'0'0'2713,"0"0"-617,4 0-768,1-4-496,1 4-263,0-4-145,8 1-40,-14 3 8,6 0 48,-3-4 32,3 0-24,-3 4-448,-1 0 464,4-4-80,9 1 48,-12 3-95,3-4-41,10 4-296,-16 0 280,4-4-144,13 4 56,-14-3 0,14-1-24,-13 4-8,1 0-160,6 0 184,-5 0-80,8-4 112,-8 4-8,16-3-32,-18 3-176,-3 0 224,21 0-88,-7-4-16,0 4 0,0-4 8,-1 1-40,-12 2-88,13-2 80,1 3-96,1-4 56,1 1 8,-1-1-24,-9 4-24,0 0 128,11-6-120,-3 3 96,5-1-88,1 0 16,-3 1-32,-16 3 40,19 0-88,0-4 200,2 4-136,-2 0 32,4 0-32,-20 1-16,13 0-56,3 1 16,4 0 16,2-1 64,-1 5-48,-8-5 8,-8 0 104,18 4-40,1 1 104,-3-1-112,3 1-24,-1 1-8,-28-7-24,27 6-88,4-1 128,-3 10-16,2-11 64,1 3-96,-21-4 8,9 1 32,13 4-64,0-1 32,-2-1 0,6-1 16,-10-1-16,-19-2 64,29 1-96,-2 3 136,3-1-72,-1 1 48,0-1 48,-31-4-128,28 2 0,3 1-16,2-2-24,-1-1 0,1 1 72,-18-1-32,-3 0 97,18 3-49,3 1 176,2-1-224,-5 1 8,2 1-8,-35-6 24,37 2-168,1 1 192,-1 1-48,1 2 56,-5-1-88,-24-3 32,15 2-8,10-2-64,1 1 144,1-1-48,-2 2-32,-14-3 8,-11 0 104,24 0-144,-1 3 152,0-2-104,2-2-56,-4 0 0,-30 0 48,29 0-64,5 0 24,-4 0 56,0-4 16,0 4-120,-18-1 88,3-1 40,14 2-56,-3-6-16,0 2 64,-1 4-48,-5-3 16,-18 3 16,22 0 0,1 0 120,-1-4-96,-1-1-32,0 1 24,-20 2-32,14-2-136,3 1 40,0-1 8,0 4 48,-1 0 56,-6-2-16,-8 0 104,16 2-64,-2 0 112,-1 0-176,-3 0-16,-2 0 40,-15 0 56,17 0-216,-2 0 88,1 2 112,-2-2-56,-10 0 0,3 0 16,4 0 56,-6 0-192,11 4 112,-12-2-8,10-2 8,-12 0 24,-3 0 72,6 0-96,10 0 88,-16 0-72,6 0-32,0 0 24,-6 0 16,5 0-97,1 0-7,-1-4 32,1 4 16,-1 0-32,-2 0 88,0 0-8,0 0-64,3 4 160,-3-3-208,1-1-40,0 0 160,-4 0-208,4 0-240,-4 0 192,0 0-56,0 0-16,0 0-88,1 0 416,1 0-432,-2 0-112,0 0 64,0-3 0,0-1-105,0 1 585,0 2-624,0-2-144,0 3-112,0-4-200,-2 0-201,1 1-271,0 2 1552,0-4-1832,-1 0-169,-4-1-15,4 1 95,1-1 497,0 4 1424,0 0-4673,1 2 4673</inkml:trace>
  <inkml:trace contextRef="#ctx0" brushRef="#br0" timeOffset="4887">4254 3283 8673,'0'0'1489,"0"2"47,0 0-1536,0 1 1184,0 3-352,0 1-111,0 0-129,0 1-32,0-3-560,0-3 544,-2 6-48,-1-1 88,-1 11-120,-2-12 0,1 12 24,4-14-488,-4 9 361,-9 5 31,8-1 24,-1 1 0,-8 0-40,12-7-376,1-5 392,-13 12-56,11 3 104,-3-7-136,-8 1 0,10-8-304,5-7 256,-8 19-168,-8-12 64,12 10 0,-3-12 8,-8 3 8,14-6-168,-2 1 193,-4 1-65,0-2-32,1-1 16,-1 1 8,-1-2 8,1 0-32,1 0 48,3 0-88,-1 0-40,2-5 56,2 4-72,-3-13-80,-3 10 24,1-1 56,-1-14-8,2 14 40,4-13 24,0 1 16,4 0 80,-4 1-176,4-4 40,-4 3-16,0 15-8,3-20-104,1 0 152,2 2-32,-1-4-8,1 6-8,-5 11 8,3-7 16,2-6-72,-1 2 88,1-2-80,-1 1 24,6 7 24,-7 8 16,0-13-48,-1 12 88,3-16-40,-1 16 16,10-17-48,-13 19 16,0 0-16,3-15-64,1 12 88,-1 1 24,1-12-56,-4 17 24,1 0 56,12-5-80,-11 1 160,1 4-152,10-4-8,-12 4 24,-2 0 16,4 0-176,12 0 296,-14 0-144,3 0 16,9 0-32,-15 1 24,0 0-152,5 5 96,-1-1-8,-1 10 88,1-10-40,-2 0 16,0-2 88,1 13-8,3-8-24,-1 10-24,-1-11-112,-4 14 32,0-21 48,0 14-56,0 3-72,0 0 208,0 1-48,0-2-48,0-8 16,0 5 128,-2 5-192,-3 6 80,1-6 32,-1 4-32,0-7-16,4-11 96,-14 12-64,12 10 136,-3-8-128,-10 3 56,10-5-32,3-15-64,-12 6-88,9 13 96,-8-4-8,8-8 56,-7 8-56,11-14 16,-3 4 120,-12 1-80,12 8 32,-12-13-48,12 3-48,-10-1 56,9-1-56,-1 1 152,-9-2-64,12-2-40,-4 0-96,6-1 56,-3-2-72,-10-2 8,10-1 88,-10 1 8,10-1-16,2-5-16,2 6 112,-5-1-136,1-10 56,1 10 8,1-14-64,-3 14 56,6 5-32,-2-22-16,0 7-48,-1 1 96,1-3-40,2-4 48,0 13-40,0-1 80,0-12-128,0 4 160,0 1-104,4-1-16,-1 3 8,-3 12 48,4-16-112,0 4 248,1-3-168,-1 2-16,10 1 0,-13 11 0,2-11-176,3 10 120,10-13 48,-12 12-16,1-9 88,-1 12-64,-2 1 72,3-15-16,1 14-32,9-3-120,-15 1 88,5-1 8,-5 6-56,17-4 0,-17 1-24,14-1 72,-14 4 16,6-4-24,0 4 16,3 0 64,-9 0-152,5 2 216,10 0-128,-15 0-8,4 2 8,-3-3 8,14-1-200,-15 4 336,6 2-184,-1 1 40,1 9-16,-6-15 16,3 4-192,1 11 104,2-8 64,-3 8 32,1-1-32,-4-7 24,0-1 56,4 8-64,-4-1 72,0 1-72,0 3-40,0-4 48,0-13-8,0 16-72,-4-3 64,-2 3 56,1-1-48,-1 1 24,1 1 0,-2 1-64,-1-3 104,3-1-16,-3-8 8,4 6-48,3-7 112,-14 1-112,13 13 80,-3-14-56,-1-1-8,1 3 56,4-8-72,-4 5-32,0 1-24,-1-1 48,1-1-8,-1 0-8,4-4 24,-1 1 88,-3-1-64,2 0 136,-1 0-112,-1 0-24,3 0-24,3 0 48,-6-3-152,4-3 200,-1-8-80,-1 10-24,0-2 8,3 2 0,-1-10-96,0 10 0,-4-14 32,4 3 80,1 10-16,0-8 0,0 4 64,1-6 0,0-2 0,0 3-64,3-5 16,-3 5-16,0 14 32,4-17-88,0 11 40,-1-16 32,1 8-32,0 8-8,-3-2 24,1-6 24,2-2-80,2 10 168,-1-16-96,10 16-64,-15-6 48,0 8-16,4 0-88,-1-1 160,3-1-56,-3-9 16,3 12-72,-5 2 56,3-2-128,0-1 40,2 1 40,-1 3 64,1-4-24,-3 4 8,-1 0 96,2 0-72,1 0 88,1 0-184,-2 0-48,1 0 120,-5 0-80,4 0-144,1 2 192,-1 2 32,2-1-8,-1 3 16,-4-4-8,2 1-24,0 3-64,1 1 72,0-1-24,-4 1 48,2 3-8,-1-5 104,3 0-120,-4 14 136,4-14-128,-4 10-24,0-10 40,0-4-8,0 6-104,0 7 56,0-8 128,-2 11-88,0-12 72,0 2-64,0 1 112,-3-1-168,-1 12 288,1-5-240,-2-8 32,2 10-24,4-14 88,-6 5-216,1 14 304,-1-14-144,-1 10 8,3-12-24,1-3-16,-7 3-112,8 3 48,-3-1 8,0 1 64,1-3 16,0-1-24,3-2 136,-4 1-32,1 1 16,-1-2-56,2 0-56,1-1-8,3-1 32,-6 0-104,3 0 16,1-3 72,0 3-56,0-6 72,1 4-32,0-1 48,-1-1-112,2-1 128,0-1-56,0-11 8,0 15-16,0 1 80,0-5-104,0-10 168,0 10-144,4-16-8,0 17-16,-4 4 24,3-22-144,1 17 80,0-14-8,1 5 32,1 10-16,-3-7 56,-1 2-24,2-7 56,1 12 8,1-17-104,-2 16 0,1-12 64,-5 16-72,4-13-96,1 11 144,-1-12-32,0 10-48,1 1 16,-4-2 88,2-6-152,1 9 16,-1 0 24,1 1 40,-4-3 32,3 4 40,-2 0 0,2-1-40,-3-1-56,0 4-24,0 0 40,0 0 8,0 0 72,0 0-40,0 0-48,0 0 32,0 0-16,0 4 72,0-2 0,0 1 24,0 3-80,0 8 232,-2-10-224,1 2 32,-1 0 16,2-5 24,-6 5-208,3 8 304,-1-8-88,0 10-40,-1-1 40,4-14-32,-2 4-80,-2 15 40,-1-4 80,0-8-32,3 12 24,0-17-32,0-1 112,-2 17-16,1-12 16,-1 12-16,3-12-56,-4 9-16,6-15-24,-3 4-16,-3 13-56,2-12 80,1 10 16,1-12-24,2-1 0,0 1 16,0 2-128,0 1 16,0-1-176,0-1-128,0-2 400,0-2-489,0 1-311,0 0 40,4-2-272,-1 0-224,-3 0-193,0 0 1449,4 0-1824,1-4-80,1 0-89,-1 1-15,10-3 359,-11-9 465,14 12-3337,-18 3 4521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1:59:49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3119 10882,'3'0'2120,"1"0"-2120,-4 0 1225,4 0-497,-1 0-256,1 0-144,0 0-96,-4 0 72,1 0-304,1 0 336,-2-4 0,0-1 168,0-1-72,4-10 0,-4 12-432,0 2 465,4-16-153,-1 1 136,1 1-120,-4-8-48,4 0 0,-4 22-280,3-24 96,1-5 32,0 0 72,-1-6-56,1-1 24,-2 20-168,0-7 208,3-21-120,10 0 104,-11 0-112,-1-3-8,2 7-72,-4 34 96,14-42-128,-12-5 176,3 2-112,8-2-32,-10-2 16,-3 42-16,4-33-144,15-16 144,-16-2 16,16-1 48,-6 1 48,-4 25-112,-5 14 104,12-44-40,-1-5 200,1 1-264,-1-4-48,-1 1 64,-15 77-16,17-77-248,-3-1 248,1 0 56,2 2-32,-12 3-8,3 44-16,4-15 32,-6-28-80,12 1 144,-12 4-112,9 3 0,-13 17 16,-1 36 24,5-45-160,8 0 256,-10 5-104,11 1-40,-12 1 64,-2 41-40,13-28-80,-10-7-16,1 5 104,10 3-24,-11 4-8,-1 15 24,-1 3 80,4-14-56,9 3-8,-15 5-24,3 3 8,2 3 0,-4 13 40,2-2 16,1-14-32,0 13 40,1-1-32,1-1-16,-5 5-16,1-1 64,4 2-72,-2-4 72,-1 4-32,1 0-48,-4 0 16,0 0 64,4 0-72,-1 0 32,1 0-16,-4 0-40,0 0-56,0 0 88,0 0-216,0 0-120,0 0-88,0 2-88,0 0-48,0-1 560,0-1-584,0 6-128,0 0-137,0 1-103,0 0-168,-2-1 1120,2-4-1320,-3 5-161,1 8-199,-4-10-40,2 12 367,1-10-479,2-5 1832,-2 16-4233,3-18 4233</inkml:trace>
  <inkml:trace contextRef="#ctx0" brushRef="#br0" timeOffset="1114">727 0 10290,'4'15'1296,"1"-7"-400,1 15-224,-3-4-104,-2-18-568,-2 18 505,5-1-89,-4 5 80,0-1-40,0 1-16,0-2 64,0-1-136,-2 0 24,-2 0-16,-1 2-56,0-3-320,4-15 368,-4 18-15,-1-2 47,-1 0-80,-8-2-32,10-1-24,1-12-264,-7 8 128,6-5 16,-3 12 0,-8-15-32,10 10 32,-5-11-144,6-2 136,-1 3-24,-10-1 56,10 0-48,-12-3-16,12-1-16,6 0-88,-16 0 32,8 0-56,-8 0 88,8-5-24,-8-1-40,14 0 0,-2-2 88,-10 4-104,8-13 144,-1 12-72,-10-15-24,14 15-32,2 4 72,-4-19-160,-1 3 88,1 12 48,1-19-40,1 6 40,1 3 16,0-2-136,0 1 136,2-1-64,0 3 8,0 5-8,0 3 96,4-9-128,-1-1 80,1 1-64,0 0 8,1-2 8,-5 16 24,6-5-24,8-16-64,-10 7 96,2 10-24,-1-12-56,10 12 128,-11-12-160,1 12 104,10-10-8,-12 11-24,12 1 64,-11-3-64,1 1 64,10 1-64,-11 0 16,1 4-16,1 0-32,10 0-8,-12 0 40,11 0 32,-12 2-24,0-1 0,0 0 72,12 3-88,-12-1-32,3 3 48,-1 1-40,8-1 40,-11-4 24,2 12 0,1-12 0,1 13-16,-1-10 0,-1 12 24,-3-13-32,2 7-16,0 5-24,1 1 16,-4-1 8,0 3 16,0-5 80,0 3-48,0-2 56,0 3-56,0-1-24,-2 0-8,2-16 40,-2 17-64,-3-1 0,-1-1 112,-1 1-32,-8-2-8,14-9-48,-1 2 128,-6 0-136,3 12 176,-1-13-48,-9 12-16,11-14-104,3-3 152,-14 15-176,10-12 72,-1 10-24,-9-11 24,10 1-8,4-4-40,-5 2 8,-9 0-24,9-1 0,1 0 64,-10-2 0,13 0-48,0 0 97,-3 0-65,-2-4-32,-1-1 32,3-1-40,-2-9 8,6 14 64,-6-3-8,1-14-32,-1 3 40,2 0-56,-1-1 8,5 10-16,0-5 32,-1-7-80,1-1 184,-1-1-80,0-2-8,2 7-48,0 8 80,0-13-160,0 0 136,0 1-88,0 1 32,0 0-16,0 16 16,5-17-72,1 1 32,-2 0 48,1 1 16,1 11 0,-4-4-24,1-2 56,3-2-64,8-1-48,-10 9 48,2-10-24,-2 13 32,-3 2 0,5-2 48,8-12 8,-10 15-32,2-4-8,8 0-16,-14 4 0,0 0-56,15 0 0,-15 0 48,5 0 16,10 0 24,-12 0-32,-2 0 88,14 2-56,-12 2 40,3 2-88,10-1-24,-12 1 16,-4-6 24,15 7-64,-12 9 0,3-10 64,-1 11-8,12-10 8,-16 1 0,2 4 64,2 3-112,10 0 40,-15 3 8,4 2-16,-2-6 16,-1-9 48,-1 17-40,0-4 24,0 0-16,0 1 32,0 1-8,0-16-40,0 12 24,0 1-72,0-1 16,-2-1 80,1 0-56,-3-8 112,-2 10-48,1-10 40,-1 10-48,1-12-16,0 9-32,4-13 24,-4 2-96,-3 1 192,1 2-128,0-1 8,-1 1 8,3-5-8,-4 1-80,5 0 48,-2 0 56,-1-2 24,-8 0-32,13 0-16,1 0 56,-7-4-32,3 1-56,-3-3 24,-6 1 24,8-12 24,6 16-40,-5-13 32,-10 9-64,13-15 48,-2 5-16,-1 9 0,2-5 0,0-2 104,0-1-104,-1-5 16,0 3 32,1-1-48,0 4 0,2 12 16,-1-5-72,0-14 64,1 5-32,-1-1 24,0 10 40,2-14-8,0 3-104,0 3 80,0-1-8,4 0-32,-4 13 32,0 0 40,3-14-32,1 10 40,0-8-64,-1 10 0,1-1 40,-4 4-24,4-4-64,-1-1-32,1 3 104,0 3-48,1-4 32,-1 4 64,1-4-104,1 4 24,-1 0-16,1 0 40,-2 2 0,-3-2 8,5 2-8,-1 0 32,-1 0-64,0 3 64,-1 1-88,-2-5 56,4 3-32,1 2-40,-1-1 24,1 1 80,-1 1-32,-2 1 0,0-1 72,2-2-40,-1 1-8,-1 14-24,1-14-16,-4 11 16,0-16-56,4 14 8,-4-10 80,0 12 0,0-12 40,0 12-8,0-15-64,0 3 32,-2 12-80,0-12 64,-2 10-24,1-9-16,0 4 24,2-6 72,-3 4-104,-1 8 136,-1-10-104,1 8 72,-1-8 8,6-5-80,-5 5-72,-1 9 32,1-11 32,-3 1-16,3 1 64,2-4-40,0 1 88,-2 3-80,-1-3 64,1-1-72,-1 2-32,2-2 32,3-2 32,-5 0-40,1 0 176,-1 0-120,1 0-56,1 0-8,3-1 16,-2-2-128,2-1 72,-1 1 56,-2-3 40,2 1-72,1 1 32,0 2 104,1-14-64,0 10 112,-1-12-104,1 12-40,0-12 40,0 17-48,0-4-104,0-15 24,0 15 112,0-17-64,3 7 0,-1 13 32,0-2 64,2-18-128,-1 17 24,3-14 16,-3 14-48,2-10 72,-4 11 0,4-10-56,1 8-16,0-12-24,-1 14-16,1-1 32,-6 4 80,3-4-80,3 0-64,-1-1 64,1 1-32,8-1-32,-14 4 144,0 0 24,4-1-112,0-1 56,1 4-32,1-4-56,-1 4 120,-5 0-40,6 0-56,-1 0 80,1 0 0,-1 2-40,1 0 48,-5-1 8,2 2-97,-3 0-23,3 3 88,-3-1-40,0 3 64,0-3 8,0-3 48,0 13-88,0-10 24,0 12 16,0-12-16,-2 10-8,-1-13 56,1 3-112,-2 3 80,1-1 32,1 1-56,0-5 24,0 1 64,-3 3-48,1-1-16,-2 8 40,1-10 0,0 1-40,4-4 56,-4 15-24,-1-14-8,3 4 24,-3 8-32,2-10 8,3-2-24,-3 3 0,-2 3-64,3-3-24,-3 1 104,3-1-8,1-1-8,2-2 96,-4 1-23,2-1-17,0 0-40,1 2-24,1-2 8,0-2 16,0 1-80,0-1 23,0 0 33,0 0 41,0 0-33,0 0 48,0 0-129,0 0 130,3-3-98,1 3 33,-4-3 16,0 2 24,0-3-152,4 1 56,-1-1-24,1 0 24,-4 4 40,0 0 32,4 0-88,-1-3-64,-3 3-24,4 0 0,0 0-24,-4 0 200,0 0-184,3 0-56,-3 0 56,4 2-136,0-1-40,-1 1 360,-3-2-408,0 6-192,4-1 72,0 1-104,-1-1-57,1-1-63,-3-2 752,2 1-840,2 3-80,-1 0-80,0-1-113,-4 1-71,2-3 1184,-1-1-1240,5 4-40,-1 1 279,10-2 225,-11 3-3377,-4-8 4153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00:07.82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789 184 9930,'0'0'1744,"0"-4"-336,0 4-1408,0 0 1009,4-3-265,0 3-232,-4 0-24,0-4-32,3 0 32,-3 3-488,0-3 552,4-2-144,-4 1 80,0-1-16,4 1-31,-4 1-441,0 2 520,0-12-128,0 10-88,0 0 16,0-1-64,-2-1-24,1 6-232,-2-5 240,-1-1-152,-1-9 104,-1 15 0,-1-5-24,3 2-168,1 0 240,-5 0-168,-6-1-8,8 0 40,-1-1 72,-8 0-176,13 4 184,-5-2 0,-13 3-72,5 0-24,0 0 16,-1 0 33,-1 0 7,-1 0-136,-3 3 48,3 3 40,-2 1-8,6-2-88,6-2 176,-11 4-64,-5 9-96,2-1-8,0 0 16,0 0 40,22-15-64,-22 14 112,-2 1-96,0 2 112,2 1-64,2 0-8,12-10-56,-4 5 112,-10 5-128,2 6 40,-1-2-8,1 4 40,4-8-56,12-12 32,-16 16-8,1 5-24,3-1 40,1 2-16,0-1 48,13-22-72,-10 18 48,4 6-88,-10 1 80,11 3-56,-8 0 80,12-15-64,0-5 112,-11 20-80,12-2-24,-4 1 8,1-3-24,1 0 8,4-27 48,-2 31-8,0-3-160,2 1 136,0 2-40,4-5 64,-2-20-40,2 10 184,12 9-256,-12 1 40,12-3 8,-10-1 8,10-6 16,-10-12 96,10 14-24,3 1-72,-3-1 32,5-5 0,1-1 0,-20-13-32,18 4 80,4 10-176,1-12 88,-1 3 0,2-1-32,-12-2 40,0 0 96,11-1-112,5-1-56,-1 1 56,-1-2 0,-4 0 16,-21 0 32,23 0 0,2-3-40,-1-3 0,-3-9-24,2 12 40,-20-1-8,12-7 48,8 5-160,-2-16 72,-2 8 24,1-3-8,-9 8 24,-7 3 88,13-12-24,-2 13-120,1-19 88,-3 3 16,1 3-8,-1-2 40,-1 5-192,0 0 88,-10 10-56,12-15 80,-16 17 0,2 0 112,2-15-208,12 14 96,-17-11-32,5 12 8,0-9 24,-4 9 56,2-1-56,1 1-56,-4-3 40,4 1 32,-4-1-16,0 5 0,0-3 8,0 0-128,0 0 64,0 4 40,0-3 0,0 0 16,0 2 80,-2 1-64,0 0-64,0 0 48,0 0-24,1 0 24,0 0 32,0-4 0,-1 4-128,0 0 128,0 0-56,0 0 32,2 0-8,-2 0 80,1 0-160,-1 2 8,0 0 88,2 0 16,0-1-32,0 0 64,0-1 32,0 1-152,0 1 48,0 0 32,0 0 0,0-2-24,0 0 56,0 0-128,0 2 56,0-2-8,0 0 32,0 0-8,0 0 56,0 0-24,0 0 8,0 0-168,0 0 264,0 0-160,0 0-80,-2 0 96,0 0 24,2 0-16,-2 0 88,1 0-176,-1 0 0,0-4 104,0 4-16,0-2 0,0 0 96,1-1-48,-3 3-112,0-4 72,0 4-24,-1-4 40,5 4-24,-6-3 64,1-1-120,-2-2 80,-1 3 0,1-3-32,0 4 8,-3-1 72,5-1-136,-10 0 40,10 1 40,-14-1-8,15 0-8,3 3 80,-18-5-32,14 0-72,-14 1 32,5-1 0,6 1-16,4 5 8,-14 0 24,11-4-136,-13-1 72,12 1 40,-8 0-24,13 2 24,0 1-32,-13 1-136,10 0-232,-9 0-192,10-4-144,-2 4 736,7 0-969,-8-4-207,3 4-336,-3 0-225,3 0-415,-1 2-345,4-2 2497,-1 0-2504,-3 2 367,3 0-3168,3-2 5305</inkml:trace>
  <inkml:trace contextRef="#ctx0" brushRef="#br0" timeOffset="588">2148 0 14539,'0'4'2736,"0"1"-1336,0 3-575,0-3-281,-2 1-144,0-1 32,-1 1-48,-1 9 64,-1-10 16,-3 2 96,-8 12 0,15-19-560,-4 5 537,-11 16-121,1-5-16,0 2-8,-1 5-64,6-11-328,1-1 424,-9 15-112,-2 2-120,-1-1 16,-1 3 24,4-2-232,14-21 144,-18 29 64,-4 3-88,3 3-80,-5 1 72,0 3-48,20-32-64,-11 19 120,-9 13-112,1 2-24,-1-4 88,-1 0-72,12-13 0,8-16 88,-17 30 40,0-1-160,3-2 72,-1-5 32,2 0-88,21-36 16,-21 34 56,0 0-200,2 2-8,0-4-40,3-2-120,10-17 312,-2 4-352,-6 7-320,8-1-64,-15 0-184,5-2-120,5-5 1040,9-13-1137,-2 16-319,-12-6-232,14 3-297,-5-2-351,1-8-225,6-3 2561,-4 10-2416,2-8 399,1 11-3056,2-17 5073</inkml:trace>
  <inkml:trace contextRef="#ctx0" brushRef="#br0" timeOffset="1424">2076 1109 12442,'0'6'3537,"4"-1"-792,2 2-1297,-1 0-1448,-5-6 752,17 2-288,-14 1-328,12-2 32,-11 0-32,10-2 64,-12 0-200,2 0 312,13 0-200,-12-6 120,13 1-40,-3-1-24,-3-7-168,-7 8 272,11-1-111,4-12-65,-1 1 24,-1 1-72,1-1-16,-17 15-32,14-14 32,2-2-200,-1-3 144,-1-1 8,1-2-32,-9 11 48,1 1 128,5-12-136,-8 0 8,16-4 8,-17 1-24,14 2 16,-17 22 24,12-26-40,-8 1-32,12 0-8,-3 1-40,-10-1-25,0 22 121,9-13-80,-10-9-176,1 0 56,12 3 32,-14-1 0,1 12 168,-2 6-32,12-11-72,-14 3-72,4-3 16,2 5-8,-3-1 40,-2 14 128,2-13-72,1 11-80,-4-3 120,0 1 0,0-1 40,1 5-8,1-2 80,-2 3-72,0 0-40,0 0 40,0 4-16,-1 1 8,1-4 32,0 4 32,-2 14-24,0-14 24,0 12 16,0-10 56,2-4-136,-2 11 152,2 0-40,0 3 40,0-3 32,0 3-24,0-7-160,0-2 240,0 9-56,0 1-104,0 1 32,0-3-16,4 2-96,-4-17 73,4 17 7,-1 0-64,1 1 56,0-4 32,1-8 0,-3-1-104,2 6 144,11-6-176,-12 12 24,12-12 32,-11-1 8,0-1-32,-3-2 56,14 3 24,-10 1-112,12-4-40,-12-1 96,17 1-96,-20-2 72,11 0-24,4 0-104,1 0 64,0-14 56,5 10 8,-11-4 0,-1-1 88,13 4-152,2-17-48,0 5 24,0-3-40,-2-1 128,-21 18-89,27-19-7,-5-4-80,1-3 72,0 1-8,-2-1-32,-19 22 144,14-14-144,1-4-112,2 1 16,-4-2 56,1-2 72,-9 13 112,-4 6-72,9-16-24,0 3-80,-10 0-24,14-1 40,-14 1 32,-5 22 128,15-22-80,-12 4-120,3-2 96,9 1-40,-12 3 48,-1 9 96,0-3 8,2-6-104,-1 10 104,-3-10 0,0 12 24,0 1-32,0 2 48,0-4-64,0 5-32,0 0 32,-1 0 48,-5 0-16,1 2 48,-1 3-96,-9 12 56,10-3 16,-12 1 24,13-3-64,1-4 152,-19 11-32,5 5-24,-1-2 72,0 2 24,0-1-192,17-21 216,-15 24 32,-3 5-64,1 1 48,-1-1 8,1 2 8,12-22-248,-6 9 248,-7 15-160,1 2 16,1 0 8,-1 1 32,7-9-144,7-19 144,-12 23-15,1 6-73,-2-3-136,1-3 144,1 6-88,13-35 24,-11 25 16,8 4-8,-12 0 0,10-1-8,-10-5 0,15-12 0,-1 0 112,-12 10-136,13 1-16,-3-2-112,-1-2-73,3-2-111,-1-3-72,2 1-112,0-10-80,2 12-24,0-15-96,0 0 720,0 5-872,6-4-273,-1-1-231,1 1-104,9-3-193,-13-1 1673,-1-2-1792,16 2-8,-2-2 135,-1 0 481,5 0-3281,-19 0 4465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00:10.29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670 241 10370,'0'2'4185,"0"0"-2601,-2 2-776,2-3-808,-1 3 464,-3 2-336,-2-1-120,1 1 16,-10-1 88,12-1-112,1-2 272,-15 3 80,2 1 24,1 1-7,-5 8-81,4-10-288,14-4 200,-16 6-64,-1 9-104,1-10 64,-3 11 8,2-10 16,11-1-120,-5 4 112,-6 5-152,1-8 16,1 12 16,-3-4 16,7-10-8,8-3 120,-15 16-64,3-3-80,-1 0 0,1-1-152,-1-6-80,16-6 256,-12 14-408,-2-10-257,0 8-63,8-8-128,-10 9-152,15-14 1008,-1 1-1104,-5 4-209,1-1-199,0-3-48,-1 0 23,3 0 1537,5-2-1216,-6 0 416,3 0-3465,3 0 4265</inkml:trace>
  <inkml:trace contextRef="#ctx0" brushRef="#br0" timeOffset="1">242 111 14043,'0'7'3128,"4"12"-1455,-1-5-721,3 1-368,4-3-584,-6-7 400,-4 9-96,6 5-40,-1-5 72,1 5 152,-2-3-48,-4-14-440,3 15 472,1 1-168,-4 1-55,4-1 15,-1 2-72,-1-10-192,0 0 224,-2 12-112,0 2-80,0-2 16,0 4-64,0-5 16,0-18 40,0 19 8,0 0-80,0 2 112,0-2-88,-2 2 48,1-18-40,-1 10 48,-4 4-216,2 1 8,1-5-32,-1 1-72,2-8 264,0-4-216,-3 3-185,3 10-247,-2-12-64,2-1-136,1 1-96,1-6 944,-2 2-1024,0 1-257,0-1 1,0-2-80,2 0-33,0-2 1393,0-1-1352,0-3-176,0-14 56,4 14 215,1-14 329,0 7 928,-4 9-4305,-1 4 4305</inkml:trace>
  <inkml:trace contextRef="#ctx0" brushRef="#br0" timeOffset="2">435 1 15955,'0'18'2224,"0"-1"-951,-2 3-513,0 2-336,2-18-424,-2 10 392,-3 8-176,1 2 56,-1-2 160,-1 2-32,3-8-400,1-6 528,-4 14-120,1 3-151,-1 1-73,-1 0-72,-1 1-40,8-28-72,-7 27 104,2 4-104,-1-1 24,1 2 48,-1 0-48,4-19-24,-2 7 136,1 10-120,-3-1 0,4-3-64,-3 1-72,2-8 120,2-14-168,-2 19-168,-3-1-209,4-4-95,0-1-72,-1-1-168,2-16 880,0 4-992,-3 12-305,2-11-143,2 10-176,-2-12-185,2-2 1801,0 0-1856,0 1-112,0-3 351,0 1-279,6-2-2513,-6 0 4409</inkml:trace>
  <inkml:trace contextRef="#ctx0" brushRef="#br0" timeOffset="3">595 414 13570,'0'6'3633,"0"-1"-3633,0-3 1633,0 15-633,-2-10-488,0 10-208,0-12-160,-3 2-24,4-5-120,-5 4 176,-11-1-104,10 1 168,-14-1 16,5-1-24,6-2-232,3 0 296,-11 0-112,0 1-120,-5-3 24,3 0-64,-1 0-24,20 0 8,-21 0 8,0 0-40,-2-5 40,0-1-24,2-8 8,14 12 0,-10 0-24,-6-2-216,1-1-48,-1-12-128,2 13-216,6-7 632,10 6-696,-18-1-264,3-8-297,-1 8-271,4-14-424,-2 5-449,18 13 2401,-16-12-2272,1 8-2905,17 6 5177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954 216 9337,'0'0'1513,"-1"-4"55,1 4-256,0-3-367,0 3-289,0 0-200,0 0-168,0-4-48,0 0 40,0 1 16,-1 2-296,0-4 384,-1 0-24,0-1 16,0-9 24,0 12-47,0 0-353,1 0 360,-3-12-56,-1 12-96,1-1-16,-2-11-16,1 12-176,5 3 160,-8-15 16,1 11-32,2-1 16,-3-12-24,-6 17 0,12-2-136,0-1 136,-5-3-64,-10-9-8,11 12 0,-8-3 24,10 2-88,2 3 104,-5-3 16,-10-1 0,12 1-40,-10 0 16,10 0-24,-10 1 24,9-1-16,-10 0 24,10 1-8,-10 3-8,13 0-88,0 0 128,-13 0-64,10 0 8,-10 0 40,8 0-56,-8 0-56,14 0 104,-13 0-48,10 0-32,-14 2 48,14-1 8,-14 3 24,16-3-104,-8 2 72,-4 0-32,0 3-24,1 0 49,-1-1 47,5 4-112,3-3 96,-7-3 0,-5 5 0,3 6-56,1-8 80,-2 9-24,17-15-96,-16 7 72,-1 10 24,1-12-48,-1 12 48,1-3-16,10-11-80,-3 2 96,-8 15-72,10-13-16,-11 12 56,3-12-56,9 6-8,5-9 80,-18 3-8,12 13-56,-12-5 40,12 1-8,-10-1-16,15-12-32,-1 9 80,-14 4-80,10 3 48,-9-3-40,10 3 0,-3-8-8,1-2 96,3 9-16,-10 3-24,10-1 56,-3 0-24,1-3-88,7-16 80,-7 20 48,-1-1-64,1 0-16,1 2-32,1-3 32,4-14-48,-2 8 56,-2 7-24,-1-1-8,2-1 0,3 0-8,-1-5-16,2-7 48,-4 8 24,0 3-40,3 0-16,-1 1 56,0-1-80,0-1 48,2 1-64,0-3 32,0 3 32,0-2-8,0-8-32,0 2 72,0 10-80,0-5 64,4 5-24,-1-3-8,1-2-24,-4-11 32,4 15-40,1-1 16,1-1 16,10 1-16,-12-1 32,11 1-56,-10 1-8,14 1 56,-14-3-32,17 1 16,-7-1 40,0-1-40,-1 2 8,3-1 40,0-1-56,1-8-8,-18-7 0,20 17 8,0-10-64,1 10 72,-1-12-8,2 2-56,-14 0 48,6 3 48,8-4-128,2 1 112,-2 0-16,2 1-24,-7-4 8,-12-3 16,19 6-56,0-1 40,-2-2-24,4-1 40,-3 1-48,-19-4 32,16 2-8,6 2-40,-2-3 16,2 1 48,0-2-24,-12 0 8,-3 0 48,15 0-8,2-3-48,-3-1 0,3 0 8,-3 1 0,-23 3-56,26-4 32,1-2 56,-3-8-64,2 8 88,-2-10-32,-19 14-24,9 0-56,8-17 16,0 14-16,0-15 8,-2 5 48,0-2 40,-1 1-72,-1-2 112,0 1-96,2-3 8,-4 1 64,-16 18-56,13-18-48,2-3 40,-3 2 8,-8 0-16,14-1 40,-17 12-24,0-2 64,13-9-48,-12-2 0,1 2-48,10-1 40,-12 4-8,-2 12-16,2-15 8,3-2-40,-2 0 40,-1-2 8,1 0 24,-4 19-24,0-14 32,0-5-112,0-1 56,0 1 16,0-2-16,-2-2 80,-3 1-72,-1 1 40,-9-1 0,10 4-48,-14 1 32,19 22-8,-5-22-40,-15 2 0,3-2 40,1 2-24,-3 0-24,12 12 48,-6-5 24,-7-3-96,-4-1 80,2 1 0,0 1-8,3 2 0,14 9 16,-17-10-24,-2 8-8,2-16 8,-2 17 32,4-17-24,-2 16 8,1-12-72,1 12 64,0-12 0,3 12-16,8-3 16,0 2-8,-6 1-96,-1-12-56,1 12-32,8-8-16,-10 10 208,15 4-208,-3-17-40,-12 14-72,12-3 8,-10-9-88,9 12-40,2 1 440,-6-2-497,4-1-175,-1-1-64,-1 1-136,3 1-128,0 1 1000,3 2-1064,-6-2-169,3 3-119,-3-4-72,3 0-121,-1 4-63,1-3-32,-1 3 247,1 0-3432,5 0 4825</inkml:trace>
  <inkml:trace contextRef="#ctx0" brushRef="#br0" timeOffset="1">381 468 10642,'0'2'1840,"0"1"-288,0 1-503,0 0-289,3-2-240,-2-2-520,-2 3 376,5-1-40,-4 0 24,0 0 64,0 0 64,0-2-488,0 1 537,0 1-25,0 2-56,0-2 16,0 0-56,0 1-416,0-3 392,0 4-32,0 2-32,0-1-32,0-1-24,0 1 24,0-4-296,0 4 256,-2 0-32,0 1 25,1-1-57,-1 3 24,1-4-216,0-1 264,-1 12-40,0-10 40,0 3-32,-1 8-104,-3-10-128,6-6 144,-3 18-40,-1-11-32,0 12 80,0-12 24,1 10-40,1-12-136,-2 4 184,1-1-56,-3 12-88,1-5 152,-1-8-104,3 7-88,2-10 104,-2 2 96,-3 12-168,3-12 64,-1 14 56,0-5-64,4-14-88,-4 3 120,1 15-48,1-14-40,-2 10-16,1-10-16,1 3 0,0-1 72,-2-1-16,2 1 24,1 10-48,-1-14 8,0 4-40,2-6 24,-2 6-32,0 0 88,2-1-32,0-1-32,0 1 24,0-5-40,0 3-32,-2 2 8,2-1 24,0 1 0,0-2 40,0-3-40,0-1 48,0 2-32,0-2-56,0 2 48,4-2-40,-4 2 72,0-2-40,0 2 64,4 0-96,-1-1 40,1-1-48,0 0 32,-3 0 8,1 0 24,2 0-32,-4 0-16,6-3-16,-3 3 16,2-3 24,-4 2 16,4-3 0,1 4 8,-1-3 8,-1-1-32,2 4 0,-5-1 0,3-2 24,2 0-88,-1 3 64,1 0 24,-1-4 48,4 4-72,-3 0 32,-6 0-16,5 0-56,1-4-16,-1 4 104,1 0-48,-6 0-32,15-3 56,-12 3-104,3 0 56,9 0 48,-12 0-40,-1 0 16,2 0 80,1 0-120,12 0 0,-13 0 72,10 0-8,-11 1-24,-2 0 64,14-1 24,-10 1-56,12-1-40,-12 2 0,14 0 8,-19-2 0,5 0-16,12 2-40,-12 0 56,15 0 24,-5-1-16,-12 1-8,0 0 96,19 2-96,-17-1 0,14 3 24,-14-2-40,12-1 16,-16-3 24,14 4 41,-9 0-33,12 1 16,-12-1-24,12 1-64,-12 1 40,10-2-40,-12 1 40,10 1-24,-10-1 56,6-2-32,-5-2 56,-1 4-56,1 1-8,10-1 0,-15 1-8,5-1 16,-4-4 0,4 2 32,0 3-72,1-3 96,-3-1-16,1 0-16,-2-1-24,0 0 56,2 1-104,-1-1 56,1 1-8,-4 0-32,3-2 32,-2 0-8,2 2-56,-3-2 56,0 0 16,0 0-48,4 0 48,-4 0-8,0 0 16,0 0-56,0 0 48,0 0 16,4-4-48,-4 4 24,0 0 48,3 0-8,-3-3-40,0-1 16,0 4-24,0-4 8,0 4-8,0-3 8,0 3-48,0-6 56,0 1-8,4-1-16,-4 4 16,0-1 72,0-1-136,0 0 48,0 0 40,4-1-88,-4 1 64,0 2 64,3-3-56,-3-1-32,0 1 48,4-1-16,-4 1 0,1 4-8,2-4 16,2-11-56,-1 12 40,1-1 8,-1-10-24,-2 13 16,0 0 40,1-13-48,1 10-24,2-15 32,-3 16 0,2-11 0,-4 14 8,4-5-24,1-12-32,-1 12 56,-1-14-32,2 14 24,-5 1 0,3-8 56,0 7-145,-1-14 98,1 17 7,0-14-24,-2 13 8,-1 2 64,3-14-96,0 12 40,-1-12-24,-3 12 40,0-1 16,1 4-40,2-13-32,-3 10-8,0-1-1,0-1 9,0-9 56,0 15-24,0 0 49,0-3-73,0-1 7,0 0-47,0 1-56,0 3 120,0 0-96,0-4-88,0 0 24,0 4-64,0-3-96,0 3-32,0 0 352,0 0-480,0 0-40,0 0-40,0 0-16,0 0-64,0 0 3416,0 0-6289,4 0 2657,-4 0-184,0 0-192,0 0-129,0 0-279,0 0 1640,0 0-1904,0 0-193,4 1-79,-4 1 471,3 0-3304,-3-2 5009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41 8065,'0'0'744,"0"0"153,0 0-897,0 0 920,0 0-176,0 0-64,0 0-120,0 0-112,0 0-8,0 0-72,0-4-39,0 0 39,0 1-32,-2-1-72,1 2-264,0 0 320,-1 2-120,2-3-16,-1-1 32,-1 4-56,2-3-160,0 2 176,-2 1 8,2-3-88,-2 3-24,2 0 16,0 0-32,-1-2-56,0 0 88,1 2-40,-2 0 16,0 0 48,1-4 24,-1 4-136,2 0 192,0 0-16,-2 0-16,0 0 56,0 0-72,0 0 24,2 0-168,0 0 152,0 0-56,0 0 145,0 0-57,0 0 48,0 0-1137,0 0 2042,0 0-985,0 2 40,0 0 32,0 2-40,0-3-184,0-1 232,0 4-8,0 0-80,4-1 72,-4 1-24,4 0 8,-4-4-200,3 3 184,1 1-56,2 0 0,-3-2 48,1 3 24,-2-3-200,0 0 192,1 1 0,1 3-64,2 0-24,-3-1 48,3 0-152,-6-4 152,5 4 17,1 1-1,-1-1 16,10 2-40,-15 1 24,2-3-168,2 5 152,1-7-32,10 5 48,-12 6-56,3-8 72,6-1-184,-7-3 168,-2 13-80,12-10 64,-11 10-56,12-9-48,-10 14 72,-6-18-120,16 1 96,-10 16-56,12-12 120,-12 10-32,14-10-64,-13 2-64,1 0 128,-3 6-88,17 0-48,-7-8 96,0 12-16,-10-13-72,-5-5 56,22 21 40,-7-15-64,-10 15-24,17-7 8,-7 0-48,-11-10 32,7 6-16,-6 4-8,16 2 32,-7-3 56,-8 3-40,7-8-24,-6-3 56,-1 8-24,12 1 8,-12 0-56,12 1 8,-14-8-32,-4-8 40,18 22-32,-13-8-16,12-6 80,-13 12-16,12-5-8,-14-13-8,0 1 56,3 14-96,10-12 104,-11 3-104,-1 8 40,2-11 0,-4-4-24,5 13-80,-1-8 112,1-1 0,-1 1-8,-1 1 0,-3-5 0,-2 2-24,4 1-56,-3-1 32,0 0 32,4-2 8,-4 0 8,0-1 0,0 3 8,0-2 24,0 0-32,0-2 0,0 0-40,-2 1-8,0-1-8,1 0 0,-3 0 80,0 0-64,3 0 40,-1 0-24,-2 0-56,-2-3 72,1-1 48,-1 0-56,2 2 16,3 1 56,-5-5-104,-8 1 32,10-10 16,-2 11 8,-8-10-40,12 12 32,-2 0-56,-3-15 0,-10 12 32,12-17 0,-12 16 24,13-5 0,1 0 16,-16-5-48,12-3 40,-15 1-40,7-2-8,1 3 40,12 15-56,-15-18-24,1 0 8,-5 1-8,3-1 24,0 2-32,-3-2 0,3-3 0,-4 3-8,2 0 40,-2 0 8,8 8 48,7 5-24,-15-9-32,2-1 24,4 1-24,-3 1-8,3 10 16,15 4 48,-15-19-88,1 15-48,1-12 48,-1 12 8,8-1 16,-1 0 64,-3-3-16,4 6-56,-8-3 96,10 1-48,-10 1 24,9-1-8,1 1-64,-10 0 72,13 1-24,-3 3 24,-1-4 8,5 3-8,-3-2-24,-2 0-56,3 3 80,-1-4-40,2 0 16,1 2 24,0 0 64,-2 2-64,1-3 24,-2 3-32,0 0-16,3-4 24,1 4-8,0 0-24,0-4 32,-2 4-8,2 0 0,0 0-8,0 0 16,0 0-8,0 0-32,0 0 32,0 0 16,0 0-24,0 0 32,0 0-32,0 0-8,0 2 16,0 0 0,3 0 16,-2-2-8,-2 2 24,5 1-72,0 1 40,-1 2-32,1-1 16,-2-2 24,0 0 32,1 2-40,1 1 40,0 1-8,1-1 8,0 7-32,-4-12 16,4 1-32,1 4 24,-1 10-48,12-10 48,-13 1 32,-3-2-40,3 7-16,13-7 8,-12 10-32,10 0 32,-10-10 24,8 7-16,-7-6 72,-1 2-40,12 10 0,-12-10-16,17 14 32,-7-6 32,-14-15-80,15 15 48,0 0-16,1 3-16,1-1 24,1 0-8,-12-10-32,4 3 64,7 7-16,-1 1-48,1-1 16,1 0 0,-5-4-16,-10-11 24,15 17 32,-3-1-40,1-1 16,-1 0 16,-1-1-8,-12-14-40,10 9 56,-7-5-32,14 11 0,-16-10 32,11 10-48,-12-15-8,-1 0 48,4 4-40,10 8 24,-12-10 0,0 10 0,1-10-32,-5-5 0,6 8-72,-3-3 16,1 1 48,0-1-24,-4 1 48,1-5-16,1 2 16,-2 0-80,0-1 40,0 0-40,0 0 32,0-2 32,0 0-48,0 0-16,-2 0 8,-1 0-40,-3-4 48,3-1 0,2 4 48,-4-2 0,0-3-40,-3-10 32,-7 12 16,12-11-40,-1 13 32,0-1 0,-10-16-72,8 5 8,-12-3 16,10-1 0,-9 2 48,14 13-8,-13-19-32,-3-2-8,1 2 48,-1-3-16,-3-1 0,17 20 16,-12-12-40,-7-6-56,1-2 8,-3 1-8,2-1 48,7 9 48,8 8-49,-15-15-39,0 0 64,2 0-64,-2 1-16,4 0 24,19 22 80,-20-18-176,1-1 24,1 2 40,-1-1 16,2 1 32,11 11 64,-3-1-56,-6-7-72,1 10-8,8-13 80,-12 14-8,15-1 64,3 4 0,-16-4-16,12-1-56,-12 1 16,12 1-8,-3 0 8,7 4 56,-5 0 0,-1 0-32,-1 0 0,3 0 48,-1 0-24,4 0 8,1 0 56,-1 2-64,0 2 80,0-2-56,0 3 0,2 1-16,0-6 64,0 5-72,0 10 24,0-11 16,0 1-8,6 3 32,-4-3-56,1 4 112,3-3-56,-1 1 80,12 10-24,-14-12-56,9 8-56,-9-9 160,1 3-104,11 12 24,-10-5 48,12-6-72,-12 12 48,-4-18-104,18 11 56,-4 1-56,0 3 96,-1-1-24,1 3 32,-6-11-104,-1 0 113,8 11-49,-1-1 0,2 4 8,1-2-24,-5 0-48,-11-18 64,14 20 16,1-1-16,-1 1-8,1 0 0,-1 2-8,-11-18-48,7 10 24,5 6 32,-3 0 16,3-2-24,-3 0 24,-4-8-72,-5-5 104,10 9-24,0 3 8,-10-5 16,15 1-48,-16 0-32,-4-15-24,17 7 48,-14 12-64,3-14 72,-1 1-40,1 1 0,-4-4-16,1 1 24,3 2-56,-1-1 48,-1-1-16,-4 0 8,3-3-8,-2 0 0,-1 0-16,0-1-8,0 2 0,0-2-40,0 0 64,0 0-64,0 0-32,0 0 48,-2 0 16,0 0-8,-1-2 40,1 1 8,-4-3-56,0-2 48,-1 1-88,-9-10 40,10 12 48,6 2-72,-15-15-8,8 10 32,-10-12 0,1 3 16,-1-1-24,1-1 32,-3 1-40,1-3 16,0 1 0,-3-4-24,8 5 72,8 12-88,-15-17-16,0-4-24,-1 2-17,1 0 57,-2 0-16,20 22 104,-18-18-96,0-2-16,0-2 0,-1 2-8,3 0 16,8 11 104,0 0-56,-11-11-72,3 2 56,0-1-16,-1 1 24,4 4 64,14 14-64,-16-17-8,-1 3 56,3-1-40,-1 1 0,1 1-8,7 0-32,-12 10 8,13-15 80,-11 14-8,12-10 32,-5 13-16,5 2 72,1-5-40,-2 1-64,-1 1 32,3 1-16,-1 3-8,6 0 24,-3 0 56,1 0-64,0 0 16,0 0 32,2 1-56,0 1 16,0 0 24,0 4-56,0-1 80,0 2 8,4 1-24,-1 5-32,-3-10 104,4 3-48,2 9 32,-1-8 24,12 11-16,-14-3-8,0-12-88,11 11 128,-9 0-56,14 1 24,-5 3 24,1 1 0,-6-7-120,-3-2 128,10 12 8,1-2-56,1 4-8,3 0 9,-2 0-81,-18-22 72,21 29 16,-2-2-72,2 1 64,0 1-24,2 0 8,-16-20-64,6 10 88,10 8-80,0 2 32,0-1-16,-2-5 32,0 5-8,2-3-8,-4 1-40,2 0-16,-3-3-32,1-3 16,-18-20 32,14 18-40,3 2-40,1-1 40,-4-3-96,1 1-32,-9-11 168,1 0-233,-4 7-111,15-8-48,-5 10-120,-11-12-112,11 9 624,-12-11-736,1 2-152,10 1-160,-10-1-233,2-1-247,-1-2-160,-3-2 1688,2 2-1865,10-2-95,-14 0 391,6-4-3432,-6 4 5001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15 8737,'0'-3'881,"0"3"47,0-4-96,0 4-96,0-2-736,0 0 664,0 2-112,0-3-72,0 3-63,0 0 15,0 0-24,0 0-408,0 0 416,0 0-32,0 0-16,0 0-16,0 0-32,0 0-2160,0 0 4032,-2 0-1912,2 0 56,-2 1-40,2 1-32,0 0-264,0-2 256,0 4-63,0 0 15,0 1 16,0-1 16,0 1 0,0-4-240,0 4 216,-2 0-24,2 3 16,0 6 64,0-8-40,0-2-232,0-1 288,-2 16-32,2-14 24,0 14-56,0-5-8,0-7-216,0-6 200,0 19-104,0-5 64,0 1 8,0 1 0,0-1 0,0-10-168,0 7 136,0 5-56,0 0-40,0 3 41,4 1 39,-4-7-120,0-8 112,0 17-24,0-2 72,4 3-160,-4 1 96,0 2-32,0-28-64,3 27-48,-3 3 80,4-1-40,-4 1 16,4-1 0,-4-14-8,0-1 48,0 16-40,0-3 80,0-1-72,0 0-24,0-5 8,0-18 8,0 19-48,0 0 136,0-2-88,0-1-32,0-3-48,0-11 72,0 8-104,0-5 56,-2 12 40,2-13 40,-2 8-8,1-11-24,0-2 48,-1 3-40,0 3-80,1-1 0,-1-2-48,-2 1 48,4-6 72,-2 2-24,-1 0-128,1-1 88,0-1-56,0 0-49,1 0 169,0 0-112,1 0-96,-2 0 184,0-3-200,2-1 16,0 1 208,0 2-192,-1-4-192,1-1 304,-2-8-160,2 10 8,0-14 48,0 17 184,0-4-288,0-13 120,0 3 80,-2 0-8,2-3 32,0-1 64,-2-1-88,2-4 24,0 0-40,0-1-8,-2-1 112,2 24-120,0-25-8,-2-5-24,2 1 32,-1-2 24,1 0 0,0 23 96,0-11-56,-2-11-80,0-1 88,0 2-32,0 0 24,0 9 56,1 12 32,-3-19-64,0 0 96,2 1-64,1 4-16,-3 0 8,3 22 8,0-14-64,-1-6 48,-1 5 48,1 1-24,-2 1 0,3 7-8,0 1 24,-1 2-24,-1-10 8,1 11 0,0-1 8,0 0-16,2 4 0,-2-4 16,0 1 8,1 0 8,1 4 40,0-3-8,0 2-64,0 1 48,0 0-16,0 0 8,0 0 8,0 0 40,0 0-344,0 3 584,0-2-288,0 1 24,0 2-24,0 1 24,0 1-8,0 1-32,0 1-16,0 6 40,0-8 0,0 9-8,0-12-40,0 1 64,0 13-64,0-10 56,3 13-24,-3-5-24,0-2-8,0-10 8,0 16-64,0-1 80,0 2-40,0 2 32,0-1 40,0 4-48,0-1 0,0 4 16,0-2-16,0-1 16,0-8-24,0-4 40,0 14-16,0 5 24,0 1-48,0 0 24,0-1-24,0-31-8,-2 32-8,2-4 40,-1 3 0,1-3 8,-2 1-48,2-22 16,0 11-24,0 7-32,-2-2 192,2 0-128,-2-2 8,2-7-16,0-10 80,0 13-200,-2-1 248,0-1-120,1-8-8,-1 10 8,2-16-8,-2 2-88,0 14 64,0-12 32,2 1 32,-2-1-48,1-4 8,1 1 32,0 1-56,0-2 88,-2-1-112,0-1 0,0 0 48,2 0-48,0 0-144,-2-3 184,0-3-80,1-9-56,-1 12 16,1-2 128,0-9-160,1 9 32,-2-15 80,0 5 0,0-2 24,1 5 24,0 6-8,0-16-56,-1 0 136,0-4-152,0 0 40,0-1 8,2 26 32,0-28-160,-2 0 48,1-2 80,-1-2 0,2-2-16,-1 20 48,0-5 32,-1-17-120,0 0 152,-1 0-104,-3 4-56,2 7 96,3 19-64,-5-26-169,1 0 129,-1 0 0,0 2-16,-1 1 0,6 25 120,-3-19-128,-2-2 16,1 2 64,-1 2 8,1 2 16,1 9 24,2 2 32,-4-8-8,1 1 0,-1 1-8,3 9 0,-1-7-16,4 12-16,-4 1 32,3-6 16,-1 2 8,2 1 56,-2 3 56,2 0-152,0 0 160,-2 0 16,2 0 105,0 0-81,0 0 16,0 1-216,0 0 224,0 2-96,0 3 32,0-3-80,0 3-16,4-1-64,-4 1-8,3 1 8,-3 10 0,4-12 56,-4 3-56,0 0 0,0 0 64,4-2-40,-4 12-24,0-3 56,3 0-40,-3 1-16,0-14 0,0 16 8,4 1-32,-4 5 32,0-2 24,0 4-16,0-19-16,0 13-8,0 8-48,0 1 16,0 1 32,0 1 8,0-14 0,0-3 32,0 19-8,0-2 120,0 3-120,0-1 0,0 0 0,0-33-24,0 33-96,0-2 48,0-3 72,0-1-16,0-3 0,0-14-8,0 4 96,0 6-88,-2 2 96,0-1-24,-1-7-24,1-2-56,2-9 40,-2 3-32,0 1 96,0 8-104,1-12 48,-1 3-16,1-5-32,0 5-48,-3 0 32,2-5-8,1 1 8,1-2-24,0 0 40,0 0 40,-2 0-24,0-3-32,0-1 0,0-2-64,0-8 80,2 14-88,-1-4-32,-1-14 32,0 12-24,0-14-48,-2 3-24,4 12 184,-2-6-240,-1-8-32,1-1 160,0-2-96,-2 2 8,3 4 200,1 10-160,-2-16-145,0 0 249,0-4-128,0 0 40,0 0 16,2 23 128,-1-21-256,1-4 128,0-1 24,0-1 8,0 1-8,0 14 104,0 1-64,0-16-48,-2 1 32,2-1-16,0 1-8,-2 3 104,2 23-72,-2-23-32,0-2 48,0 2 16,-1 1 8,1 1-24,1 18 56,-2-12-72,0-4-24,-1 0 8,-2 2 80,3 3 0,0 5 8,2 6 0,-1-11 16,0 1 8,-1 10-48,-3-11 16,2 12-8,4 5 16,-3-4-64,-1-1 48,2-1 48,0 3 0,1 3 8,-1 0-40,0 0 104,0 0-48,0 0 16,-1 1 56,1 1-16,0 3-112,2-4 128,-4 4-8,2 3 0,-1 6-32,1-8 40,-2 12 24,4-15-152,-2 9 112,-1 4 32,1 3 24,-2 1 24,2 2-8,1-9-184,0-2 160,0 13-56,-1 4-32,0-3-32,0 5 0,2-2-40,0-27 32,-2 32-32,2 0 88,-2 0-72,2 2 1,0 2-1,0-24-16,0 11-33,0 13 41,0-4 81,0 2-65,0 0-16,0-12-8,0-15 48,0 27-64,4-4 232,-4-1-96,0-3 8,4 1 0,-4-25-128,0 19 0,0 1 56,3 0 24,-3 0-8,4-7-16,-4-7-56,0 0 120,4 6-56,-4 0 40,0-8-88,0 10 40,3-12-56,-3-5 48,0 6-80,0 9 104,0-14-88,0 1 0,4 0 24,-4-2-8,0 0-56,4 0-48,-4 0 32,0 0-96,0-4-32,0 1 200,0 1-168,0-15-48,0 14 136,0-12-96,0 9 0,0-12-9,0 17 185,0-13-328,-2-2 72,0-1 24,0-1-40,0-2 0,1 11 272,-1-5-296,0-6-56,0-2 112,0 0-144,0-2-48,1 4 432,1 14-448,-2-21-160,0 1 79,0-3 65,0-3 24,-1-1 32,2 27 408,-2-21-376,-1-10-16,1 3-8,1-3 8,-2 0 8,2 17 384,0 5-368,-1-20 16,-1 2 64,0 2-17,1-2 17,-1 5 288,4 26-304,-4-25-8,1-1 48,-1 4 40,0 0 72,1 2 40,2 17 112,0-8-48,-1-6 16,-2 5 32,2 8 32,1-12 72,-1 16-104,2 0 192,-2-3 80,0 1 112,2 0 40,-2 4 89,2 0 23,0 0-536,0 0 552,0 4-56,0 1-8,0 3-32,0 7-16,0-13-440,0 1 456,0 14-56,4-10 56,-4 15-47,0-7-41,3 1-368,-2-14 352,-1 18-80,0 1 0,3 1-32,-3 2-16,0-1 8,0-15-232,0 14 192,4 7 0,-4 4 24,0 0 24,0-1-8,0-10-232,0-9 248,0 20 0,0 5-8,0-1-32,0 2-32,0 1 0,0-38-176,0 35 56,0 1 32,0-1 17,0 0-49,4-2 16,-4-21-72,0 5 24,3 16-24,-3-4 104,4 2-128,-4-1 8,0-9 16,0-17-48,0 27-233,4-5 41,-4-1-264,0-1-208,0-4-240,0-18 952,0 12-1256,0 5-185,0-3-215,3-1-104,-3 1 247,2-10 1513,0-1-4945,-2-7 4945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1434 258 12354,'4'0'1240,"-4"0"-463,4 0-241,-1 0-224,1 0-40,0 0 80,-4 0 40,0 0 32,0 0 64,0 0-88,3 0-16,-3 0-88,0 0-56,0 0-16,1 0-224,2 0 113,-3 0-1,0 0-40,0 0-16,0 0 16,0 0-72,0 0 112,-2 0-40,0 0 32,1 0 48,-3 1-40,1 1-112,2-2 168,-2 2-40,-1 4 96,-2-3-96,3 3-32,-3-1 40,5-3-136,-3 4-16,-4 1 120,1 8 24,1-10-24,1 10 88,1-12-192,1-1 176,-5 15-8,1-10 8,-8 12-96,11-12 8,-3 12-88,7-18 112,-16 14-72,10-8-40,-9 15 56,10-3-32,-14 1 32,17-13-56,-3 8 104,-15 7-72,5 2 24,-1-2-24,-3 6 16,8-9-48,6-11 48,-16 18-8,1 7 8,-2-3-64,-2 1 32,-2 0-32,23-27 16,-19 22-40,-4 8 24,2 1 16,-4 2 16,3 0 0,12-19-16,0 1 24,-13 14-56,2-2 176,0 2-160,2-2 24,2-2-8,16-24 24,-18 28-200,0-4 304,0-3-128,2 0-8,2-3 0,13-16 8,-7 10-136,-4 5 80,-1-1 48,2-3 8,-1 0 16,5-7-16,5-5 48,-9 9-32,8 1-8,-9-1-24,10-8 48,-9 10-40,15-17 8,-5 5 8,-3 10-56,-8-11-8,12 1 32,-1 1-32,2-5 56,0 1-8,-2 2-80,-1 0 136,2-2-160,3-2 0,-1 0 112,2 0-96,-2-6-184,2 1 200,0-1-80,0-9-32,0 12 48,1 0 144,3-9-208,2 7 0,-2-19 120,1 9-16,10-2 40,-13 8 64,0 2 8,14-10-48,-10-3 104,10 0-96,-10-2 32,15-1 0,-20 22 0,15-21-88,1-2 120,1-4-48,-1 1-16,-1-5 16,-9 22 16,7-11-48,6-10 24,0 1 64,2-3-40,-2 0-32,-4 10 32,-10 13 8,18-28-48,-2 4 144,2-2-88,0-3-8,-2 2 0,-19 34-8,16-32-112,2-4 88,-1 2 24,-2 1-48,-1 1 48,-9 18 0,0-1 40,7-14-48,0 1 128,-1 2-120,-8 1-8,13 3 8,-16 21 40,12-20-120,-10 0 96,12 2-40,-14 3-24,3-1 48,-2 16 0,9-8 24,-13-3-48,3 9 24,1-10 0,0 12 0,-2 1 0,-1 1 48,3-4-16,-4 2 24,4 1-24,-4-1-16,0 4 40,0 0-56,0-4 8,0 4-16,0 0 32,0 0-48,0 0 40,0 0-16,0 0 56,0 0-32,0 0 128,0 2-120,-2 0-24,0 1-8,2-2 56,-2 4-136,-3 1 152,1 1-64,-2 12-24,-1-14 16,6-2 0,-5 11-88,-11 0 80,10 1 16,-10 3 0,2 3 56,1-1-16,6 0 16,-14 0 48,8 2-96,-3 4 0,0-3-16,16-22-8,-18 27-80,1 1 88,-4-1 8,0 3 0,0 0-16,14-21 8,-8 10-8,-8 9-40,0 2 8,0 1 56,0-3-24,6-8 8,10-13 24,-15 22-24,-1-1 80,0-1-72,0 1-16,2-1-8,22-28 16,-22 26-112,0-1 40,3-1 80,1-2 0,1 0-8,10-12 0,0 1 24,-8 7-40,8 2 120,-12-3-80,14 1 24,-12-3-32,12 0-104,-10-8 144,13 8-80,-4-10 0,1 1 0,4-5 24,-4 3-88,0 2 48,-1-1 72,1-1-48,3-2 48,1-1-32,0 0 40,-1-1-104,2 0 96,0 0-72,0 0-24,0-4 64,0 4-32,0-15-48,4 12 0,2-3 24,-1-16-16,1 7 24,8-1 16,-10-1-32,2-3 136,10 0-120,-10-2 16,10 0 16,-10-1-96,12 1 208,-3-2-128,-1-1-24,1-3 8,-12 24 48,13-19-192,2-7 120,2 3 0,2-3 48,0-1 8,-9 13 16,-4 5 0,13-19 8,2-1-8,0 0 0,-2 0-48,-3 3 48,-17 27 0,20-30-40,-2 0 48,0 0 56,-2 0-40,3 3-8,-15 20-16,6-11 8,6-9-56,-1 3-32,0 1 80,-3 2 32,-10 7-32,-2 10 16,16-15 104,-12 4-8,10-1-144,-12 14 48,1-15-32,-4 17 16,13 2-80,-14-15 40,6 12 40,-3-2-24,1 1 0,-2 2 24,0 0 40,1 0-8,1-1 152,-4 4-136,4 0 16,-4 0-64,0 0 80,0 0-160,0 0 208,0 2-16,-2 1-104,0 3 64,1-4-72,-2 3-40,0 3 32,-3 8 56,1-8-8,-10 12 32,8-5-48,-12 5 24,3 2 16,-1 2-72,-1 0 24,-2 3 8,19-26-24,-21 24-32,0 4 64,0 3 24,0-1-80,-2 2 40,15-20-16,-6 5 0,-10 17-40,-3-4 160,2 6-80,-3-2 0,8-7-40,16-21 56,-24 30-112,-1-2 128,3 0-72,-1-2 0,4 0 8,20-28-8,-17 23-32,-3 5 32,3-3 40,-1-1 24,4-3-24,0-2 88,1 0-56,0-1 8,3-2-16,-1-1-8,8-4-56,7-16 56,-15 17-24,9-2 72,-10-8-56,10 10-16,-1-12-16,5-3-16,-1 2-40,-5 3 48,1-1 8,-1-1-16,3-1 8,-1-2-8,5-2-32,-1 0 152,0 0-176,2-6-24,0 1 8,0 4 72,0-15-192,0 10 96,0-10 56,5 1-24,1-1-16,-1-1 40,12-3-80,-13-2 136,10 0-112,-8-2 8,14-2 24,-5-5-96,1 3 144,3-1-88,-1-4 8,2 0-48,-15 23 144,11-19-184,6-8 56,0 0 24,2-3 48,0 1-8,-9 13 64,-7 10-48,20-26-16,-2 0 96,1-3-64,1 3 16,0 0 0,1-2-104,-1 3 80,-1 1 24,-3 1 24,0 2 0,-2 2 16,-4 2-48,-1 2 200,-12 5-192,16-1 24,-18 11-8,-3 12 24,15-17-208,-11 5 248,-1 1-72,3 10 24,-1-12 16,-4 14-32,4 2 0,-1-4 32,-4 1 40,0 4 32,0 0 40,0 0-144,0 0 184,0 6-32,-2 1-8,-4 8-96,-8-1 0,8 0-48,6-13 24,-18 17-16,10 5 88,-12 0-16,2 5-32,-4 1 40,0 1 0,-4 3-40,0 0 168,0 2-112,-1 2-16,7-12-88,12-15 176,-21 27-112,1-1 200,1 1-152,1 0-48,2 0-24,21-34-40,-20 29-96,-1 2 96,0 0 32,2 1 8,0-2-8,12-19-32,-2 3 40,-10 16-16,0-2 96,0-3-96,2 1-8,0-3 16,1 0-120,-1 1 176,3-1-112,-1-4-40,0 2 0,1-4-152,-1 0 32,1 4-64,2-2-88,1-1-80,4-9 416,5-4-512,-10 12-176,1-3-81,6-1-247,-10-8-264,11 9 1280,6-16-1568,-15 5-473,10 12 17,-1-13-3409,7-5 5433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1059 326 8009,'0'0'792,"4"0"-528,-1-4 0,-3 1-47,1 2-217,2-2 152,-3-1-64,0 1 16,4-1 8,-4 0 72,0-1 56,0-1 32,0-9 64,0 12-24,-2-3 24,0 1 8,2 4-344,-2-13 288,-2 10-8,1-1 8,-3-14-8,1 16 32,2-4-312,0-3 328,-2 7-47,-3-14-1,-6 12-32,10-12 0,-1 13-248,4 2 256,-15-16-32,10 13 8,-10-12-16,8 11 0,-10-10 24,17 15-240,-5-2 216,-15-11-40,7 10 0,-1-11-24,-2 11 16,9 1-168,2 1 216,-13-13-16,1 12-24,-2-1 40,0-2-48,3 1-168,15 5 216,-16-4 0,-2 0-39,-1 4 39,1 0-24,0 0 16,14 0-208,-7 0 232,-7 0-64,0 0 16,2 0 24,-1 2 8,5 0-216,8-2 240,-14 4-32,0 0 16,-1 1-104,1 1 16,0-1 64,18-4-200,-16 4 136,-4 9 24,1-10 40,1 11-56,2-10 64,9 2-208,-1 1 216,-10-1-16,0 12 0,-2-5-80,3-6 48,3 11-168,14-16 136,-14 12-47,-1-1 7,0 5-32,3-3-8,-1 1 64,11-13-120,-7 10 96,-3 3-56,-1 3 16,0 0-16,0 2 16,12-8-56,1-6 72,-13 14 32,10 2 16,-10 0-64,9 0 72,1 0-128,-1 2 32,1-2 32,-1-2 32,5 2 48,-1-1-40,2 0 24,0-1-56,0-2 32,3 0-24,3 0-16,-2-3-64,-3-14 64,18 18-16,-14-1 24,12-2-8,-12 1 8,17 1-16,-18-17-56,9 12 40,4 6-64,1-3 48,0-2-16,3 1 32,-10-7-40,-2-3 64,13 7-48,0 1 24,2 0-56,-2-8 56,3 11-40,-24-18 8,21 6 16,0 12 32,-2-12-16,2 10 16,-2-10-24,-12-4-32,6 3-8,7 1-32,-3-1 64,2 1-48,2 1 48,-7-3-24,-10-2 48,16 3-96,-1 1 80,0-4-8,0-1-32,2 1 72,-19-2-64,17 0 0,2 0-64,0-3 72,2-1-16,-1 0-16,-12 2 24,2-1 8,11-12-8,0 9 48,2-10 8,0 10-24,-2-13-32,-21 16 0,27-11-40,-1-5 32,2 1 48,-1-1-40,-3 1-32,-20 14 32,14-10-40,3-7-72,2 1 72,-4 0 32,-2-2 16,-7 10-8,-6 6 32,10-15 24,-3-1 0,1 2-96,-9 0 24,10 0 0,-16 19 16,6-15-48,-1-4 40,10 1 16,-11 1 8,1-2-56,-3 12 40,2-4-24,1-10-16,-1-1 56,-1 1 0,1 0 0,-4 5-16,0 12 16,0-15-112,0 0 80,-2 3 0,-3-1 40,-10 1-16,10 3-48,-14-5-8,3 5 8,-1-1 24,-1 9 0,5-4 16,4 2 32,-13 2-48,-2 1 32,-2-10-16,0 15 24,-1-5-24,25 5 16,-28-6-24,1 1 8,-2-1-48,-1 1 8,3 1 16,19 3 24,-9-2-32,-9 0-72,2-1-16,0 4-160,-1-4-104,9 4 384,12 0-488,-20 0-200,2 0-113,2-4-231,0 4-200,2 0-328,2-3-353,-3 3-271,3 0-49,1 0 249,3 0 576,6 0 1408,1 0-817,0 0 337,-10 0-3569,17 0 4049</inkml:trace>
  <inkml:trace contextRef="#ctx0" brushRef="#br0" timeOffset="3">968 549 7201,'-2'0'72,"0"0"0,0 0 32,-1-3 56,1 3 144,0 0 40,0 0 72,2 0 16,-2 0-79,1 0 7,1 0-32,-2 0 0,0 0 40,0 0 0,2 0 32,0 0-8,-2 0 0,0 0 24,1 0-416,1 0 392,-2 0-48,0 0-48,0 0 1,0 0-49,0 0 32,2 0-280,-2 0 288,1 0-56,-3 0 40,2 0-16,-2 0-16,3 0-240,1 0 248,-2 0-24,-2 0 32,2 0 24,-1 0-64,-1 1 48,4 0-264,-2 0 208,-2 1-72,1 2 104,-1-2-56,0-1 16,2 0-200,1 0 248,-3 1-55,0 2 23,-1 0-80,1 1 40,-1-2-176,5-2 120,-6 2 0,1 3-40,-3-2 56,1 1 32,1 1-32,5-5-136,-3 3 232,-2 2-152,1-1 72,-3 1-24,1 1 0,3-2-128,3-3 160,-7 6-72,1-3 56,0 3-96,-1-1 48,3 0-16,4-6-80,-6 6 48,2-2 24,-1 3-24,-1-3-8,1 1-16,4-4-24,-1 1 88,-3 3-24,1-1 32,-1 1-32,1-1-32,2 0-32,2-4 88,-3 4-64,-1-3 64,1 4-48,-1-3-32,-1 1-8,6-3 0,-2 3-32,-3 0 32,3 0 16,-2 1 16,1-3-8,1 2 40,-2-2-32,2 0 40,0-1-64,1 1 8,-1 0-16,2-2 8,-2 0 0,2 0-16,-2 0 0,0 0 0,0 0-8,2 1 16,0 0 16,0-1-32,0 0 72,-1 0-72,1 0 32,-2 0-16,2 0 48,0 0-136,0 0 192,0-4-112,0 4 32,0 0-24,0-3-88,0 3 56,0-4 56,0 4 16,0-3-40,0 2 32,0 1-80,-2-4 80,2 1-16,0 3 0,0 0-16,0 0 40,0 0-104,0 0 96,-2-4-40,2 4 0,0-4 16,0 4-8,0 0-32,0-3-16,-2 3 40,2-4 24,-2 4-24,2 0 8,0 0 56,0-4-88,-1 4 64,1-3-40,-2 3 0,2-4 56,0 4-48,0 0-40,0-4 24,0 1 16,-2 3 8,1-2-8,0 0 16,1 2-8,-2-4 24,2 1-40,-2-1 16,2 1-8,0 2 16,-1 1-40,-1-3 32,0-1-8,0 0-24,0 1-24,0-1 24,0 0-8,1 1 8,-1-1 40,0 0-8,0 2-8,0 1 16,-1-3 0,1-2-24,-2 3 40,0-3-8,3 1-24,1 5 8,-4-4 8,0-2-72,1 1 48,1-1 0,-4 1 32,5 3-24,-1-2 8,-2-1-64,-2-1 32,4-8 16,-1 14 8,0-4 0,2 2 40,-3-2-32,-1-1 8,1-1-32,1 1 0,-1-1 32,3 6-16,-2-5-64,-2 1 40,1-1 16,0-1-8,-1 1 0,3 2 16,0 0 48,-2-1-40,-1-1-8,1-1 0,1 1 8,-2 0-8,4 4-16,-1-4 8,-1-1 56,1 3-48,-2-3-8,2 2 24,1 3-16,-1-1-16,0-2 0,-4-1 32,4 1-40,1 0-24,-1 2 48,2 1-8,-2-3 8,0 0 64,0 1-40,-2-1-24,3 4-24,1 0 24,-4-4-32,2 4 8,0-5 0,0 1 48,1 0-72,-1 4 48,0 0 32,0 0-24,-2-3 72,3 3-48,-1-4-8,0 4-24,2 0 56,-2-4-120,0 4 104,0 0-56,1-3 0,1 3 8,0 0-24,-2-4 8,0 4 56,2 0-24,-2 0 0,2 0-8,0 0 64,-2 0-72,2 0 24,-2 0 0,2-4-32,0 4 16,0 0 8,0 0 56,0 0-8,0 0-32,0 0-176,0 0 352,0 0-152,0 0-24,0 0-296,4 0 600,-4 0-320,0 0 112,0 0-104,0 0 16,4 0 16,-4 0-48,0 0-72,3 0 64,-3 0 16,4 0-24,-4 0 72,2 0-56,0 0 72,1 0-40,-3 0-40,4 0-32,-1 0 40,-2 0 16,-1 0 8,3 0-56,1 0 88,-4 0-80,4 0 8,-3 0 16,1 0 24,2-3-80,-4 3 88,4 0-8,0-4-8,-2 4-16,-1 0 32,3 0-24,0-4 64,-1 1-88,1 3 32,0-4-32,-4 4 16,5 0-48,-1 0 24,-1-4 24,1 0 56,0 4-56,-3-1 0,1-1 64,2 2-55,2-4 23,-1 4-8,-1 0-24,0-3 0,-3 2 48,5-2-56,-1 3-8,1-4 64,-1-1-56,10 1-56,-15 3 64,0-2 40,6 0-88,-1-1 0,1 0 104,-1 1-64,-1 0 8,-2 2 56,12-5 16,-14 1-48,6-1-56,-1 1 0,1-1 32,-6 6 8,6-5-40,-1-1 72,1 1-16,-1-1-56,1 3 16,-5 1 16,1 0 16,4-4-56,-1 1 64,1-1-16,-3 1-16,2 1 8,-4 2 32,3-1-8,-1-1-40,1-2-32,2 3 48,-3-3 0,-2 6 0,2-5-8,1 1-16,-1 0 24,-3 1-48,4-1 72,-4 2-24,0 0 64,4-1-72,-1-1 40,1 4-88,-4 0 8,0-3 48,0 2 8,0 1-32,4-3 64,-4 3-16,0 0-32,0 0 8,0 0-8,0 0 0,0 0-24,0 0 24,0 0 24,0 0 24,0 0-72,0 0 72,0 0 0,0 0 8,0 0-32,0 0-128,0 0 208,0 0-128,0 0-32,0 0 32,0 0 8,0 0 72,0 0-40,0 0-32,0 0 56,0 0-56,0 0 40,0 1 0,0-1 16,0 0-80,0 0 40,0 2 16,0-2 16,0 1-24,0 0 24,0 1-8,0-2 16,3 2-8,-3-2-24,0 0 8,0 0-32,0 0-16,4 0 48,-4 0-8,0 0-8,0 2-16,0-1 64,0 1-48,0-2 16,0 2 24,0-2-32,0 0-8,0 0-16,0 2 24,0 0 0,0-2 0,0 0 24,0 2-16,4-2-32,-4 0-8,0 0 72,0 1-40,0 0 0,3 0 32,-3 1-16,0 0-8,0 0 32,4 0-32,-4 0-8,0-1 32,0 1-40,0 0 8,4 2 32,-4-1 56,3 3-72,1-2 16,-4-3 0,4 3-8,-4 0 40,3 1 0,1 1-24,0-1-72,-4 1 72,3-1-8,1 1 16,-1-2-48,-2-3 112,3 5-56,1-1 8,1 1-40,-3 1 8,3 1 48,-6-8-80,3 7 16,3 8 8,-1-12 0,-1 3-56,2 1 72,-4-4-40,1 0 40,3 4-48,-1-1 112,1-1-104,-1 3 24,8-2-24,-11-5 0,-2 14-56,5-12 120,1 3-48,-1-3 24,1 3-40,0-1-40,-3 1-32,1 0 16,0-1 56,-1-1-32,1-2 32,-2-1 72,3 3 0,-1 0-80,0-1 16,-1 1 0,-3-2-8,0-2-24,4 4 0,-4-3 8,0 1-32,4 0 40,-4 2 48,0-2-40,3-1-32,-3 1 136,0-2-168,0 2 32,0 0 32,0-2-48,0 2-184,0 2 112,0-3-96,0-1-24,0 2-64,0 0-81,0 2-79,0-2-32,0-1-192,0 1-184,0 0 872,0 0-1040,0 0-249,0 0-79,0-1-152,-2 1-25,2 2 1545,0-4-1568,-1 4 24,1-3 184,0 1 319,-2 0 345,0-2 296,0 0-1080,0 0-2529,2 0 4009</inkml:trace>
  <inkml:trace contextRef="#ctx0" brushRef="#br0" timeOffset="4">699 288 7241,'0'0'96,"0"0"-32,0-3 64,0 2-128,0 1 192,0-3 40,0 3 72,0 0 8,0-4 24,4 4 16,-4-4-7,0 4 23,4 0 8,-4 0 16,0-3-392,0 3 448,3 0 0,-3 0 32,0-4-16,4 4-32,-4 0-8,1 0-424,2 0 376,-3 0-55,0 0 39,0-4-16,0 4 48,0 0-392,0 0 432,0 0-40,0 0-24,0 0-64,0 0 48,0 2-32,0-2-320,0 2 336,0 0-24,-2 2-48,0-1 8,0 1 9,2-2-281,-2 2 312,1-1-16,-1 1 24,0 1-8,-2 1 16,3 0-328,0-5 280,0 7 8,-3-3 16,2 2-80,-2 8 40,3-9-64,0-3-200,0 8 96,-1-5 48,-2 10-16,2-8 16,1 10 16,-2-14-160,2 0 144,-1 16-16,0-13 96,0 13-96,2-5 33,-1 1-161,1-15 176,0 17-128,0-3 64,-2 1-16,2-1-8,0 3 8,0-12-96,0 5 120,0 4-64,0-8 40,-2 13-56,2-5 48,0-4-88,0-7 96,0 3-120,0 8 104,0-10-72,0 12 0,0-12 16,0-3-24,4 11-16,-4-7-40,0-1 32,0 1 8,0-1-16,0-2 32,0 0-72,0 2-48,0-3-40,0 2-104,0-1-24,3 1 288,-3-4-361,0 4-119,0-2-8,0-1-152,0 1-160,0 0-96,0 0-160,4 0-121,-4-2-31,0 0-120,0 0-25,0 0 1353,0 0-1272,0 0 32,0-4 128,0 0 31,0-1 273,0-1 216,0 6 592,4-16-360,-4 12 208,0-1-3809,0 5 3961</inkml:trace>
  <inkml:trace contextRef="#ctx0" brushRef="#br0" timeOffset="5">929 507 7449,'4'0'272,"-4"0"128,0 0 104,0 0-504,0 0 536,0 0-71,4 0-105,-4 0-80,0 0-40,0 0-48,0 0-192,0 0 200,0 0 8,0 0 40,0 0 32,0 0 32,0 0-1560,0 0 2832,0 0-1288,-2 0 64,0 0-64,0 0-8,0 0 8,2 0-296,-3 0 208,-1 0 17,-2 0-33,1 0 16,-1 0 16,3 0-224,1 0 216,-4-4 8,-8 4-24,8-3-40,1 3 24,-13-4-184,17 4 192,-4 0 8,-14 0-40,12 0 32,-11-4-16,10 4-16,0-1-160,-6-1 208,-1 2-96,1-4 40,-3 4 24,2 0-32,3-3-144,8 2 232,-14-2-56,1 3 8,0-4 0,1 0-48,1 4 1,14 0-137,-13 0 128,-2 0-16,1 0 24,1 0 0,-1-3 0,11 3-136,0 0 176,-16 0-40,15 0 56,-14 0-72,14 0-8,-8 0-112,11 0 80,-3 0-56,-3 0 0,-6-4 8,10 4 32,-2 0-40,5 0-24,-3 0 80,-2 0-80,1 0 48,-1 0-56,4 0-56,1 0 64,1 0-56,-2 0-136,0-4 16,0 4-192,0 0-96,2 0-185,0 0 649,0 0-896,0 0-152,4 0-208,0 0-161,-1 0-167,-1 1 1584,0 0-1704,3 1 143,10 0 377,-11 0 376,14 3-3401,-18-5 4209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4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1150 162 11722,'5'0'1008,"-5"0"-1008,6 0 608,-1 2-200,1-2-208,-1 0-112,1 0 73,-5-2-161,1 0 288,2-2 80,0 1 152,-4-3 16,3 1-32,-3 0-504,0 4 488,4-16-104,-4 17-16,0-5-32,0-10-56,-2 15 48,0-5-103,-3-10-41,-1 15 40,-8-6-56,8 1 48,-4 2-216,4 0 216,-9-2-48,0-1 128,-1 1-152,1-1 8,-3 1-152,17 5 136,-19-6-112,0 3 80,-2-1 32,0 0 48,0 1-56,13 1-128,-6 0 168,-9-2-64,0 1 80,0 3-64,0-4 48,6 4-168,12 0 272,-19 0-160,1 0 200,-2 0-104,2 2-48,0 0 24,20-2-184,-14 3 64,-8 1 33,4 0 23,0 1 16,0 1 8,10-2-144,2-1 184,-12 4-24,2 1-32,-2 6-16,0-8-16,0 1-96,20-7 112,-20 15-40,-2 0 192,-2-1-200,0 3 0,-1 3 40,19-14-104,-10 8-40,-8 9 120,-1 0 32,3 3 16,-2-2-80,11-6-48,8-10 160,-13 19-88,0 3 56,-1-1-24,1 3-56,0-1 32,19-29-80,-15 27 32,2 0 40,8 5 32,-10-3 0,12 0-8,1-18-96,0 3 120,-2 14-72,1-1 112,2-1-96,2-2 8,0-3-72,0-19 112,6 24-88,10-2 56,-12 1 0,16-3-8,-5 0-16,-11-19-56,10 12 16,7 5-56,1 0 0,3 0 72,3-3-8,-12-6-24,-6-4 88,21 11 16,0 0 16,2-1-120,2-3 0,0-1-40,-35-15 40,37 7-176,2 13 184,1-12-16,2 6 0,1-10 32,-27-2-24,10 2-24,16-1-24,-1-1 192,-1 0-152,2-2 16,-11 0-8,-21 0 56,30-4-200,1 1 168,-3-12 0,3 11-24,-6-12 16,-30 13-16,23 0 0,3-17-80,-1 5 64,-1-1-8,-1-3 32,-14 9-8,-1 0 72,13-10-80,0-4 80,1 2-112,-1-2-8,-2 0 48,-22 22-16,22-24-104,-4 1 168,2-5-80,-2 1 0,0-1 16,-14 22 16,7-13-80,1-10 32,1 0 48,-9-3-40,-1 1-8,5 12 48,-5 11 16,-5-23-56,4 0 72,-4 2-40,0-1 16,0 1 16,0 29-24,0-27-72,-4-2-56,-2 1-16,-8 1-80,6 3-16,-1 15 240,-2-2-280,-4-11-144,-3 0 24,1 4-208,-1 2-32,3 4 640,12 11-681,-18-2-215,-1-16 192,-1 16-296,0-14-192,1 16-241,16 1 1433,-13-2-1816,-5-10-40,-2 14-9,0-4 313,-1 0 456,10 4 1096,6 0-657,-18 0-3463,29 0 4120</inkml:trace>
  <inkml:trace contextRef="#ctx0" brushRef="#br0" timeOffset="5">979 306 8129,'0'2'632,"0"-2"193,0 2 71,0 0-80,0-2-816,0 2 688,3-1-128,-3 1 0,4 0-88,0 2 25,-4-2-497,0-1 472,0 1-16,3 2 112,1-2-104,-4 0 32,4-1-56,-4 0-440,3 0 320,1 1 32,0 2 0,-1-2 0,1 3-16,-2-3-336,0 0 393,3 2-129,-1-1 56,1 1-24,-1 1-56,1-1-240,-4-4 280,2 6-40,3-1 72,-1 1-72,1-1 16,-1 1-40,-3-5-216,2 5 136,1 0 40,1 1 8,-1-2 16,1 3 0,-3-4-200,-1-1 208,4 4-56,9 8 104,-12-11-136,1 3-39,2 1-9,-6-8-72,5 7-56,1 8 80,-1-12 72,1 3-8,-3 1-40,-1-5-48,2 2 128,-1 3-112,1 8 8,2-13 0,-3 3 0,-3 1 48,4-1-56,0 2 128,-4-1-112,3 0-32,-3-1 24,0-4-24,0 2-88,0 0 48,0 1 40,0-2 16,0 3-24,0-3 8,0 0 8,0 0 24,0 2 56,0-3-72,-1 1 24,-1 0-40,2-2-8,-2 2-120,0 0 304,0 0-224,0 1 56,0-1 8,2-1-16,-1 0-192,-3 1 192,2-2 48,0 0-72,-1 2 8,1-2 16,2 0 24,-4 2-112,0-2 128,-1 0-32,1 1-40,1 1 48,2-2-16,-4 0-24,1 2 0,1-2 32,-3 0 0,1 2-16,2-2 8,0 0 24,-2 2-8,-1 0 56,-1-1-72,1 1 0,0 0 0,5-2 0,-6 2-128,-1 0 160,1 0-16,-8-1-16,11 1 24,3-1-24,-5 2-24,-12 1-40,12-1 8,-1 1 72,-10 1-56,14-1 40,1-2 48,-17 4 0,5-1 8,-1 1-16,8-1-8,-14 1 16,21-6-48,-14 5-40,-1 1 40,0 1-24,1 8 16,-1-13 16,9 0-8,-3 1 8,-6 4-32,8 1 40,-13 6-16,5-10 0,9 8 0,5-9 56,-18 1-88,12 3 104,-10 0-64,10 1-16,-9-1 16,13-6-8,0 5-88,-12 2 72,10-1 8,-3 0 8,-6-1 24,12-3-24,0-1 64,-3 4-40,-1-1 8,0-1 16,1 0-32,2 1-16,2-5 64,-2 2-48,1 0 0,0 0-40,0 0 0,0 0 32,2-2-8,0 0 8,0 0-40,-2 0 104,2 0-96,0 0-24,0 0 136,0 0-160,0 0 80,0 0 16,0 0-56,0-4-16,0 4 48,0-4-24,0 4-16,0-4 32,0 4 40,4-3-16,-4-1 8,0 0-64,0 1 56,0-3-24,0 1-16,3 0 24,-2 4 48,-1-4-88,0 1 128,0 0-56,0-1-64,0-1 32,0 5 0,0-3-104,0-2 40,0 1 0,0-1 72,0 1 8,0 1-16,0 2 32,0-13 16,-2 15 128,0-5-160,0-1 0,0 1 8,2 5-24,-3-15-200,1 15 168,-2-5-8,-1-1 40,1 1-32,2 3 32,-1-2 8,-3-1 0,0-1 72,3 1-24,-3-1-72,2 2 16,3 3-8,-5-5-80,1 1 112,1-10-16,-1 11 32,1 0 0,3 4-40,-4-5-24,2-1 0,-3 1-24,1-1 32,-1 1 16,4-3 0,0 1 64,-1 7-64,-3-5 80,4-1-56,-1 1-64,-1 1 40,4 4 24,-4-6-128,1 1 168,-1-1-72,2 1 8,0-1 16,1 5-16,-1-1-80,0-4 40,0 3 32,2-1-48,-2 0-176,2 2 232,0 0-248,0-1-161,0 3 33,0-4-152,0 4-64,0-4-104,0 4 696,0 0-872,0 0-16,0 0-169,4-3-199,0 3-224,-3 0 1480,1 0-1577,-2 0-95,4 0-8,-4 0 247,4 0 393,-4 1 1040,0 0-4529,0-1 4529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5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1277 347 9498,'0'0'328,"3"0"40,1 0-40,-4-3-32,1 2-296,2-2 320,-3-2 0,3-1 56,-3-9 64,4 10 32,-4-3-472,0 1 576,4 3 16,-4-14 113,3 14-33,-3-12-48,0 11-624,0 4 592,0-15-128,0 10-8,0-14-48,0 5 0,-2 10-24,0-3-384,-1-6 377,-3 8-65,-1-16 16,-8 17-56,8-16 8,-5 17-280,7 3 336,-11-17-64,1 14 96,-3-13-88,-2 14-24,1-14 0,17 15-256,-18 0 120,0-3 8,0-12 40,-4 14-16,2-1-16,10 2-136,0 0 184,-12-1-96,-4 3 160,3-4-112,-1 4 17,3 0-153,20 0 184,-23 0-112,2 0 168,-1 0-56,-1 4-16,-2-1-8,22-1-160,-15 2 88,-7 11 8,1-10 24,1 2 0,-4 10-16,12-13-104,9-3 136,-21 18-64,-1-1 64,0-1-40,0 3-24,-1 0 16,31-19-88,-31 15 0,1 6 8,0 0 56,-1 2-24,3 2-16,17-16-24,-5 5 64,-11 13-64,2-1 24,1 1 8,-1 3 16,8-8-48,14-18 72,-18 22 16,3 5-40,1-7 0,3 3-8,0 0-16,13-24-24,-10 17 80,6 5-88,-10 0 24,14-4 48,0 4-32,1-11-32,0-5 128,-1 14-56,2 2-80,0-4 0,6 0 0,12 1 8,-18-22 16,6 23 16,18-2-32,-10 2 16,7-2 32,-1 0-16,-12-13-32,8 8 64,9 7-136,5 0 32,1 0 56,4-2-56,-8-6 40,-17-10 112,30 14-128,1 2-56,5-5 112,2-1-48,1-1-16,-44-14 24,42 3 56,1 11-112,-1-9 16,1-1 56,-2 1-8,-24-6-8,2 1 32,18 1-56,-1-2 0,-3 0 8,-3 0 40,-1-5-24,-31 5 0,34-6 48,-2-10-72,0 10 8,-2-9 40,0 10-64,-24 0 40,17-10-8,5 0-96,2-2-24,-1 1 96,-3-4 8,-1-1 88,-1 1-8,-3-2-112,0 0 0,-2-2 0,-2-2 40,-19 26 16,18-23 24,0-3-88,-1 2 64,-1-2-24,-2-5 0,-9 19 24,4-6 40,5-16-88,-10 2 16,14-1 32,-16 0 0,0 6 0,-2 21 0,3-29-24,-4-2-24,0-1 0,-2 1 40,-4-2-24,5 32 32,-12-23-48,5-6-56,-14 1 8,6 3-128,-5 5-104,9 12 328,2 4-416,-15-15-120,-3 1 64,-3 3-65,-2 0-71,-1 2 608,33 19-808,-38-17-296,2 3-304,-3 10-385,-1-14-207,-1 14-65,27-1 2065,-12-3-1896,-15 5 464,-3-1 479,1 1 345,2 1-3609,42 3 4217</inkml:trace>
  <inkml:trace contextRef="#ctx0" brushRef="#br0" timeOffset="5">989 689 6913,'0'0'848,"0"0"-472,0-6 192,3 6 177,-3-4 47,0 4-16,0 0-40,0 0-32,0 0 8,0 0 24,0 0-7,0 0-729,-2 0 728,2 0-88,-1 0 8,1 0-72,-2 0 0,1 0-576,0 0 560,-1 0-39,0 0 47,0 0-64,1 0 8,-1 2-512,2-2 440,-2 0-40,-4 0-40,5 0-24,-3 2 16,0 0-40,3-2-312,-1 2 272,-4 0-64,2-2 0,-1 0 9,-1 2 23,3-2-240,1 0 256,-13 1-16,10-1-96,-10 2 48,9 0-8,-10 0 16,16-2-200,-8 2 216,-10 0-120,11-1 16,-12 1-8,5 2 0,8-3-104,-3 2 136,-6 0-88,-1-1 32,-1 2 32,2-2 40,3 0-152,8-1 208,-13 3-72,3 0-16,-5 1-48,4-3 0,1 4 32,11-5-104,-9-1 48,-3 4-16,-1 2 24,8-3 16,-10 1 0,14-3-72,1 0 120,-16 1 8,14 1-104,-12 1 40,10 1-32,-8-1-32,13-4 24,-3 4-32,-10-1 32,10-1 0,-3 0-40,1 0 64,3-1-48,-7 0-8,9 1-24,-3 1 16,-1-1 64,1-2-24,3 0-24,2 0 72,-2 0-24,-2 0-104,3 0 40,1 0 0,0 0 48,0 0-32,0 0 80,0 0-160,0 0 48,0 0-160,3 0-24,-3 0 216,0 0-152,6 0-208,-3 0-8,3 0-64,-1 0-160,8 0 592,-11 0-600,2 0-40,1 0-193,10-3-71,-11 3-144,1 0-152,-1-1 1200,7-2-1296,-7-1-209,1 4-159,10 0-137,-15-4-95,3 4 1896,-1 0-1784,4 0 423,-1 0 417,1 0-2208,-6 0 3152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 8377,'0'0'224,"0"0"32,0 0-256,0 0 264,4-4-32,-4 4 1,0-3-49,0 3 16,0 0 64,0 0-16,0 0 0,0 0 24,0 0 32,0 0-304,0 0 360,0 0 88,0 2-56,0-1 96,0 1-8,0 4-24,0-4-456,0 1 521,0 5-121,-2-1 32,0 0 64,0 8-8,0-11-488,1-2 520,-1 12-72,0-6-104,2 10-56,0-3-32,-2 1-40,2-15-216,-2 15 224,1 0-55,-1 5 55,0-5 24,0 1-48,1-10-200,0 2 192,-1 8-128,1 1-48,-1 4 0,0-1 40,0-6-56,2-12 104,-2 15-16,0 1 0,1-3-48,-1 1 0,0 1-48,1-14 8,0 9 0,-1 7-8,0-5-32,2 3 48,-1-3-32,1-10 0,0 16-48,-2-16-56,0 10-136,0-10-128,0 10 392,2-15-561,-2 4-175,0 1-176,1 3-168,-1-3-232,-2-1-193,3-2 1505,-2 1-1608,0 3 112,-1-1 447,0 3 353,3-3-3377,1-5 4073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13:2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47.99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1308 328 8481,'3'0'1305,"1"-4"-177,0-1-272,1-1-224,-1 2-128,0-1-72,-1-1-64,1 3 9,0-3 7,-1 1 32,-3-1 8,1 5-424,2-3 456,-3-2-80,0-9-48,0 15 8,4-3-40,-4-1-296,0 2 296,0-1-24,0-3-80,0 2-32,0 1-8,0-1-56,0 4-96,-2-6 120,0 1-40,-3-1 24,1 1 32,-2-1-15,5 5-121,-1-1 152,-2-2-48,0-1-24,-1-1 32,-1 0 0,2 2-112,3 3 88,-5-16 16,-1 17-48,1-5-8,1-1 8,-1-8 32,5 13-88,-3-2 80,-4-3-48,3-8 8,-2 10-16,1-1 24,3-5-48,1 3 88,-6 3-8,1-1-16,-8-1-8,10 1 8,-9-9-64,13 13 80,-5 1-16,-1-5 0,-9-1 16,10 1-24,-11 1 40,15 3-96,-3-2 80,-13 0-16,10-1 8,-12 4 8,5-4 8,10 4-88,3 0 120,-20 0-16,15-4-64,-15 4 88,5 0-56,0 0 48,15 0-120,-14 2 160,-2 0-120,-1 0 48,1 2-8,0 1-8,10-3-72,-1 0 120,-9 3-80,-1-1 32,1 2-40,-1-1 16,1 0-48,16-4 72,-16 4-64,-1 1 32,-1-1 24,2 1 8,-1-1 56,15-3-128,-10 4 144,-6 1-80,1 0-8,1 1 40,0 6-16,7-10-80,5-2 153,-12 5-9,-1 8-72,1-10 32,1 3 0,1 10 16,15-18-120,-15 6 152,-2 10-96,1-8 64,1 10-24,-1-3 0,10-9-96,-2 2 168,-6 7-72,-2-8-32,1 16 40,1-7-40,3-4-64,9-9 104,-11 15 24,6 1-56,-12-3 56,13 1-32,-12 3 32,5-2 16,8 1-104,-12 1 24,12-2 24,-12 3 0,12-5-8,-12 2 0,12 1-56,-10-3 24,10 3 40,-7-2-88,12-16 64,-5 16 16,-9-1-104,10 3 72,-2-3-24,-8 3 0,13-1 64,-3 0-80,-3 1 56,1-1 8,1 1-16,1-8-56,3-6 144,-4 12-128,1-1 0,-1 1 40,3-3-80,1 5 104,2-17-80,-2 14 56,0 3-64,0-3 48,2 3 8,0-3 8,0-7-56,0-1 96,0 10-40,0-1 16,0-1-40,0 1-8,4-2-24,-4-14 56,6 16-40,-1-1 56,-1 1-24,1-2 0,1 1 0,-5-12-48,1 7 25,4 4-9,9-8-24,-15 13 64,5-13-24,5 6-32,-5-7 80,-1 1 0,1 12 8,12-12-48,-14 10-80,12-10 48,-14-7-8,4 18-48,9-12 0,-8 12 144,12-12-104,-14 10 0,4-13 8,2 0 64,-4 13-112,14-10 48,-5 9 8,-10-10 16,13 7-24,-14-9 64,11 2 0,0 3-72,1 6 24,-1-10 8,2 3-16,-15-5-8,14 4 24,0 1-72,1 0 0,0 1 40,1-1 16,-7-2-8,-4-2 56,12 4-56,1-2 56,0 1-32,0-2-32,2 1 8,-22-5 0,23 4-88,0-1 8,-2 1 48,3-2 32,-2 2 24,-14-3-24,8 1 64,6 0-72,-2 4 24,0-4-40,2-1-8,-5 1 32,-12-2 96,15 0-80,1 0 32,-3 0-40,0 0-48,3 0 32,-20 0 8,16 0-16,3 0-64,-1-3 64,1-3 0,0 0 8,-9 4 8,-2-1 48,12-3-80,-3 1 56,2-10-72,0 12 24,-3-10 24,-15 11 0,18-4-72,-2-12 56,1 12-40,1-16 24,-2 6 16,-12 11 16,7-7-32,7-4 0,-2-5-24,1 3 0,-3-4 32,-3 7 24,-7 8 40,12-15-64,1-2 0,-1 0 24,-2 0-65,1-3 89,-16 25-24,15-26 16,-2-1-88,1-1 96,0-1-40,-10 0-32,12 1 72,-12-1-80,10 2 56,-11-1 0,1 1 0,0 5 0,-4 18 40,2-21-40,1-1 32,0 3-24,1 1-24,-1-4-24,-3 24 40,2-16-56,-3-2 24,0 0-40,-2 4 64,-2-3 16,1 11-8,1 2-8,-4-12 72,1 3-40,-1 1-56,-1-1 24,0 1 8,6 16-96,-15-17-8,10-1-48,-10 1-48,8 1-48,-10-1-96,15 15 344,-1-2-376,-13-19-136,2 8-88,8-2-64,-13 1-112,14 12 776,4 2-809,-16-18-119,11 5-120,-10 1-40,12-1-137,-12 0-111,15 14 1336,-1-13-1552,-14 0-313,11-1-111,-1-2 56,0 1-1289,3 9 3209,0-1-4801,4 8 4801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1.58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1040 180 9562,'0'0'1432,"0"0"-384,0 0-392,0 0-280,0-2-376,0 1 264,0 1-128,0-4-24,0 4 0,0-4 48,0 1 65,0-1-1,0 0 24,0 1 32,0-1-40,0-2 16,0 4-256,0-1 240,-2-3-88,0 1 64,-1 1-64,-1 0 8,1 2-160,2 1 160,-4-5-72,1 1 40,-2-1-24,1 3 16,-1-1 8,5 3-128,-5-2 104,-9 0-32,10-1 24,-3-2 16,-8 1-24,13 2-88,0 0 136,-13 0-56,10-3 0,-12 2 16,12-1-24,-11 0-72,16 4 88,-14-2-24,-1-3 8,1 1 8,-1-1 16,-1 2-8,13 3-88,-7-1 88,-5-2-16,-1 0 24,1 1 1,-1 3 31,4-3-128,8 2 160,-14 1-32,3 0 24,-3 0 24,1 0-32,-2 0 32,1 0-48,1 2-32,-2 0 24,1 1-24,1 1 64,9-2-160,-2 0 160,-6 1-32,-1 1 24,1 2-8,1-1 32,1 0-176,11-4 128,-12 13-24,-3-10 32,1 3-88,1 10 96,1-11-16,12-3-128,-10 8 88,-1-5 48,-2 12-8,1-3 0,1 0-8,5-7-120,3-2 160,-9 9-32,1 2-16,0-1 8,1 1-40,-1 1-80,15-18 72,-15 18-8,8-1-40,-11 1 32,10 1 32,-10-1-47,15-11-41,-2 5 48,-9 8-56,8-2 56,-8 2 24,10-1 8,0-4-80,2-10 152,-5 15-96,1-1 16,1-1 8,-1 2-32,5-3 0,0-14-48,0 14 80,-1 1-40,2 1 32,0 1 0,0 0-16,4-1 56,-1-1-32,3-1 80,9 1-64,-12 0-40,2-3-56,-4-13 56,13 22-72,-8-6 120,10 4-24,-10-2-40,16-1 24,-20-13-64,2 8 16,18 4 8,-6-1 56,-1-2-48,1-1 16,-6-4-48,-5-5 80,14 10-64,1-8 88,-2 12-72,2-14 24,-1 12-16,-19-17-40,18 5 16,4 10-40,0-13 16,2 3 48,0 1-48,-12-4 8,2 1 72,10 3-104,0-4 112,1-1-80,1-1 8,-2 0-8,-20 0 56,25 0-120,1 0 112,-1-3-64,-1-1 0,1-1-48,-22 1 64,17-7-80,6 7 8,1-12 72,-2 12-16,3-14-16,-12 9 32,-7 3 56,18 0-96,4-16 88,-4 8-24,-1-5-64,-1 3 40,-29 16-16,29-21-48,-1 3 40,-2 0 24,-2-1-8,-2-1 40,-14 13-32,6-6 24,6-6-80,-3 1 56,-1 3-24,-1-1-16,-11 4 40,-3 9 16,18-12-56,-14-5 8,12 4 16,-13-1 8,10 0 8,-13 17 0,2-5-24,1-19-48,1 6 16,-1 3 32,-1-3 16,-3 8 8,0 3 32,0-10-24,0 1 24,0-1-80,-1-1 48,-4 3 0,4 13-32,-6-14-64,-10-2 144,2-1-136,1-1 56,-5 1 24,13 14 8,-8-8-104,-10-5 48,-1-1 0,-5 1-16,1 0-72,8 5 144,12 7-128,-24-10-96,4 1-96,-3-3-16,1 3-121,2-2-79,27 16 536,-27-14-584,-3-2-160,3 2-96,3 10-184,-1-15-217,3 14-199,2-12-320,-2 14-257,3-11-199,3 12 247,3-2 1969,12 4-5233,3 1 5233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2.73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1065 237 11386,'0'0'1696,"6"0"-768,-1-3-383,-3 0-545,0 2 320,-2-3-152,3 1 8,1-1-120,-4 0 120,4 1 16,-4 3-192,0-6 184,0 1 128,0-12-40,0 13 0,0-10-40,0 11-232,0 0 208,-4-12-88,0 12 144,-1-14-152,-1 14 48,2-9-160,3 9 176,-14-1-144,12-1 208,-5-1-168,-7-10-16,10 12-16,2 3-40,-11-4-72,7-9 104,-11 10 64,3-2-40,0 1 16,7 2-72,2 0 88,-11-2-96,-1-1 105,-1 3-81,3-3 40,-2 3-56,17 2 112,-17-2-88,-2-1 168,-2 4-112,0 0-16,-2 0 56,17 0-120,-8 0 8,-9 2 48,0 0 176,2 1-120,-2 3 40,7-2-152,10-2 168,-17 3-136,0 10 152,0-12-56,0 5 16,2 8-32,20-14-112,-22 2 48,2 14-24,-2-10 88,1 12 16,-1-2 8,12-8-136,0 0 168,-12 11-112,-2-1 104,2 0-144,-2 4 88,6-2-104,17-18 112,-21 22-96,2 1 248,1-1-168,3 0-8,1 1-8,13-21-80,-8 14-48,5 7 64,-14 1 0,14 0 72,-11 1 0,14-11-88,2-7 104,-13 19 72,12-1 80,-3-1-128,1 1 16,1 1-31,4-30-113,-4 27-32,2 3 88,2 1 48,0 0-64,4 1-8,-2-21-32,2 7 72,1 13-56,14-5 104,-14 0-56,15-2 16,-7-4-80,-9-15 88,12 19-104,5 0 152,2-4-136,1-1 0,4-5 40,-23-11-40,19 9-88,10-6 64,0 8 32,3-10 0,4 0 32,-18-3-40,-2 0 56,25 0-24,3-1 80,3 0-88,1-3-24,-3-13 0,-46 15 8,49-4-96,-2-17 200,1 3-96,-2 3-8,-3-5-32,1-1-104,-4-1 72,-3-3 104,-3 2-64,-1-2-16,-13 8 32,-15 10 48,21-21-112,-3 1 112,-1-1-16,-4 1-24,-2 4-8,-20 23 24,17-25-32,-1 0-64,-1-1 80,-9 1-24,14-2 8,-18 16 8,1-3 40,12-11-80,-11-2 200,1-1-200,-1-1-16,-1 4 56,-2 21-40,2-24-160,-3-2 256,0 1-56,-3 1 16,-3-1-72,2 24 56,-8-15-176,6-7 48,-16 2-72,4 2-33,-5 1-15,8 7 248,7 8-248,-18-14-72,-4 0-40,-1 5-96,0 0-16,-4 3-16,35 14 488,-35-15-560,-2 10-96,-1-12-160,1 13-169,-4-1-215,26 3 1200,-8 0-1440,-18-2-281,1 1-183,1 3 136,2 0-3474,37 0 5242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3.70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1170 447 9858,'0'0'1776,"4"-4"-824,-4-1-376,0-1-200,0-8-88,0 10 1,0-2-17,0-10 104,0 12 80,0-12 16,-1 13-472,0 0 488,-1-15-56,-2 12-96,-1-12 56,-1 3-24,1 10-368,5 5 304,-6-19 16,-1 16-64,2-3-39,-10-10 15,11 10-32,2 1-200,-3-5 160,-12 7 0,10-3 0,-10-9 24,10 12-16,-6 0-168,8 2 160,-10-4-8,-2 1 104,1-2-80,-3 3-40,1-1 8,17 4-144,-18-4-8,-3 4 32,0 0 64,0 0-16,-2 0 16,12 0-88,-2 0 144,-10 0-24,-2 2 24,1 4-8,1-1-32,2 0-104,18-4 136,-24 6-24,3 8 48,-3-10-8,0 10-32,3-8-8,18-3-112,-14 9 40,-7-6 24,-1 15-8,1-5 64,-1-1 24,13-3-144,6-5 160,-17 12-15,-1 2-113,1-2 0,-1 4 8,0-4-40,28-20 64,-25 24-8,1 0-16,-2 4 24,2 1-8,0-1 32,4 3-8,2-2-80,1 1 56,2 1 48,1-2-16,8-4-88,4-18 136,-12 24-24,8 0-40,0 4 32,1-2-8,1 0-16,4-27-80,-2 23 72,1 6-80,1 2 56,0 0-32,3-4 64,0-17-80,0-3 88,15 17-96,-12-1-8,16-1 24,-4 1 24,-1-3-32,-15-24 80,20 22-40,5 0-96,1-2 40,5-2 0,2 0 32,-25-15-16,15 8 96,13 6-120,3-3-8,3-1 32,2-8-16,-12 6 16,-18-7 24,33-1-64,3 10-32,-3-13 8,5 2 80,-1-3 16,-48-1-32,45 0 64,4 0-136,-5-5 72,1-13 32,-2 12 8,-28-4-40,4-2 136,20-3-160,-2 1 72,-1-5-56,-5-1 24,-4 0-16,-27 16 64,34-22-64,-4 1 0,2-3 32,-4 0-16,-6-3 16,-21 24-32,14-17 64,4-7-152,-4-1 48,0 1 40,-3-2-24,-7 10 24,-4 9 88,0-23-56,14 2-32,-16-5-32,11 1 16,-15-1-8,0 39 24,3-40-16,-3 0-40,0-1 64,0 1-16,-2-1 0,0 25 8,-1-8 16,-12-17-128,8-1 96,-13-3-32,1 6 16,5 6 32,10 24 8,-18-31-184,-2 6-32,-2 2-200,-5 0-112,-2 4-57,28 24 577,-27-22-760,-5-2-144,-1 3-168,-1 2-264,0 0-257,17 13 1593,4 2-1920,-23-11-425,1 0-55,1 3-3409,39 17 5809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5.88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273 4 6553,'0'0'1664,"0"0"-207,0-4-41,0 4-104,0 0-248,3 0-1064,-2 0 793,2 0-161,1 0-160,0 0-96,-4 0 16,0 0-16,1 0-376,1 0 448,-2 0-32,0 0-24,0 0 40,0 0-32,0 0-400,0 0 401,0 0-17,0 0-64,0 0-80,0 0 24,0 0-72,0 0-1993,0 0 3770,0 2-1833,0 0 0,0 0 24,0-2 0,0 1-160,0 0 216,0 1-104,-2-2 24,1 0 56,-1 2 16,0-1-208,2-1 224,-2 6-24,0-2-72,-1 1 8,1-1 48,-2 1 0,3-4-184,-2 2 200,0 1-63,1 1 31,-4 1 8,5-1 24,-2-1-200,2 0 192,-5 10-32,3-10-16,-1 1-24,-2 3 32,3-1-152,3-7 144,-4 15-24,-1-10-8,-1 12-8,1-12 16,-1 12 0,4-15-120,-1 1 104,-3 14-48,0-10 0,-1 12 32,2-14 72,-1 9-160,4-9 184,-5 2-32,1 13-72,1-5-16,-1 0-16,-1-8 24,6-5-72,-4 14 120,0-8-96,-2 10 56,1-10-8,1 10-48,2-15-24,0-1 120,-2 17-48,-3-14 24,3 14-32,-1-14 0,1 11-64,5-13 48,-6 2-48,2 10 80,1-10-112,-3 3 16,1 6-8,4-12 24,-2 2-88,-1 3 40,1 1-40,-1-1 104,0-1 8,2-2-24,1-1 120,-3 4-40,0-1-64,2-1 0,-1 1-80,1-3 72,2-2-8,-2 2 0,0 1-56,0 0 72,1-1 0,-1 1-32,2-3 16,0 0 48,0 1-40,0-1 0,0-1 24,0 0 24,0 0-56,0 0 16,0 0 16,0 0 48,0 0-40,0 0-16,0 0-216,0 0 352,3 0-216,1 0 16,0 0 24,-1 0 48,1 0 80,0 0-32,-1-3-40,3 3-24,0 0-24,-3 0 8,-3 0-32,6-4 32,-3 4-24,1 0 64,0 0 0,1 0 0,1 0 8,-3 2-72,3 0 136,-1-2-80,1 2-16,-2 0-16,-2-1 48,3 3-56,1 0 32,10-1 41,-12 1-1,1-2-40,-4-2-24,4 5 80,10-1-104,-10-2 64,10 3-8,-10 1-8,3-3-24,1-1 104,-4 4-80,14-1 88,-14-1-128,14 2 0,-6-2 16,-12-3 32,14 5-104,0-3 152,-10 1-48,16 1-24,-16-1 0,0-2-8,10 2-32,-9 1 24,14 3 16,-14-3-16,12 1 8,-14-3 0,-3-1 24,16 4-24,-12-1 40,10 2-40,-11 1 0,1-1 0,-5-7-24,6 6-8,-1-1 8,1 1 32,9-1-8,-15 1 8,2-4-8,1 1 48,3 3-104,-1-1 96,-1-1-32,1 0-40,-2-1 32,-2-3 32,3 4-56,-1 0 40,-3-1-16,4-1-56,-4 0-8,1-2 64,2 2-184,-3 0-8,3 0-9,-3-1-31,4 1-16,-4-2-56,0 0-136,0 0-40,0 0-152,0 0-104,0 0 736,0 0-856,0 0-161,0 0-15,0 0-88,0-3-8,-2-1-113,1 3 1241,-1-2-1400,-2 0-192,0-3-153,-1 1-55,1-1 40,0 2 1760,3 2-1601,-5-3 417,4-1-3441,2 6 4625</inkml:trace>
  <inkml:trace contextRef="#ctx0" brushRef="#br0" timeOffset="825">745 210 6849,'0'0'520,"0"0"-520,0 0 712,4 0 24,-4 0 41,4 0-41,-4 0-64,0 0-672,0 0 672,0 0-96,0 0-24,0 0-16,0 0 16,0 0 9,0 0-4010,0 0 7426,0 0-3521,0 2 0,0-2-32,0 2-8,0-2-416,0 0 440,0 2-96,-2-1-8,0 1 0,-2 0-24,3 2-312,1-4 361,-4 3-17,2 1-80,-2 0 48,1 0-64,-3-1-32,5-2-216,-1 0 256,-4 3-104,2-2 32,1-1 56,-1 1-48,0 0 56,1-2-72,-1 2-96,0-2 48,-1 0-56,1 0 72,4 0-144,-4 0 184,1 0-104,1 0 88,-2 0-72,1-4-24,1 2-72,0 1 120,-2 1-32,1-4 0,1 0 32,0 1-56,0 0-64,2 2 32,-2-3 16,0 0-72,1 1 64,1-3-24,0 1 16,0 4-32,0-4 48,0 0-72,0-1 73,0 1-49,0-1 16,0-3-16,0 3 48,0 3-56,0-1 8,0-1 40,3-10-16,1 15-8,-4 0-16,4-6 48,-1-8-120,1 10 80,0-2 0,-3 4-8,1-1 72,2-3-64,1 1-32,-1 1 32,0 4 32,0-2-40,-3 1 56,3 1 24,0 0-48,-1 0 16,1 0 8,0 0-64,-3 0 8,3 0 40,0 0-96,0 0 32,-1 0 56,1 0-40,-2 1 8,0-1 88,1 2-40,1 0-40,0 2 48,-1-1-40,-3 1-16,0-4 8,4 6-8,0-1-16,-4 1 16,0-1 8,3 3 40,-3-7-48,0 3-24,0 2-24,0-1 8,0 2 40,0 1 24,0-3-24,0-3 32,0 6-16,-1-1-40,-1 0 48,-2 1-32,0-1 48,4-6-40,-2 3 64,-3 2-80,1 1 64,-1-1-40,1-1-8,1-3 0,1 0 72,-2 2-72,0-1 80,1-1-56,-3 0-16,3 0-8,2-2 88,-4 2-96,-1 0 32,3-2 24,-3 0-16,2 0 16,4 0-48,-3 0 48,-1 0-88,-1 0 80,3 0-40,-2 0-8,1-3 8,1 2 72,-2 1-72,0-4 16,2 1 40,1-3 0,-1 2-80,0-1 64,0-1-96,0 1 32,0-10 96,0 15-88,2-2 16,-1-1 80,1-3-136,0-9 32,0 12 48,0-3-56,0 2 32,0 3 64,0-16-72,0 13 40,3-1-16,-3-10-48,4 12 64,-4-1-80,4-2-16,-1-8 56,1 10-32,0 0 56,-2 2-16,-1 1 40,3-3-40,0-2-16,-1 1 8,3 1 32,-3 1-24,-2 3 8,-1 0-16,5-4-80,-1 4 32,-1 0 40,3 0 16,-5 0 0,2 0 32,0 0-112,1 0 32,0 2 16,-4 3 8,0-2 24,0-2 64,3 4-72,1-1 8,-4 0 0,0 1-24,0-1 24,0-3 0,0 3-32,0 0-56,0 2 40,0-3 56,0 3 32,0-1 16,0-1-56,-2 2-24,0-5-24,-1 5 96,-1-1-48,4-5 32,-2 4 0,-1 2-16,-1-1-24,-2-1 8,3 1-32,1-4 32,-2 0-24,0 1-56,3 4 48,-3-3 8,0 1 96,3-2-72,0 0 48,0-1-24,-1 1-24,0 0-72,-2-2-32,2 2-112,2-2 216,-1 2-344,1-2-209,-2 2-47,2-2-112,-2 1-112,2-1 824,0 0-888,0 0-208,-2 0-89,2 0-111,-2 0-128,2 0 1424,0 0-1497,0 0-95,0-3 16,0 3 63,0 0 257,0-4-3529,0 4 4785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0.56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287 9 6833,'0'0'184,"0"0"120,0 0-304,0 0 456,0 0 136,0 0 56,0 0-7,4 0 31,-1 0 32,-3 0 16,4 0 24,-4 0 48,0 0-7,4 0-9,-2 0-776,0 0 800,1 2-112,1 0 80,-4 0-128,4 0-56,-4-1-584,0-1 593,3 4-161,1-2 96,0 0-88,-1 1-32,1-1-24,-3 0-384,2 2 320,0 1-16,1-1 16,2 1-24,-3-1-56,-1-1-240,0 0 312,2 2-64,-1-1-56,1 1 33,0 1-57,1-1-168,-5-5 128,4 6 32,-1-1-56,3 1 0,-2-1 32,1 1 0,-3-3-136,2 1 112,-1 4-24,3-3 64,-1 1-72,-1 8 24,0-10-104,-2-2 96,3 5-96,1 8 120,8-11-64,-10 1-32,2 1 56,-5-5-80,14 12 0,-11-11 32,1 4 16,1 1-24,8-1 32,-12-4-56,0 1 40,4 3 48,-1-1-64,10 3-48,-11-3 40,-1 0-16,-3-4-48,6 4 40,-1-1 24,1 0-16,-1-1 40,1 3-24,-5-5-16,2 3 8,2 2-64,-1-1 16,-1-1 32,1 1 0,-4-1 8,0-2 56,4 3-24,-4-3 72,3 4-88,-3-4-24,4 3 0,-4-4 8,0 4-56,0-2 24,4-1 56,-4 0-24,0 2-24,0-3 24,0 1 24,0 0-72,0 0 64,0 0-64,0 0 0,0-1 48,0 0 24,0 0-72,0 1 80,0 0 8,0-2-56,0 0 48,-1 0-32,0 0-8,1 0-32,-2 0 40,0 0 0,2 0 16,-1 1-16,0 0 24,1-1 0,-1 0-56,-1 0 16,-2 0 24,2 0-24,2 0 16,-2 0 24,-1 0-40,-1 0 0,0 0 8,1 0-32,1 0 40,0 0 32,-2 2-72,-1-2 88,1 2 8,-1-2-96,0 1 40,4-1 64,-4 2-96,-1 0 96,1 0 0,-1 0-104,1 2 48,4-4-8,-4 3-56,-2 3 8,-1-3 88,1 1-32,-8 2-16,12-3 8,1-1 48,-6 5-8,1-1-16,-8 1-24,12-1-8,-3 1 8,6-7-16,-7 15-16,-1-13 64,1 5-32,-8 0-48,12 8 80,0-13-32,-2 2-48,-2 3 24,-8 8 64,10-10-48,-3 1 48,3 4-40,3-6 48,-13 2-32,12 0 40,-5 10 0,1-10-16,-8 1 8,14-7-48,-2 15-56,-2-10-8,-2 1 24,-1 1 16,3 0 64,2-4-40,-2 0 40,0 4-24,-1-1 40,1-1-32,1 1-16,-1-3-24,-1 1 48,1-2-40,1 4 16,2-5 48,-2 1-104,3 0 48,-1-2-32,0 0 16,0 0 0,0 0 32,1 0-16,0 0 40,1 0-48,0-4 0,0 4-16,-1-3 32,1 3-8,0-4 48,0 4-32,-2-4 8,2 4 16,0-3-56,-1 1 16,0 0-32,1-2 0,0 1 120,0 3-104,0-4 24,0 1-8,0 2 32,0-2-152,-2-1 128,2 4 16,-2-4-40,2 1 24,0 3-8,0 0 40,-2-4-96,2 0 72,0 4-24,-1-3-16,1 1 24,0 0 48,0-4-24,0 1 24,-2 1-40,2 0-40,-2-1 32,2 5 8,-2 0-40,2-4 32,-2-1 24,0 1-64,0-1 48,2 3-8,-1 0 24,1-2-80,-2 1 32,0-1-40,0-2-8,1 3 72,0 1 64,-2-4-16,1-8 56,-2 14-72,2-6-40,-1-9-24,2 15 32,-2-3-72,-3-3 8,1-9 32,1 12 16,-1-1 40,3-3-24,0-1 80,-2 5-96,1-3 88,-3-9-136,2 12 8,0-9 56,3 9 24,-5-1-104,3-1 128,-3-1-56,1 1 8,1-1 40,3 5-40,-3-3-40,-2-2-16,0 1 24,1-10 0,1 11 40,1 2-8,1 1 32,-2-3-32,0-1 8,-1-1 40,3 1-8,-2-1-72,-1 2 40,1 1-88,1-1 40,-1 0 72,0 1 0,3 1-32,0 0 40,-1-2-72,1 1 136,1-1-120,-2 4 8,0-3 8,2 2 72,-2 1-200,2-3 200,-2 3-80,2-4 72,0 4-64,0 0-72,0 0 32,0 0 16,0 0 8,0-4 40,0 4 48,0-3-80,0 3 64,0 0-32,0 0-40,0 0 16,0 0 32,4-4-32,-4 4-40,0 0 32,4-4 8,-4 4-8,3 0 8,-3 0 8,4 0 24,-4 0-56,4 0 40,-4-2-16,0 0 24,3 2-64,-3 0 160,4-3-104,0-1-32,-1 0 64,-2 4-48,-1 0-120,3 0 112,1-3 24,-1-1-40,1 4 48,-2-2-24,0 0 0,1-1 8,3-1 40,-1-1-56,1 1 24,6-1-16,-9 4-24,-3-4-8,5-1 64,10 1-40,-11-10 8,1 11 40,-2 3-40,9-3 0,-8-13-16,12 17 24,-12-5-32,10-1 8,-11 3 16,-2 1 40,16-13 8,-14 10-24,14-10-32,-12 11-8,10-1 16,-15 5 24,6-6-48,-1 1 40,12-10-40,-14 11-8,12-1 8,-14-1 24,2-3-56,2 5 24,1-1 48,9-1-24,-15 1-8,5-1 64,1 1-96,-1 1 120,1 0-40,-1 1-40,-1-1-8,-4 4 16,3 0-80,1-4 0,0 4 56,-4-3 0,4 3 16,-4 0 8,0 0 48,0 0-88,0-4 40,0 4-16,3 0 0,-3 0 16,0 0 16,0 0-32,0 0 112,0 0-136,0 0 32,0 0-32,0 0 32,0 0-152,0 0 104,0 0 16,0 2 48,0-2-16,0 0 8,0 0 16,0 0-56,0 0 24,0 0 0,0 0 8,0 0 16,0 0 48,0 0-152,0 0 24,0 0 8,0 0 8,0 0-40,0 0 480,0 0-752,0 0 336,0 0 0,0 0 16,0 0-40,0 0 560,0 0-1024,0 0 456,0 0 8,0 0-16,0 0 8,0 0 24,0 0 856,0 0-1696,0 0 824,0 0-56,0 0 16,0 0 56,0 0 1224,0 0-2400,0 2 1184,0-2 48,-2 2-96,1-1 32,1 1 8,0-2 40,-2 4-88,2 0 64,-2-3 16,0 3 0,0 0-16,1-4 24,0 2 0,-1 3-56,1-3 88,-1 3-16,0 1 48,0-1-48,0 1-40,2 0 48,-2-1-32,1 2 24,-1 1-32,2-7 16,-4 5-8,2 9-88,-1-12 144,1 3 0,-2 9-40,3-13-8,0 1 112,-2 12-104,-1-10 40,0 14 16,-1-4-24,1-2-40,4-12 64,-6 16-40,1-10 128,1 15-112,-1-7-8,-1 2 0,5-11-32,-1 8-40,-4 0 16,1 3 48,1 1 32,0-1-56,2-6 0,0-6 104,-1 12-56,-1 0-24,0-1-8,1 1-16,-1-3-16,4-13 16,-2 13-16,-1 1-24,1-10 32,0 14 64,0-14-24,1 2-32,0 3 40,-1-7-32,2 3 32,0 9-56,-1-13 64,1 3-80,0 2-88,0-3-24,0 0-144,0-1-40,0 1-144,0-3 472,0 2-537,3-1-143,-3-2-104,4 0-48,0 0-112,-2 0 944,-1 0-1008,5 0-153,-1-4-191,1 0-200,-1 1-137,1-3 1689,-6 6-1640,4-5 96,1-10 303,1 11 409,-1-1 312,10-14 272,-15 16 168,5-14-32,10 12 8,-15-12-3865,0 17 3969</inkml:trace>
  <inkml:trace contextRef="#ctx0" brushRef="#br0" timeOffset="496">557 287 7169,'0'0'360,"0"0"-360,0 0 448,4 0 32,-4 2 24,4-2-103,-4 0-33,0 0-368,0 0 408,0 0 8,0 2 56,0-2 80,0 0 104,0 0 32,0 0-688,0 0 752,0 0-71,0 0-41,0 0-16,-2 0-96,1 0-528,0 0 488,-3 0-48,-1-4-16,-1 4 0,1-4-16,0 4-408,4 0 368,-6 0-63,-8-3-49,12 3-16,-5-4 24,-6 4-24,11-1-240,-2-2 240,-13 3-40,10-4-24,-12 4-8,15 0-16,-7-2-152,7 1 184,-2 1-8,-12 0 72,5 0-136,-1 0-8,0 0-48,14 0-56,-12 0-32,-2 0 56,0 0 40,-1 0 8,1 0-8,8 0-64,-1 0 144,-7 0-104,1 0-24,6 2 32,-10-1-16,6 1-32,9-2 48,-4 4 8,-13-2-16,12 0-32,-8-2 8,9 2-16,3-2 0,-7 1-24,5 1-24,-1 0-32,-8 0 40,10 0-96,1-1 136,2 0-192,-5 0-104,-1-1-168,3 2-216,-2 0-144,1 0-201,6-2 1025,-5 2-1288,-1 0-168,2 1-216,1-1-129,1 0 9,1-1 1792,0 0-1537,-1 1 385,0-1 472,2 1 328,0 0-48,3-2 400,-2 0-3977,-1 0 3977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5.01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415 5 7041,'0'0'768,"0"0"192,0 0-960,0 0 953,0 0-105,0 0-48,0 0-152,0 0-112,0 0-4321,0 0 8074,0 0-3905,-2 0 112,2 0-55,0 0-9,0 0 64,0 0-496,0-4 408,0 4 8,0 0 56,-2 0-64,2 0 8,0 0-416,0 0 464,0 0-56,0 0 57,0 0-113,0 0 8,0 0-2409,0 0 4418,0 0-2121,0 0 176,0 0-144,-2 0-24,2 2-24,0-2-232,0 2 112,0-1 48,0 1 24,0 0 32,0 2-24,0-3-192,0 0 208,4 2 0,-1 1-48,-3-2-40,4 2 48,-4-3-16,4 3 0,-4 2-40,3-1-7,-3 1 23,4-1-8,-2-3-120,0 2 160,1 3-64,1 0 224,0 1-208,-1-1 16,2 5-128,-4-9 152,3 0-264,-1 3 248,1 9 16,0-10-24,-1 10 0,-2-14-128,4 3 72,-1 11-24,1-9 40,-1 8 24,-1-8-16,1-2-96,-2-1 120,2 5-32,-1 8 96,1-10-96,0-1-32,-1 9-56,-3-13 64,4 1-120,0 3 80,-1 3 24,1-3 24,0 1-80,-3-5 8,1 3 32,2 2-64,0-1 216,-4 1-168,3-1-8,0-1-8,-2-2 32,-1 0-232,4 3 344,-1-1-104,1-1-24,-4-1-16,0-2 0,0 2-112,4 0 64,-4 0 64,4-2-32,-4 0 16,0 0 24,0 0-56,0 2 64,0-2-96,0 1 24,0-1 40,0 0-48,0 0-96,0 0 152,0 0-176,0 0-64,0 0 0,0 0 1048,0 0-2048,0 0 848,0 0 88,0 0-200,0 0-33,0 0 3466,0 0-6482,0 0 2721,0 0 48,0 0-160,0 0-16,-2 0-145,2 0 1097,-2-3-1248,0 3-128,-2-4-161,2 0-103,-1 4-72,2-1 1712,0-1-1665,-3 2-1199,1 0-1809,3 0 4673</inkml:trace>
  <inkml:trace contextRef="#ctx0" brushRef="#br0" timeOffset="515">36 223 7817,'0'0'928,"0"0"-23,0 0-193,0 0-272,0-3-40,0 3-80,0-4-16,0 4-16,-1-2-288,0 0 376,1-1 32,0-1 24,-2 0 40,0 1-15,1-1-457,0 4 432,0-4-8,1 1-16,-2-1 8,0 0-16,0 1-8,1 1-392,-2-2 352,0 0-32,1 1 216,0-1-168,0 4 65,1-3-433,0 2 456,-1 1-184,2-3 256,0 3-80,-1 0-24,1 0 8,0 0-432,-2-4 344,2 4 16,0 0 48,0 0-8,0 0-24,0 0-376,0 0 401,0 2-57,0 0 152,0 0-168,0-1-40,3 4-288,-3-4 296,0 4-160,4 1 152,0-1-32,0 1-56,-1-1-8,-2-3-192,2 2 144,1 3-8,-1 1 64,3 6-40,-1-10 0,-1 1-160,-2-3 240,3 13-112,10-9 96,-11 10-88,1-10-64,1 8 65,-6-13-137,5 4 0,10 2 48,-15 12 32,5-12-24,10 10 8,-15-14-64,0 1 80,4 13-80,0-12-112,1 12 104,-1-12 8,-1 8 0,-3-9 56,4 1 56,0 10-24,-1-10-80,-3 10-16,4-9 16,-3-5-8,-2 5-104,5 1 40,-4-1 48,3-1 16,-3 1 8,0-3-8,0-1 40,4 6-104,-4-3 128,0 1-232,0-1-16,3-1 184,-2-4-169,-1 4-183,0 1 152,0 1-88,0-3-72,0 1-64,0-3 424,0 2-536,0 0-96,0 1 72,0 0-104,0-2-73,-2-1 737,2-1-720,0 2-280,-2 0-120,2 0-168,0 0-305,0 0-247,0-2 1840,0 1-2153,4-1-303,-4 0 319,3 0-3320,-3 0 5457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6.84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682 3 9858,'0'0'1336,"0"0"-1336,0 1 1072,0-1-336,0 2-160,0 0-63,-1-2-9,-1 0-504,2 0 568,-2 0 32,-2 0-64,1 0 24,-1 0-56,0 0 0,3 0-504,-3 0 552,-2 0-135,1 0 31,-3 0-120,-6 0-8,11 0-320,0 0 360,-2-4-72,-12 4-16,10-3 0,-12 3-40,12 0-232,7 0 272,-18 0 16,3 0-80,7 0 40,-15 2-24,6-2 8,12 0-232,-8 1 264,-8 1-88,5 0 9,-4 2-17,-2-1-8,8-1-160,7-2 224,-13 4 16,0 0-40,0 1 32,-1 1-72,-1-1-80,21-4-80,-18 4 96,1 0-104,-1 1 96,1-1 0,0 1-24,9-4-64,-1 1 72,-6 3-104,-1-3 0,2 3 48,1-4 8,8 1-24,4-3 32,-16 6 24,11-2-80,-8 1 24,9 1 8,1-3-72,3-2 64,-4 2-96,1-1-184,-1 0-80,3 0-136,1-1-136,1 1 632,0-2-793,-1 2-343,2 0-288,0 0-433,0 0-487,4-2 2344,-4 0-2705,4 0 49,1 1-3338,-5-1 5994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0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29 7097,'0'0'240,"0"0"56,0 0 128,0 0 56,0 0 24,0-3 57,0 3-33,0 0 24,0 0-32,0 0-48,0 0-8,0 0-464,0 0 448,0 0-64,0 0 32,0 0-48,0 0-39,0 0-2274,0 0 4226,0 0-2001,0-4-8,0 4-24,0-4-16,0 1-232,0 3 208,0 0-32,-2 0-56,0 0-16,1-4-40,-1 4-16,1 0-48,0 0 72,-1-4-64,-2 4-40,3-3 48,-3 3-24,0-4 24,1 4 48,-1 0-48,0 0 16,0 0 32,3 0-64,1 0 40,-4 0-40,0 0 8,1 0 32,1 0 56,0 0 80,1 0-176,0 0 240,-1 0-32,2 2 72,0-2 0,0 2-24,0-1-256,0 0 280,-2 0-56,2 1 9,0 2 15,0 0-8,0-3 0,0 0-240,0 2 192,0 3-80,0-3 96,4 3-24,0-1 40,-2-2-224,-1 0 264,3 2-88,2 1 0,-1 1 40,1-1-32,-1 0-184,-5-5 192,6 14-8,-1-11-32,1 1 8,-1 2 8,1 1-16,-4-6-152,1 1 144,12 5-24,-11-3 16,1 1-8,1-1-8,4 0-120,-6-2 144,0 4-56,0-2 9,1 1-9,10 1 8,-11-1-24,-4-6-72,5 7 32,12 0-48,-14 8 16,3-11 48,10 3 56,-14 0-104,0 1 128,13-3-24,-10 10-40,10-9 48,-9 12-8,6-12-104,-10-5 112,4 18-16,14-12-48,-14 13 0,16-12-8,-8 12 8,-12-16-48,2 9 48,18 1-40,-7 5 32,-10-1 16,19 0-32,-15-5-24,-3-5 88,10 10-32,-1-1-32,0 1-16,1 0-16,-1 0 8,-15-17-32,6 17 24,14-1 8,-6-1 24,-8 1 8,12-1 0,-12-1 8,10-8-104,-12 12 80,13-14-40,-14 12 24,2-13 0,-4-3 56,15 14-80,-16-9 56,6 1-48,-1 8 32,1-12 16,-5-2-32,3 4-32,2 2-8,0 1 8,-3-3 16,1 2 48,-4-3-32,0-2 56,4 2-32,-4 1-48,3-3-8,-3 0 32,0 0 0,0-2-40,0 0 32,0 1 8,0-1-16,0 2 40,-2-2-32,2 0 8,-1 0-16,-1 0-40,-2 0 40,0 0-16,1 0-8,1 0 40,2 0 24,-4-3-64,0 3 56,1-4 0,-1 0-8,0 1-16,4 2 8,-5-2-16,-1-1-64,1-1 24,-1-1 48,1-10 0,1 14 8,1 0 56,-5-3-56,1-14 24,-8 14-40,10-16 8,-10 9 8,13 10 8,-5-13-32,-14-2-56,7-1-16,-1 0 16,8-1-56,1 15 136,-10-10-80,-1-6-64,0-1-8,1 3 24,-2-2-56,7 7 184,5 6-152,-11-14-32,-1-1 23,2 2-15,-3 0 8,1 1 24,1 3-72,2-3 24,-1 5 24,-1-1 8,3 10 40,8-4 120,-3-3-32,-6 7-104,8-14 8,-11 16 24,10-3-40,-3-4 144,6 5-96,-1 5-24,-9-3 16,10-3-8,-10 3 24,10-1 0,3 4 88,-4 0-104,-8-4-40,10 4 40,-2-3 8,1-1 32,2 4 64,0 0-24,-2 0-24,-1 0 40,3 0-48,-1-4 24,0 4 32,4 0-8,-2 0-8,1 0 16,-1 0 8,0 0-24,2 2 16,0-1 0,0 0 32,0 1-88,0 0 112,0-1-40,0 3-32,0-3 16,0 0 64,4 1-104,-4 1 8,3 3 88,3-2-40,-3-1-8,-2-2-8,2 4 48,3-1-128,-3 1 40,3-1 40,-2 1-8,-2-2 8,1 0 56,1 2-40,1 1 16,1-1-16,-1 1-24,8-1 8,-11-5 40,-2 6-16,6-1 8,-1 3 16,10-1-16,-12 0-16,-2-5-16,2 4 48,3 9-24,8-12 16,-10 5 24,2 10-24,4-15-40,-4-1 24,-2 15 8,1-2 16,14-8 8,-14 13 96,12-5-8,-17-15-144,5 15 104,14-1-8,-14 1 16,12 0-48,-3 1 56,-11-9-120,0 3 112,19 6-96,-5 1 104,-3 1-64,1 3 56,0-3 40,-1 0-56,3-1 24,-2 0 0,1 1 8,-1 0-40,-14-15-88,3 13 152,18 0-48,-16 1-40,12-3 0,-12-6-80,3 2 16,-2-2 40,-1-2 16,9 12-40,-12-12 24,3 1-40,-1 0 0,-5-7 0,6 6-8,-2-1 8,-1 1-32,1-4 8,0 1 8,-4-2 16,0 0-48,0 1-8,0-2-16,0 0 72,-2-4 8,-2-1-64,-1 1-16,-1-1 80,-1-1-72,6 5 64,-6-12-8,-7 7-32,8-11 8,-10 3 32,10 8 0,-4-5 0,0-2-24,-5-3-40,0-3 8,-3 1-48,1-4-16,2 4 120,12 14-184,-17-20-48,0-2-24,-1 0 24,-3 1 0,2-3 48,-1 2-48,-1-1 8,2-1 8,-1-1 64,0 1 48,9 11 104,6 7-48,-15-16-16,1 2-80,2 4-16,0 1-16,2 1 176,18 18-144,-19-17 32,3 1-16,1 10 24,0-14 16,0 16-16,13 2 104,-3-1-24,-11-3-57,10 1 33,-9 1 8,12 4-8,-2-3 48,4 3 8,-6 0-40,1 0 8,1 0 32,-1 0-24,4 1 24,2 0-8,-3 2 32,1 1-80,0 1 40,2-1 56,0 1-16,0-2-32,0 0 72,0 4-8,4 1 9,-1-1 7,1 8 32,-1-12-112,-2-3 112,4 6-16,1 1-32,-1 8 16,1-9 32,10 1-40,-16-2-72,0 6 128,6-5-56,10 1 0,-12 8 88,2-9-72,7 7-88,-8-8 136,-1 0 16,12 12-32,-12-2 88,12-8-56,-12 13 16,-4-18-168,17 11 160,-12-7-56,15 12 64,-5-11-16,-9 13-8,4-13-144,2 1 160,2 7-64,1 1 8,0-1-88,0 2 56,-2-4-72,-10-10 80,12 14 0,1-1 96,-1 1-80,0 1 16,1 1-16,-12-15-96,9 12 48,5 4-64,-1-1 0,-2 1 80,1 2-8,-7-10-56,-3-4 128,-1 14 0,17-5-72,-16 1 0,12 0 24,-12-2-80,-6-15 40,16 16-7,-12-10-17,2 9 16,-1-10 8,1 9 24,-4-14-64,1 1 56,1 4-96,-1 1 32,-3-1-80,0-3 64,0 0 24,0-2 24,0-1-40,0 0 40,0 0-64,0 0 24,0 0 0,0 0 16,-1 0-49,-3-4-47,-2-1 32,-1-1 48,0-8-16,-1 11 32,1 0 32,1-13-48,-12-1 24,11 2-48,-13 1 64,13-2-24,6 15-40,-17-14-16,3-1 48,-1-3-80,-3 1 24,1-2-56,12 13 120,-7-10-120,-3-3-32,-3-1 24,1 1-8,0-2 56,4 9 80,7 6-56,-13-17-8,0 0-24,0 2-72,-2-2-32,1 4-16,20 18 208,-20-16-184,1-3-24,0 1 48,0 0 72,-1-2-40,13 13 128,-2-2-96,-8-9 16,1 3-48,1 11 56,1-16 24,9 18 48,5 3-40,-20-19-16,16 14 40,-12-9-24,12 12-8,-3-3 64,5 5-16,-8-3-56,7 0 8,-2 0-16,1 1 0,1 3 32,1-3 32,1 2 8,-4 1-16,4 0 40,1 0-88,-1 0 48,2 0-16,0 0 24,-2 0-56,2 2 64,0 0-16,0 1 24,4 3-16,-3-5 0,1 2 40,2 2-104,-4 2 80,5 8 8,1-11-8,5 1-16,-7-3 88,-1 6-24,3 8-8,-1-10-16,10 12 64,-11-1-24,-2-15-80,10 10 88,-6 7-16,11-1-24,-12-3 8,12 1 32,-14-6-88,-1-1 160,15 7-16,-3 3 32,-8-3-40,14 4-48,-6-1-88,-13-17 88,4 18-8,17 2 24,-16-4 8,16 3 16,-7 1-24,-11-17-104,6 8 112,7 9-40,0-2 24,-1 2-32,1 0 8,-7-6-72,-6-10 112,11 17-88,2-3 8,-3 0 16,1 0 48,-9 0 16,-6-18-112,20 17 104,-15-1-80,14-1 0,-14-1 32,10-1-24,-13-12-32,1 1 96,3 13-72,-1-12 24,10 10-8,-15-13-40,0 3 0,0-5 8,4 6-32,-1-2 96,-3-1-48,0-1-8,0 0-40,0-2 24,0 2-104,0 0 24,0-2-56,-1 0 48,1 0 80,-3 0 8,2 0-56,-5-4 56,1-2 104,-1 1-240,-1-10 104,2 11 32,5 4-8,-15-5-144,9-15 96,-1 14 16,-8-16-64,10 17 24,-14-19 32,14 7-152,-15-1 88,14-2-48,-14-1 0,8 6 160,9 10-64,-12-19-96,-1 2 16,-2 0-8,1 0-16,-1 0 8,15 18 160,-13-14-168,-2-6-16,-2 0 24,1 2 32,1 0 32,7 11 96,2 2-64,-10-13-32,1 0 24,-1 1-40,1 1-16,1 3 128,16 16-72,-16-16-72,1 1 72,1-1-8,0 2 0,-1 1 32,8-1 0,-10 0-32,12 10 40,-10-14 0,10 16 16,-4-8 24,6 7 24,-2 0-48,0-1-1,-8-1 34,12 1-1,-4 1 8,6 4-16,-5-4 24,-1 1-89,1 3 73,1-4-8,1 4-8,2 0 8,0 0 65,-1 0-57,-2 0-8,2 0 0,0 0 0,1 0 0,1 0 8,0 0-16,-2 0 40,2 0-16,0 0 24,0 0 40,0 0-80,0 2 56,0 0-40,0 0 24,0-1 8,3 5 24,0-3-72,-2-1 104,3 4-16,1-1-16,1 10 16,9-9 8,-15 1 24,0-7-120,5 18 136,12-12-32,-17 12 16,16-10-16,-10 12-32,-1-15-72,4 5 152,-3 6-72,10 1 56,-10-1-8,12 3-24,-6-4-104,-9-10 160,12 15-40,0 0 40,-1 2-48,1 0-32,1 1 0,-12-19-80,9 15 32,4 3-48,-1 2 80,1 0 0,-1 2 40,-7-13-104,-1-2 192,8 15-72,1-2-40,1 1-32,-1-1-56,0 0 8,-16-22-16,18 24 48,-1-1-24,-1-1 0,1 0 8,-2 0-8,-10-17-8,5 8-64,7 9-48,-1-2 64,0 0-72,-3-3 40,-3-6 80,-7-8-96,1 10-200,14-1-104,-14-6-120,12 7-160,-13-10-80,-4-4 760,5 5-905,1 2-279,-3-3-248,1-1-249,-4-2-151,0-2 1832,0 0-1832,0 0 271,-2 0 457,-2 0-3473,4 0 4577</inkml:trace>
  <inkml:trace contextRef="#ctx0" brushRef="#br0" timeOffset="1344">1540 1900 7633,'0'0'608,"0"0"48,0 0-656,0 0 673,0 0-121,0 0-32,0 0-64,0 0-8,0 0-3097,0 0 5730,0 0-2689,0 0 48,0 0 16,0 0-16,0 0-7,0 0-49,0 0-96,0 0 40,0 1 0,0 1-16,0 1-312,0-2 392,0 4-72,0-1-40,0 2 8,0-1-48,0 3 40,0-8-280,0 7 296,0 8-8,0-10 48,0 12-31,0-10-41,0 1-264,0 4 272,0 3-56,0 0 72,0 3-56,0 2-32,0-3-200,0-12 168,0 21-72,0-2 200,0 2-208,0 1-16,0 1-16,0-24-56,0 23-136,0 6 128,0 0 48,0-1-24,4 3 8,-4-18-24,0-1 72,0 17-40,3 0 0,-3 2-8,0 0-24,4 0-16,-4 0 8,0-2 24,4 0-16,-4-4 8,0 1 8,0-22-16,0 11 16,0 7-56,0-6 72,0 0-32,0-3-24,0-6 24,0-5 16,-2 10-88,-2-1 128,0-8-120,1 12-16,-1-14-24,4-5 104,-5 17-216,1-12 56,-2 1 64,3-1 16,-1 1-40,1-4 120,0 1-88,2 1-64,-5 0 112,4-3-136,-1-1-64,0 0 240,2 0-232,-5 0-192,3 0 175,-3 0-79,3-5 8,-3-1 48,5 3 272,-2-10-344,-2 7 80,1-10 0,0 10 24,1-16 0,1 13 240,0 3-192,-2-12-24,1-4-48,-3 0 24,1-4-32,-1 0 272,6 26-256,-5-27 8,1-4 8,-1-3 32,-1 1 7,2 0 33,3 21 168,-1-11-152,-2-12 8,0 0 32,1-3-32,1 1 16,-1 6 128,2 22-136,-3-34-48,3 3 80,-1-2-72,0-1 8,0 1 0,2 35 168,0-26-224,0-8 24,0 2 56,0 5 88,0-1 0,0 19 56,0 2 8,0-12-8,0-1 0,0 7 8,4 1 32,-4 4-40,0 14 64,0-5 0,0-12 96,0 14-16,0-1 32,3-1 16,-3 5-192,0-2 216,0 0-16,0 3 32,0 0 16,0 0-48,0 0-200,0 0 256,0 2-56,4 3-23,-4 1-1,4-1-8,-4 12-8,0-16-160,0 3 168,0 18-48,0-5 24,0-1 0,0 5-8,0-11-136,0 2 176,0 10-48,0 3 56,0 3-40,0 3-8,0-4-136,0-22 144,0 26-32,0 4 40,-2 0 72,0 3-16,2 3 0,0-31-208,0 20 232,0 11-104,0-3 48,0 1-40,0-1 8,0-12-144,0-11 200,0 25-80,0-1 104,0-2-88,0 1-15,4-1 111,-4-37-232,0 35 72,0 0 8,0-4 24,0-3-72,0-4 24,0-16-56,0 6 72,0 6-80,-2-5 120,0 0-104,0-8-16,-1 4 8,3-7 48,-4 1-128,0 2 136,1-1-56,1-2-32,0-3 16,2-1 16,-2 0-88,-2 0 16,1 0 32,1-3-64,-2-3 56,3-2 48,0 2-16,-2 0-56,1-14 24,-2 5-96,0-3-16,1-2 160,3 20-177,-4-23-79,0-4 72,1 3-32,-1-5 0,-1-3-16,3 23 232,-2-11-224,0-13-48,-1 0 32,1 0 8,0-1-48,1 11 280,1 12-232,-2-24-56,-1-2 64,-1 2-48,3-4-40,-1 4 48,3 31 264,-2-28-328,-2-7 15,1 2 89,0 0-32,1 2 40,1 19 216,0-1-152,-4-16-40,3 2 80,-1 0-24,0 3 32,1 6 104,3 18-64,-6-18-8,3 2 56,-1 4-8,2 1 32,-2 11-24,3 1 16,-1-9-24,0 9 0,0-1 32,0 0 72,2 4 64,-1 0-144,0 0 192,1 0 24,0 2 8,0 4-24,0 8 24,0-8 0,0 12-15,0-10-33,0 14 32,0-6-8,0 3-8,0-11-192,0 6 240,0 6-32,0 4 80,0 4 16,4-3-48,-4-1-256,0-16 280,4 23-64,-4 2 96,3 2-16,-3 0-32,4 2 0,-4-32-264,0 26 200,4 6 8,-1 0 56,1 0 8,0-1-39,-2-15-233,-1-3 272,3 19-64,-4-4-64,4 2 48,-1-4 8,-3-3-200,0-25 184,4 29 56,-4-5-32,4-1-72,-4-2-24,3-4-24,-3 0-96,0-3-8,0-2 72,0-10-48,0 12 32,0-14-40,0-1 72,0 4-72,0-1 232,0-3-224,0 2 16,0-2-40,0-2 16,0 1-248,0-1 168,0 0 24,0-3 16,-1-3 40,0 4 0,0-1 24,1-14-64,0 12 32,0-14-16,-2 3 40,2 3-16,0 9 16,-2-14-56,2-1 112,-2-3-88,2-2-8,0-1-32,0 18 56,-2-14-160,1-7 8,1 3 32,-2-3 64,0-1 0,2 9 56,0 8-48,-2-21 0,2 2 80,-2 0-152,2-4 0,0 2-32,0 32 152,0-33-280,-2-1 168,2 2 0,-1-4 0,-1 2 8,1 21 104,0-7-144,-1-12-48,0 4 103,0-3-15,1 7 16,-1-1 72,-2 2-112,0 6 80,3 1-16,-5 1 48,4 10 8,2 3 8,-2-12-56,-1 11-8,1-2 32,-2 3 40,2-1-16,1 4 8,0 0 40,1 0-48,-1 0 40,1 2-32,0 2 32,0 1-8,0 10-64,0-10 80,-2 12-24,0-2 24,2 1 8,-1-10-48,0 7 40,-1 7-32,0 0 48,2 2 0,-1 2 0,-1 0 48,0 3-48,0 1 137,0 1-81,0 3 32,1-1-16,0-29-128,0 27 48,-1 4 0,0-1 48,0 1 16,2 2-56,0-19-56,0 1 128,-2 18-128,1 0 96,1 0-48,0 3-16,-2-7-32,2-25 40,0 33-80,0-5 72,0 5-48,0 0 16,0-4-72,0-27 72,0 20-208,0 7-128,0-3-208,0-1-257,0 0-327,0 0-288,0-1-337,0-1-127,0-1 8,0-2 423,3 1-3408,-3-27 4857,0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0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1038 278 10506,'0'2'1208,"0"0"-336,0 0-336,3 0-176,-3 0-360,0-1 288,4 3-15,-4 2 135,0-1-40,0 1 72,-2 0-440,2-5 464,-2 6-80,1 1 136,-3 8-120,0-10-32,-1 10-8,3-14-360,-2 2 240,-1 11 16,-3-8 40,1 11-119,-8 1-1,11-8-176,3-6 224,-16 12-64,12 3-8,-16-2-16,5 3-16,-1 1-72,16-21-48,-18 22 72,-1-1-88,0 3 64,-4-1-32,0 2 40,12-14-56,-2 2 64,-10 13-88,-2 1 48,1 0-40,-3 1 40,7-4-24,16-21 0,-20 24 8,-1 5 152,2-5-200,0-1 64,-2 4 0,20-24-24,-12 10-136,-5 11 152,1 0-24,1-6-8,3 0 32,6-9-16,6-4 32,-11 9-24,0-3 104,1 1-120,8-1 40,-9-1-32,16-13 48,-4 14-96,-12-10 48,12 2 8,-10 1-8,13-1-16,0-5 16,-2 2 32,-1 1-80,-1 1 160,5-4-112,-3-1-16,3-1 16,0 0 32,-1 0-176,2 0 168,0 0-32,0-5 0,0 1 48,0 4-40,0-4-40,6-10-40,-1 10 16,1-1 0,8-14 56,-11 16 8,-2 1 8,14-17 16,-10 3 48,12-1-104,-2 1 24,-10-3 8,-5 17-48,22-21-80,-5-1 80,-1-4 32,3-1-32,-3-3 32,-10 23 16,7-13-48,9-11-32,-2-4 152,4 0-104,0-1 24,-4-3-8,4 5-112,-2-3 128,2-1-40,0-1 48,-2-1-32,-20 38 24,20-33-32,-2-3-24,-2 1 40,1 4 16,-3-1-16,-7 19 16,1-1 32,6-12-32,1 1 144,-12 7-152,16 0 32,-17 6-24,-3 13 16,14-15-136,-12 1 304,3 12-192,-1-15-16,1 16 40,-5 3-16,3-4-120,0 2 96,0-1 48,-4 0 8,0 4 0,0 0-32,0 0 112,0 0-32,0 0 80,0 6-144,0-1 16,-2 10-32,2-15 0,-4 6-104,-3 14 104,0-4 32,-10 3-8,12 1 24,-3-12-48,-5 6 40,-3 12-32,-3 0 72,1 5-16,-2 0 8,2-5-72,14-19 72,-20 28-40,0 0 56,-2 2-16,0 1 0,-1-1-8,22-31-64,-18 25-8,-6 6 0,1 1 24,1 1-8,-3 1 32,15-18-40,3-5 72,-16 22-32,4-3 128,-2-1-128,1 0 8,4-5-48,20-28 56,-21 27-112,1 2 128,3-5-40,0-4-24,-1 0 16,14-15-24,-6 6-8,-4 4 0,0-2 32,8-1-8,-12-8 16,16 7-32,1-8 64,-13 1-24,12 8 24,-3-12-40,1 2 24,-1 1-32,6-4-16,-4-2 16,1 1-48,1 0 32,0 0-16,0 0-32,1-1 48,0-1 64,1-2-64,0 0 48,0-10-8,6 8-64,-1-13 24,-5 16 24,6-17-40,9 2 152,-10-3-120,15-3-64,-5-3 64,2-1-160,-1-1 88,1-2 64,3-3-40,-2 0-8,-5 13 40,-6 8-40,14-22-8,-1 2 40,2-3-72,0-1 56,2 2-32,-24 35 56,22-39-112,0 4 72,-2 0 8,2 0 16,0 2 32,-3 0 0,1 0-72,-3 4 16,-12-1-8,14 6 24,-17 8 24,-1 10 24,14-12-32,-11 3 64,-1 10-56,1-14-8,0 16 16,-4 2-8,3-4-48,-3 0 0,0 1 48,0 4-8,0 0 16,0 0-8,0 0 32,0 2-32,0 1 112,0 3-128,-3 1 16,-3 9 0,6-15-8,-5 6-80,-10 13 64,9-1 8,-1-1 40,-11 2-32,10 3 32,-14 2-56,6 5 40,-5-1 24,1 2 24,6-9-56,8-12 80,-16 21-56,2 2 16,-4 2-32,0 0 32,2-2 0,21-32-40,-20 31 24,1-1-48,-1 1 48,3-3-8,1-1 8,9-16-24,0 1 80,-7 11-32,8 0 176,-12-2-160,14-2 48,-9-4-112,11-13 72,0 12-184,-5 1 280,3-9-144,-1 10 16,1-11 32,3-5-72,-2 5-72,1 1 80,-1-1 24,2-4-40,0-1 16,1 1-8,0-2 32,1 2-16,0 0 88,0-2-88,0-4-24,0 4 8,4-5-72,0-1 24,-1-10 16,3 10 16,-1-16 0,3 14 16,3-4 16,-6-8-48,16-4-16,-5 2 0,-1-2-40,-4 3 88,-8 16-64,14-19-8,0-3 136,3-5-128,-2 3 0,2-4 0,-16 27 64,13-21-248,3-6 128,0-1 56,2 1-8,0 0 8,-9 14 64,-4 3-40,15-20-40,0-3 56,0 0-48,2 1 8,-5 4 64,-18 31-40,21-34-40,-1 0 24,-2 1 24,3 3 16,-4-2 8,-14 25 8,8-12 32,4-7-56,1-1-64,-4 3 64,-1 5 32,-3 6-8,-7 10 32,1-14 48,12 5-80,-13 0 16,-1 11 8,1-1 8,-4 4-32,4-4 16,-1 2-80,-3 3 16,0 0 40,0 1 8,0 1 56,-1 4-40,-1 1 80,-4 10-56,-10-2-24,11 0-16,4-12 8,-19 17-64,5 2 128,-3 4-32,-1 2-16,-3-1-8,17-20-16,-14 16-8,-6 6 8,-1 2 32,2 2 24,-3 2-40,10-12-16,8-9 32,-21 25-24,1-1 80,0 1-48,-1 0 16,1-3 16,28-35-72,-28 33-16,0 1 32,1-2 24,-1 0-48,1-1 8,18-21 0,-6 9-56,-11 9-112,3 1 0,2-3-192,0-3-152,9-8 512,7-10-744,-10 14-385,-2 1-215,1-1-408,2 0-241,1 0 41,11-16 1952,-2 13-2481,-11 1-2488,16-18 4969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954 216 9337,'0'0'1513,"-1"-4"55,1 4-256,0-3-367,0 3-289,0 0-200,0 0-168,0-4-48,0 0 40,0 1 16,-1 2-296,0-4 384,-1 0-24,0-1 16,0-9 24,0 12-47,0 0-353,1 0 360,-3-12-56,-1 12-96,1-1-16,-2-11-16,1 12-176,5 3 160,-8-15 16,1 11-32,2-1 16,-3-12-24,-6 17 0,12-2-136,0-1 136,-5-3-64,-10-9-8,11 12 0,-8-3 24,10 2-88,2 3 104,-5-3 16,-10-1 0,12 1-40,-10 0 16,10 0-24,-10 1 24,9-1-16,-10 0 24,10 1-8,-10 3-8,13 0-88,0 0 128,-13 0-64,10 0 8,-10 0 40,8 0-56,-8 0-56,14 0 104,-13 0-48,10 0-32,-14 2 48,14-1 8,-14 3 24,16-3-104,-8 2 72,-4 0-32,0 3-24,1 0 49,-1-1 47,5 4-112,3-3 96,-7-3 0,-5 5 0,3 6-56,1-8 80,-2 9-24,17-15-96,-16 7 72,-1 10 24,1-12-48,-1 12 48,1-3-16,10-11-80,-3 2 96,-8 15-72,10-13-16,-11 12 56,3-12-56,9 6-8,5-9 80,-18 3-8,12 13-56,-12-5 40,12 1-8,-10-1-16,15-12-32,-1 9 80,-14 4-80,10 3 48,-9-3-40,10 3 0,-3-8-8,1-2 96,3 9-16,-10 3-24,10-1 56,-3 0-24,1-3-88,7-16 80,-7 20 48,-1-1-64,1 0-16,1 2-32,1-3 32,4-14-48,-2 8 56,-2 7-24,-1-1-8,2-1 0,3 0-8,-1-5-16,2-7 48,-4 8 24,0 3-40,3 0-16,-1 1 56,0-1-80,0-1 48,2 1-64,0-3 32,0 3 32,0-2-8,0-8-32,0 2 72,0 10-80,0-5 64,4 5-24,-1-3-8,1-2-24,-4-11 32,4 15-40,1-1 16,1-1 16,10 1-16,-12-1 32,11 1-56,-10 1-8,14 1 56,-14-3-32,17 1 16,-7-1 40,0-1-40,-1 2 8,3-1 40,0-1-56,1-8-8,-18-7 0,20 17 8,0-10-64,1 10 72,-1-12-8,2 2-56,-14 0 48,6 3 48,8-4-128,2 1 112,-2 0-16,2 1-24,-7-4 8,-12-3 16,19 6-56,0-1 40,-2-2-24,4-1 40,-3 1-48,-19-4 32,16 2-8,6 2-40,-2-3 16,2 1 48,0-2-24,-12 0 8,-3 0 48,15 0-8,2-3-48,-3-1 0,3 0 8,-3 1 0,-23 3-56,26-4 32,1-2 56,-3-8-64,2 8 88,-2-10-32,-19 14-24,9 0-56,8-17 16,0 14-16,0-15 8,-2 5 48,0-2 40,-1 1-72,-1-2 112,0 1-96,2-3 8,-4 1 64,-16 18-56,13-18-48,2-3 40,-3 2 8,-8 0-16,14-1 40,-17 12-24,0-2 64,13-9-48,-12-2 0,1 2-48,10-1 40,-12 4-8,-2 12-16,2-15 8,3-2-40,-2 0 40,-1-2 8,1 0 24,-4 19-24,0-14 32,0-5-112,0-1 56,0 1 16,0-2-16,-2-2 80,-3 1-72,-1 1 40,-9-1 0,10 4-48,-14 1 32,19 22-8,-5-22-40,-15 2 0,3-2 40,1 2-24,-3 0-24,12 12 48,-6-5 24,-7-3-96,-4-1 80,2 1 0,0 1-8,3 2 0,14 9 16,-17-10-24,-2 8-8,2-16 8,-2 17 32,4-17-24,-2 16 8,1-12-72,1 12 64,0-12 0,3 12-16,8-3 16,0 2-8,-6 1-96,-1-12-56,1 12-32,8-8-16,-10 10 208,15 4-208,-3-17-40,-12 14-72,12-3 8,-10-9-88,9 12-40,2 1 440,-6-2-497,4-1-175,-1-1-64,-1 1-136,3 1-128,0 1 1000,3 2-1064,-6-2-169,3 3-119,-3-4-72,3 0-121,-1 4-63,1-3-32,-1 3 247,1 0-3432,5 0 4825</inkml:trace>
  <inkml:trace contextRef="#ctx0" brushRef="#br0" timeOffset="1">381 468 10642,'0'2'1840,"0"1"-288,0 1-503,0 0-289,3-2-240,-2-2-520,-2 3 376,5-1-40,-4 0 24,0 0 64,0 0 64,0-2-488,0 1 537,0 1-25,0 2-56,0-2 16,0 0-56,0 1-416,0-3 392,0 4-32,0 2-32,0-1-32,0-1-24,0 1 24,0-4-296,0 4 256,-2 0-32,0 1 25,1-1-57,-1 3 24,1-4-216,0-1 264,-1 12-40,0-10 40,0 3-32,-1 8-104,-3-10-128,6-6 144,-3 18-40,-1-11-32,0 12 80,0-12 24,1 10-40,1-12-136,-2 4 184,1-1-56,-3 12-88,1-5 152,-1-8-104,3 7-88,2-10 104,-2 2 96,-3 12-168,3-12 64,-1 14 56,0-5-64,4-14-88,-4 3 120,1 15-48,1-14-40,-2 10-16,1-10-16,1 3 0,0-1 72,-2-1-16,2 1 24,1 10-48,-1-14 8,0 4-40,2-6 24,-2 6-32,0 0 88,2-1-32,0-1-32,0 1 24,0-5-40,0 3-32,-2 2 8,2-1 24,0 1 0,0-2 40,0-3-40,0-1 48,0 2-32,0-2-56,0 2 48,4-2-40,-4 2 72,0-2-40,0 2 64,4 0-96,-1-1 40,1-1-48,0 0 32,-3 0 8,1 0 24,2 0-32,-4 0-16,6-3-16,-3 3 16,2-3 24,-4 2 16,4-3 0,1 4 8,-1-3 8,-1-1-32,2 4 0,-5-1 0,3-2 24,2 0-88,-1 3 64,1 0 24,-1-4 48,4 4-72,-3 0 32,-6 0-16,5 0-56,1-4-16,-1 4 104,1 0-48,-6 0-32,15-3 56,-12 3-104,3 0 56,9 0 48,-12 0-40,-1 0 16,2 0 80,1 0-120,12 0 0,-13 0 72,10 0-8,-11 1-24,-2 0 64,14-1 24,-10 1-56,12-1-40,-12 2 0,14 0 8,-19-2 0,5 0-16,12 2-40,-12 0 56,15 0 24,-5-1-16,-12 1-8,0 0 96,19 2-96,-17-1 0,14 3 24,-14-2-40,12-1 16,-16-3 24,14 4 41,-9 0-33,12 1 16,-12-1-24,12 1-64,-12 1 40,10-2-40,-12 1 40,10 1-24,-10-1 56,6-2-32,-5-2 56,-1 4-56,1 1-8,10-1 0,-15 1-8,5-1 16,-4-4 0,4 2 32,0 3-72,1-3 96,-3-1-16,1 0-16,-2-1-24,0 0 56,2 1-104,-1-1 56,1 1-8,-4 0-32,3-2 32,-2 0-8,2 2-56,-3-2 56,0 0 16,0 0-48,4 0 48,-4 0-8,0 0 16,0 0-56,0 0 48,0 0 16,4-4-48,-4 4 24,0 0 48,3 0-8,-3-3-40,0-1 16,0 4-24,0-4 8,0 4-8,0-3 8,0 3-48,0-6 56,0 1-8,4-1-16,-4 4 16,0-1 72,0-1-136,0 0 48,0 0 40,4-1-88,-4 1 64,0 2 64,3-3-56,-3-1-32,0 1 48,4-1-16,-4 1 0,1 4-8,2-4 16,2-11-56,-1 12 40,1-1 8,-1-10-24,-2 13 16,0 0 40,1-13-48,1 10-24,2-15 32,-3 16 0,2-11 0,-4 14 8,4-5-24,1-12-32,-1 12 56,-1-14-32,2 14 24,-5 1 0,3-8 56,0 7-145,-1-14 98,1 17 7,0-14-24,-2 13 8,-1 2 64,3-14-96,0 12 40,-1-12-24,-3 12 40,0-1 16,1 4-40,2-13-32,-3 10-8,0-1-1,0-1 9,0-9 56,0 15-24,0 0 49,0-3-73,0-1 7,0 0-47,0 1-56,0 3 120,0 0-96,0-4-88,0 0 24,0 4-64,0-3-96,0 3-32,0 0 352,0 0-480,0 0-40,0 0-40,0 0-16,0 0-64,0 0 3416,0 0-6289,4 0 2657,-4 0-184,0 0-192,0 0-129,0 0-279,0 0 1640,0 0-1904,0 0-193,4 1-79,-4 1 471,3 0-3304,-3-2 5009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41 8065,'0'0'744,"0"0"153,0 0-897,0 0 920,0 0-176,0 0-64,0 0-120,0 0-112,0 0-8,0 0-72,0-4-39,0 0 39,0 1-32,-2-1-72,1 2-264,0 0 320,-1 2-120,2-3-16,-1-1 32,-1 4-56,2-3-160,0 2 176,-2 1 8,2-3-88,-2 3-24,2 0 16,0 0-32,-1-2-56,0 0 88,1 2-40,-2 0 16,0 0 48,1-4 24,-1 4-136,2 0 192,0 0-16,-2 0-16,0 0 56,0 0-72,0 0 24,2 0-168,0 0 152,0 0-56,0 0 145,0 0-57,0 0 48,0 0-1137,0 0 2042,0 0-985,0 2 40,0 0 32,0 2-40,0-3-184,0-1 232,0 4-8,0 0-80,4-1 72,-4 1-24,4 0 8,-4-4-200,3 3 184,1 1-56,2 0 0,-3-2 48,1 3 24,-2-3-200,0 0 192,1 1 0,1 3-64,2 0-24,-3-1 48,3 0-152,-6-4 152,5 4 17,1 1-1,-1-1 16,10 2-40,-15 1 24,2-3-168,2 5 152,1-7-32,10 5 48,-12 6-56,3-8 72,6-1-184,-7-3 168,-2 13-80,12-10 64,-11 10-56,12-9-48,-10 14 72,-6-18-120,16 1 96,-10 16-56,12-12 120,-12 10-32,14-10-64,-13 2-64,1 0 128,-3 6-88,17 0-48,-7-8 96,0 12-16,-10-13-72,-5-5 56,22 21 40,-7-15-64,-10 15-24,17-7 8,-7 0-48,-11-10 32,7 6-16,-6 4-8,16 2 32,-7-3 56,-8 3-40,7-8-24,-6-3 56,-1 8-24,12 1 8,-12 0-56,12 1 8,-14-8-32,-4-8 40,18 22-32,-13-8-16,12-6 80,-13 12-16,12-5-8,-14-13-8,0 1 56,3 14-96,10-12 104,-11 3-104,-1 8 40,2-11 0,-4-4-24,5 13-80,-1-8 112,1-1 0,-1 1-8,-1 1 0,-3-5 0,-2 2-24,4 1-56,-3-1 32,0 0 32,4-2 8,-4 0 8,0-1 0,0 3 8,0-2 24,0 0-32,0-2 0,0 0-40,-2 1-8,0-1-8,1 0 0,-3 0 80,0 0-64,3 0 40,-1 0-24,-2 0-56,-2-3 72,1-1 48,-1 0-56,2 2 16,3 1 56,-5-5-104,-8 1 32,10-10 16,-2 11 8,-8-10-40,12 12 32,-2 0-56,-3-15 0,-10 12 32,12-17 0,-12 16 24,13-5 0,1 0 16,-16-5-48,12-3 40,-15 1-40,7-2-8,1 3 40,12 15-56,-15-18-24,1 0 8,-5 1-8,3-1 24,0 2-32,-3-2 0,3-3 0,-4 3-8,2 0 40,-2 0 8,8 8 48,7 5-24,-15-9-32,2-1 24,4 1-24,-3 1-8,3 10 16,15 4 48,-15-19-88,1 15-48,1-12 48,-1 12 8,8-1 16,-1 0 64,-3-3-16,4 6-56,-8-3 96,10 1-48,-10 1 24,9-1-8,1 1-64,-10 0 72,13 1-24,-3 3 24,-1-4 8,5 3-8,-3-2-24,-2 0-56,3 3 80,-1-4-40,2 0 16,1 2 24,0 0 64,-2 2-64,1-3 24,-2 3-32,0 0-16,3-4 24,1 4-8,0 0-24,0-4 32,-2 4-8,2 0 0,0 0-8,0 0 16,0 0-8,0 0-32,0 0 32,0 0 16,0 0-24,0 0 32,0 0-32,0 0-8,0 2 16,0 0 0,3 0 16,-2-2-8,-2 2 24,5 1-72,0 1 40,-1 2-32,1-1 16,-2-2 24,0 0 32,1 2-40,1 1 40,0 1-8,1-1 8,0 7-32,-4-12 16,4 1-32,1 4 24,-1 10-48,12-10 48,-13 1 32,-3-2-40,3 7-16,13-7 8,-12 10-32,10 0 32,-10-10 24,8 7-16,-7-6 72,-1 2-40,12 10 0,-12-10-16,17 14 32,-7-6 32,-14-15-80,15 15 48,0 0-16,1 3-16,1-1 24,1 0-8,-12-10-32,4 3 64,7 7-16,-1 1-48,1-1 16,1 0 0,-5-4-16,-10-11 24,15 17 32,-3-1-40,1-1 16,-1 0 16,-1-1-8,-12-14-40,10 9 56,-7-5-32,14 11 0,-16-10 32,11 10-48,-12-15-8,-1 0 48,4 4-40,10 8 24,-12-10 0,0 10 0,1-10-32,-5-5 0,6 8-72,-3-3 16,1 1 48,0-1-24,-4 1 48,1-5-16,1 2 16,-2 0-80,0-1 40,0 0-40,0 0 32,0-2 32,0 0-48,0 0-16,-2 0 8,-1 0-40,-3-4 48,3-1 0,2 4 48,-4-2 0,0-3-40,-3-10 32,-7 12 16,12-11-40,-1 13 32,0-1 0,-10-16-72,8 5 8,-12-3 16,10-1 0,-9 2 48,14 13-8,-13-19-32,-3-2-8,1 2 48,-1-3-16,-3-1 0,17 20 16,-12-12-40,-7-6-56,1-2 8,-3 1-8,2-1 48,7 9 48,8 8-49,-15-15-39,0 0 64,2 0-64,-2 1-16,4 0 24,19 22 80,-20-18-176,1-1 24,1 2 40,-1-1 16,2 1 32,11 11 64,-3-1-56,-6-7-72,1 10-8,8-13 80,-12 14-8,15-1 64,3 4 0,-16-4-16,12-1-56,-12 1 16,12 1-8,-3 0 8,7 4 56,-5 0 0,-1 0-32,-1 0 0,3 0 48,-1 0-24,4 0 8,1 0 56,-1 2-64,0 2 80,0-2-56,0 3 0,2 1-16,0-6 64,0 5-72,0 10 24,0-11 16,0 1-8,6 3 32,-4-3-56,1 4 112,3-3-56,-1 1 80,12 10-24,-14-12-56,9 8-56,-9-9 160,1 3-104,11 12 24,-10-5 48,12-6-72,-12 12 48,-4-18-104,18 11 56,-4 1-56,0 3 96,-1-1-24,1 3 32,-6-11-104,-1 0 113,8 11-49,-1-1 0,2 4 8,1-2-24,-5 0-48,-11-18 64,14 20 16,1-1-16,-1 1-8,1 0 0,-1 2-8,-11-18-48,7 10 24,5 6 32,-3 0 16,3-2-24,-3 0 24,-4-8-72,-5-5 104,10 9-24,0 3 8,-10-5 16,15 1-48,-16 0-32,-4-15-24,17 7 48,-14 12-64,3-14 72,-1 1-40,1 1 0,-4-4-16,1 1 24,3 2-56,-1-1 48,-1-1-16,-4 0 8,3-3-8,-2 0 0,-1 0-16,0-1-8,0 2 0,0-2-40,0 0 64,0 0-64,0 0-32,0 0 48,-2 0 16,0 0-8,-1-2 40,1 1 8,-4-3-56,0-2 48,-1 1-88,-9-10 40,10 12 48,6 2-72,-15-15-8,8 10 32,-10-12 0,1 3 16,-1-1-24,1-1 32,-3 1-40,1-3 16,0 1 0,-3-4-24,8 5 72,8 12-88,-15-17-16,0-4-24,-1 2-17,1 0 57,-2 0-16,20 22 104,-18-18-96,0-2-16,0-2 0,-1 2-8,3 0 16,8 11 104,0 0-56,-11-11-72,3 2 56,0-1-16,-1 1 24,4 4 64,14 14-64,-16-17-8,-1 3 56,3-1-40,-1 1 0,1 1-8,7 0-32,-12 10 8,13-15 80,-11 14-8,12-10 32,-5 13-16,5 2 72,1-5-40,-2 1-64,-1 1 32,3 1-16,-1 3-8,6 0 24,-3 0 56,1 0-64,0 0 16,0 0 32,2 1-56,0 1 16,0 0 24,0 4-56,0-1 80,0 2 8,4 1-24,-1 5-32,-3-10 104,4 3-48,2 9 32,-1-8 24,12 11-16,-14-3-8,0-12-88,11 11 128,-9 0-56,14 1 24,-5 3 24,1 1 0,-6-7-120,-3-2 128,10 12 8,1-2-56,1 4-8,3 0 9,-2 0-81,-18-22 72,21 29 16,-2-2-72,2 1 64,0 1-24,2 0 8,-16-20-64,6 10 88,10 8-80,0 2 32,0-1-16,-2-5 32,0 5-8,2-3-8,-4 1-40,2 0-16,-3-3-32,1-3 16,-18-20 32,14 18-40,3 2-40,1-1 40,-4-3-96,1 1-32,-9-11 168,1 0-233,-4 7-111,15-8-48,-5 10-120,-11-12-112,11 9 624,-12-11-736,1 2-152,10 1-160,-10-1-233,2-1-247,-1-2-160,-3-2 1688,2 2-1865,10-2-95,-14 0 391,6-4-3432,-6 4 5001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15 8737,'0'-3'881,"0"3"47,0-4-96,0 4-96,0-2-736,0 0 664,0 2-112,0-3-72,0 3-63,0 0 15,0 0-24,0 0-408,0 0 416,0 0-32,0 0-16,0 0-16,0 0-32,0 0-2160,0 0 4032,-2 0-1912,2 0 56,-2 1-40,2 1-32,0 0-264,0-2 256,0 4-63,0 0 15,0 1 16,0-1 16,0 1 0,0-4-240,0 4 216,-2 0-24,2 3 16,0 6 64,0-8-40,0-2-232,0-1 288,-2 16-32,2-14 24,0 14-56,0-5-8,0-7-216,0-6 200,0 19-104,0-5 64,0 1 8,0 1 0,0-1 0,0-10-168,0 7 136,0 5-56,0 0-40,0 3 41,4 1 39,-4-7-120,0-8 112,0 17-24,0-2 72,4 3-160,-4 1 96,0 2-32,0-28-64,3 27-48,-3 3 80,4-1-40,-4 1 16,4-1 0,-4-14-8,0-1 48,0 16-40,0-3 80,0-1-72,0 0-24,0-5 8,0-18 8,0 19-48,0 0 136,0-2-88,0-1-32,0-3-48,0-11 72,0 8-104,0-5 56,-2 12 40,2-13 40,-2 8-8,1-11-24,0-2 48,-1 3-40,0 3-80,1-1 0,-1-2-48,-2 1 48,4-6 72,-2 2-24,-1 0-128,1-1 88,0-1-56,0 0-49,1 0 169,0 0-112,1 0-96,-2 0 184,0-3-200,2-1 16,0 1 208,0 2-192,-1-4-192,1-1 304,-2-8-160,2 10 8,0-14 48,0 17 184,0-4-288,0-13 120,0 3 80,-2 0-8,2-3 32,0-1 64,-2-1-88,2-4 24,0 0-40,0-1-8,-2-1 112,2 24-120,0-25-8,-2-5-24,2 1 32,-1-2 24,1 0 0,0 23 96,0-11-56,-2-11-80,0-1 88,0 2-32,0 0 24,0 9 56,1 12 32,-3-19-64,0 0 96,2 1-64,1 4-16,-3 0 8,3 22 8,0-14-64,-1-6 48,-1 5 48,1 1-24,-2 1 0,3 7-8,0 1 24,-1 2-24,-1-10 8,1 11 0,0-1 8,0 0-16,2 4 0,-2-4 16,0 1 8,1 0 8,1 4 40,0-3-8,0 2-64,0 1 48,0 0-16,0 0 8,0 0 8,0 0 40,0 0-344,0 3 584,0-2-288,0 1 24,0 2-24,0 1 24,0 1-8,0 1-32,0 1-16,0 6 40,0-8 0,0 9-8,0-12-40,0 1 64,0 13-64,0-10 56,3 13-24,-3-5-24,0-2-8,0-10 8,0 16-64,0-1 80,0 2-40,0 2 32,0-1 40,0 4-48,0-1 0,0 4 16,0-2-16,0-1 16,0-8-24,0-4 40,0 14-16,0 5 24,0 1-48,0 0 24,0-1-24,0-31-8,-2 32-8,2-4 40,-1 3 0,1-3 8,-2 1-48,2-22 16,0 11-24,0 7-32,-2-2 192,2 0-128,-2-2 8,2-7-16,0-10 80,0 13-200,-2-1 248,0-1-120,1-8-8,-1 10 8,2-16-8,-2 2-88,0 14 64,0-12 32,2 1 32,-2-1-48,1-4 8,1 1 32,0 1-56,0-2 88,-2-1-112,0-1 0,0 0 48,2 0-48,0 0-144,-2-3 184,0-3-80,1-9-56,-1 12 16,1-2 128,0-9-160,1 9 32,-2-15 80,0 5 0,0-2 24,1 5 24,0 6-8,0-16-56,-1 0 136,0-4-152,0 0 40,0-1 8,2 26 32,0-28-160,-2 0 48,1-2 80,-1-2 0,2-2-16,-1 20 48,0-5 32,-1-17-120,0 0 152,-1 0-104,-3 4-56,2 7 96,3 19-64,-5-26-169,1 0 129,-1 0 0,0 2-16,-1 1 0,6 25 120,-3-19-128,-2-2 16,1 2 64,-1 2 8,1 2 16,1 9 24,2 2 32,-4-8-8,1 1 0,-1 1-8,3 9 0,-1-7-16,4 12-16,-4 1 32,3-6 16,-1 2 8,2 1 56,-2 3 56,2 0-152,0 0 160,-2 0 16,2 0 105,0 0-81,0 0 16,0 1-216,0 0 224,0 2-96,0 3 32,0-3-80,0 3-16,4-1-64,-4 1-8,3 1 8,-3 10 0,4-12 56,-4 3-56,0 0 0,0 0 64,4-2-40,-4 12-24,0-3 56,3 0-40,-3 1-16,0-14 0,0 16 8,4 1-32,-4 5 32,0-2 24,0 4-16,0-19-16,0 13-8,0 8-48,0 1 16,0 1 32,0 1 8,0-14 0,0-3 32,0 19-8,0-2 120,0 3-120,0-1 0,0 0 0,0-33-24,0 33-96,0-2 48,0-3 72,0-1-16,0-3 0,0-14-8,0 4 96,0 6-88,-2 2 96,0-1-24,-1-7-24,1-2-56,2-9 40,-2 3-32,0 1 96,0 8-104,1-12 48,-1 3-16,1-5-32,0 5-48,-3 0 32,2-5-8,1 1 8,1-2-24,0 0 40,0 0 40,-2 0-24,0-3-32,0-1 0,0-2-64,0-8 80,2 14-88,-1-4-32,-1-14 32,0 12-24,0-14-48,-2 3-24,4 12 184,-2-6-240,-1-8-32,1-1 160,0-2-96,-2 2 8,3 4 200,1 10-160,-2-16-145,0 0 249,0-4-128,0 0 40,0 0 16,2 23 128,-1-21-256,1-4 128,0-1 24,0-1 8,0 1-8,0 14 104,0 1-64,0-16-48,-2 1 32,2-1-16,0 1-8,-2 3 104,2 23-72,-2-23-32,0-2 48,0 2 16,-1 1 8,1 1-24,1 18 56,-2-12-72,0-4-24,-1 0 8,-2 2 80,3 3 0,0 5 8,2 6 0,-1-11 16,0 1 8,-1 10-48,-3-11 16,2 12-8,4 5 16,-3-4-64,-1-1 48,2-1 48,0 3 0,1 3 8,-1 0-40,0 0 104,0 0-48,0 0 16,-1 1 56,1 1-16,0 3-112,2-4 128,-4 4-8,2 3 0,-1 6-32,1-8 40,-2 12 24,4-15-152,-2 9 112,-1 4 32,1 3 24,-2 1 24,2 2-8,1-9-184,0-2 160,0 13-56,-1 4-32,0-3-32,0 5 0,2-2-40,0-27 32,-2 32-32,2 0 88,-2 0-72,2 2 1,0 2-1,0-24-16,0 11-33,0 13 41,0-4 81,0 2-65,0 0-16,0-12-8,0-15 48,0 27-64,4-4 232,-4-1-96,0-3 8,4 1 0,-4-25-128,0 19 0,0 1 56,3 0 24,-3 0-8,4-7-16,-4-7-56,0 0 120,4 6-56,-4 0 40,0-8-88,0 10 40,3-12-56,-3-5 48,0 6-80,0 9 104,0-14-88,0 1 0,4 0 24,-4-2-8,0 0-56,4 0-48,-4 0 32,0 0-96,0-4-32,0 1 200,0 1-168,0-15-48,0 14 136,0-12-96,0 9 0,0-12-9,0 17 185,0-13-328,-2-2 72,0-1 24,0-1-40,0-2 0,1 11 272,-1-5-296,0-6-56,0-2 112,0 0-144,0-2-48,1 4 432,1 14-448,-2-21-160,0 1 79,0-3 65,0-3 24,-1-1 32,2 27 408,-2-21-376,-1-10-16,1 3-8,1-3 8,-2 0 8,2 17 384,0 5-368,-1-20 16,-1 2 64,0 2-17,1-2 17,-1 5 288,4 26-304,-4-25-8,1-1 48,-1 4 40,0 0 72,1 2 40,2 17 112,0-8-48,-1-6 16,-2 5 32,2 8 32,1-12 72,-1 16-104,2 0 192,-2-3 80,0 1 112,2 0 40,-2 4 89,2 0 23,0 0-536,0 0 552,0 4-56,0 1-8,0 3-32,0 7-16,0-13-440,0 1 456,0 14-56,4-10 56,-4 15-47,0-7-41,3 1-368,-2-14 352,-1 18-80,0 1 0,3 1-32,-3 2-16,0-1 8,0-15-232,0 14 192,4 7 0,-4 4 24,0 0 24,0-1-8,0-10-232,0-9 248,0 20 0,0 5-8,0-1-32,0 2-32,0 1 0,0-38-176,0 35 56,0 1 32,0-1 17,0 0-49,4-2 16,-4-21-72,0 5 24,3 16-24,-3-4 104,4 2-128,-4-1 8,0-9 16,0-17-48,0 27-233,4-5 41,-4-1-264,0-1-208,0-4-240,0-18 952,0 12-1256,0 5-185,0-3-215,3-1-104,-3 1 247,2-10 1513,0-1-4945,-2-7 4945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1434 258 12354,'4'0'1240,"-4"0"-463,4 0-241,-1 0-224,1 0-40,0 0 80,-4 0 40,0 0 32,0 0 64,0 0-88,3 0-16,-3 0-88,0 0-56,0 0-16,1 0-224,2 0 113,-3 0-1,0 0-40,0 0-16,0 0 16,0 0-72,0 0 112,-2 0-40,0 0 32,1 0 48,-3 1-40,1 1-112,2-2 168,-2 2-40,-1 4 96,-2-3-96,3 3-32,-3-1 40,5-3-136,-3 4-16,-4 1 120,1 8 24,1-10-24,1 10 88,1-12-192,1-1 176,-5 15-8,1-10 8,-8 12-96,11-12 8,-3 12-88,7-18 112,-16 14-72,10-8-40,-9 15 56,10-3-32,-14 1 32,17-13-56,-3 8 104,-15 7-72,5 2 24,-1-2-24,-3 6 16,8-9-48,6-11 48,-16 18-8,1 7 8,-2-3-64,-2 1 32,-2 0-32,23-27 16,-19 22-40,-4 8 24,2 1 16,-4 2 16,3 0 0,12-19-16,0 1 24,-13 14-56,2-2 176,0 2-160,2-2 24,2-2-8,16-24 24,-18 28-200,0-4 304,0-3-128,2 0-8,2-3 0,13-16 8,-7 10-136,-4 5 80,-1-1 48,2-3 8,-1 0 16,5-7-16,5-5 48,-9 9-32,8 1-8,-9-1-24,10-8 48,-9 10-40,15-17 8,-5 5 8,-3 10-56,-8-11-8,12 1 32,-1 1-32,2-5 56,0 1-8,-2 2-80,-1 0 136,2-2-160,3-2 0,-1 0 112,2 0-96,-2-6-184,2 1 200,0-1-80,0-9-32,0 12 48,1 0 144,3-9-208,2 7 0,-2-19 120,1 9-16,10-2 40,-13 8 64,0 2 8,14-10-48,-10-3 104,10 0-96,-10-2 32,15-1 0,-20 22 0,15-21-88,1-2 120,1-4-48,-1 1-16,-1-5 16,-9 22 16,7-11-48,6-10 24,0 1 64,2-3-40,-2 0-32,-4 10 32,-10 13 8,18-28-48,-2 4 144,2-2-88,0-3-8,-2 2 0,-19 34-8,16-32-112,2-4 88,-1 2 24,-2 1-48,-1 1 48,-9 18 0,0-1 40,7-14-48,0 1 128,-1 2-120,-8 1-8,13 3 8,-16 21 40,12-20-120,-10 0 96,12 2-40,-14 3-24,3-1 48,-2 16 0,9-8 24,-13-3-48,3 9 24,1-10 0,0 12 0,-2 1 0,-1 1 48,3-4-16,-4 2 24,4 1-24,-4-1-16,0 4 40,0 0-56,0-4 8,0 4-16,0 0 32,0 0-48,0 0 40,0 0-16,0 0 56,0 0-32,0 0 128,0 2-120,-2 0-24,0 1-8,2-2 56,-2 4-136,-3 1 152,1 1-64,-2 12-24,-1-14 16,6-2 0,-5 11-88,-11 0 80,10 1 16,-10 3 0,2 3 56,1-1-16,6 0 16,-14 0 48,8 2-96,-3 4 0,0-3-16,16-22-8,-18 27-80,1 1 88,-4-1 8,0 3 0,0 0-16,14-21 8,-8 10-8,-8 9-40,0 2 8,0 1 56,0-3-24,6-8 8,10-13 24,-15 22-24,-1-1 80,0-1-72,0 1-16,2-1-8,22-28 16,-22 26-112,0-1 40,3-1 80,1-2 0,1 0-8,10-12 0,0 1 24,-8 7-40,8 2 120,-12-3-80,14 1 24,-12-3-32,12 0-104,-10-8 144,13 8-80,-4-10 0,1 1 0,4-5 24,-4 3-88,0 2 48,-1-1 72,1-1-48,3-2 48,1-1-32,0 0 40,-1-1-104,2 0 96,0 0-72,0 0-24,0-4 64,0 4-32,0-15-48,4 12 0,2-3 24,-1-16-16,1 7 24,8-1 16,-10-1-32,2-3 136,10 0-120,-10-2 16,10 0 16,-10-1-96,12 1 208,-3-2-128,-1-1-24,1-3 8,-12 24 48,13-19-192,2-7 120,2 3 0,2-3 48,0-1 8,-9 13 16,-4 5 0,13-19 8,2-1-8,0 0 0,-2 0-48,-3 3 48,-17 27 0,20-30-40,-2 0 48,0 0 56,-2 0-40,3 3-8,-15 20-16,6-11 8,6-9-56,-1 3-32,0 1 80,-3 2 32,-10 7-32,-2 10 16,16-15 104,-12 4-8,10-1-144,-12 14 48,1-15-32,-4 17 16,13 2-80,-14-15 40,6 12 40,-3-2-24,1 1 0,-2 2 24,0 0 40,1 0-8,1-1 152,-4 4-136,4 0 16,-4 0-64,0 0 80,0 0-160,0 0 208,0 2-16,-2 1-104,0 3 64,1-4-72,-2 3-40,0 3 32,-3 8 56,1-8-8,-10 12 32,8-5-48,-12 5 24,3 2 16,-1 2-72,-1 0 24,-2 3 8,19-26-24,-21 24-32,0 4 64,0 3 24,0-1-80,-2 2 40,15-20-16,-6 5 0,-10 17-40,-3-4 160,2 6-80,-3-2 0,8-7-40,16-21 56,-24 30-112,-1-2 128,3 0-72,-1-2 0,4 0 8,20-28-8,-17 23-32,-3 5 32,3-3 40,-1-1 24,4-3-24,0-2 88,1 0-56,0-1 8,3-2-16,-1-1-8,8-4-56,7-16 56,-15 17-24,9-2 72,-10-8-56,10 10-16,-1-12-16,5-3-16,-1 2-40,-5 3 48,1-1 8,-1-1-16,3-1 8,-1-2-8,5-2-32,-1 0 152,0 0-176,2-6-24,0 1 8,0 4 72,0-15-192,0 10 96,0-10 56,5 1-24,1-1-16,-1-1 40,12-3-80,-13-2 136,10 0-112,-8-2 8,14-2 24,-5-5-96,1 3 144,3-1-88,-1-4 8,2 0-48,-15 23 144,11-19-184,6-8 56,0 0 24,2-3 48,0 1-8,-9 13 64,-7 10-48,20-26-16,-2 0 96,1-3-64,1 3 16,0 0 0,1-2-104,-1 3 80,-1 1 24,-3 1 24,0 2 0,-2 2 16,-4 2-48,-1 2 200,-12 5-192,16-1 24,-18 11-8,-3 12 24,15-17-208,-11 5 248,-1 1-72,3 10 24,-1-12 16,-4 14-32,4 2 0,-1-4 32,-4 1 40,0 4 32,0 0 40,0 0-144,0 0 184,0 6-32,-2 1-8,-4 8-96,-8-1 0,8 0-48,6-13 24,-18 17-16,10 5 88,-12 0-16,2 5-32,-4 1 40,0 1 0,-4 3-40,0 0 168,0 2-112,-1 2-16,7-12-88,12-15 176,-21 27-112,1-1 200,1 1-152,1 0-48,2 0-24,21-34-40,-20 29-96,-1 2 96,0 0 32,2 1 8,0-2-8,12-19-32,-2 3 40,-10 16-16,0-2 96,0-3-96,2 1-8,0-3 16,1 0-120,-1 1 176,3-1-112,-1-4-40,0 2 0,1-4-152,-1 0 32,1 4-64,2-2-88,1-1-80,4-9 416,5-4-512,-10 12-176,1-3-81,6-1-247,-10-8-264,11 9 1280,6-16-1568,-15 5-473,10 12 17,-1-13-3409,7-5 5433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1059 326 8009,'0'0'792,"4"0"-528,-1-4 0,-3 1-47,1 2-217,2-2 152,-3-1-64,0 1 16,4-1 8,-4 0 72,0-1 56,0-1 32,0-9 64,0 12-24,-2-3 24,0 1 8,2 4-344,-2-13 288,-2 10-8,1-1 8,-3-14-8,1 16 32,2-4-312,0-3 328,-2 7-47,-3-14-1,-6 12-32,10-12 0,-1 13-248,4 2 256,-15-16-32,10 13 8,-10-12-16,8 11 0,-10-10 24,17 15-240,-5-2 216,-15-11-40,7 10 0,-1-11-24,-2 11 16,9 1-168,2 1 216,-13-13-16,1 12-24,-2-1 40,0-2-48,3 1-168,15 5 216,-16-4 0,-2 0-39,-1 4 39,1 0-24,0 0 16,14 0-208,-7 0 232,-7 0-64,0 0 16,2 0 24,-1 2 8,5 0-216,8-2 240,-14 4-32,0 0 16,-1 1-104,1 1 16,0-1 64,18-4-200,-16 4 136,-4 9 24,1-10 40,1 11-56,2-10 64,9 2-208,-1 1 216,-10-1-16,0 12 0,-2-5-80,3-6 48,3 11-168,14-16 136,-14 12-47,-1-1 7,0 5-32,3-3-8,-1 1 64,11-13-120,-7 10 96,-3 3-56,-1 3 16,0 0-16,0 2 16,12-8-56,1-6 72,-13 14 32,10 2 16,-10 0-64,9 0 72,1 0-128,-1 2 32,1-2 32,-1-2 32,5 2 48,-1-1-40,2 0 24,0-1-56,0-2 32,3 0-24,3 0-16,-2-3-64,-3-14 64,18 18-16,-14-1 24,12-2-8,-12 1 8,17 1-16,-18-17-56,9 12 40,4 6-64,1-3 48,0-2-16,3 1 32,-10-7-40,-2-3 64,13 7-48,0 1 24,2 0-56,-2-8 56,3 11-40,-24-18 8,21 6 16,0 12 32,-2-12-16,2 10 16,-2-10-24,-12-4-32,6 3-8,7 1-32,-3-1 64,2 1-48,2 1 48,-7-3-24,-10-2 48,16 3-96,-1 1 80,0-4-8,0-1-32,2 1 72,-19-2-64,17 0 0,2 0-64,0-3 72,2-1-16,-1 0-16,-12 2 24,2-1 8,11-12-8,0 9 48,2-10 8,0 10-24,-2-13-32,-21 16 0,27-11-40,-1-5 32,2 1 48,-1-1-40,-3 1-32,-20 14 32,14-10-40,3-7-72,2 1 72,-4 0 32,-2-2 16,-7 10-8,-6 6 32,10-15 24,-3-1 0,1 2-96,-9 0 24,10 0 0,-16 19 16,6-15-48,-1-4 40,10 1 16,-11 1 8,1-2-56,-3 12 40,2-4-24,1-10-16,-1-1 56,-1 1 0,1 0 0,-4 5-16,0 12 16,0-15-112,0 0 80,-2 3 0,-3-1 40,-10 1-16,10 3-48,-14-5-8,3 5 8,-1-1 24,-1 9 0,5-4 16,4 2 32,-13 2-48,-2 1 32,-2-10-16,0 15 24,-1-5-24,25 5 16,-28-6-24,1 1 8,-2-1-48,-1 1 8,3 1 16,19 3 24,-9-2-32,-9 0-72,2-1-16,0 4-160,-1-4-104,9 4 384,12 0-488,-20 0-200,2 0-113,2-4-231,0 4-200,2 0-328,2-3-353,-3 3-271,3 0-49,1 0 249,3 0 576,6 0 1408,1 0-817,0 0 337,-10 0-3569,17 0 4049</inkml:trace>
  <inkml:trace contextRef="#ctx0" brushRef="#br0" timeOffset="3">968 549 7201,'-2'0'72,"0"0"0,0 0 32,-1-3 56,1 3 144,0 0 40,0 0 72,2 0 16,-2 0-79,1 0 7,1 0-32,-2 0 0,0 0 40,0 0 0,2 0 32,0 0-8,-2 0 0,0 0 24,1 0-416,1 0 392,-2 0-48,0 0-48,0 0 1,0 0-49,0 0 32,2 0-280,-2 0 288,1 0-56,-3 0 40,2 0-16,-2 0-16,3 0-240,1 0 248,-2 0-24,-2 0 32,2 0 24,-1 0-64,-1 1 48,4 0-264,-2 0 208,-2 1-72,1 2 104,-1-2-56,0-1 16,2 0-200,1 0 248,-3 1-55,0 2 23,-1 0-80,1 1 40,-1-2-176,5-2 120,-6 2 0,1 3-40,-3-2 56,1 1 32,1 1-32,5-5-136,-3 3 232,-2 2-152,1-1 72,-3 1-24,1 1 0,3-2-128,3-3 160,-7 6-72,1-3 56,0 3-96,-1-1 48,3 0-16,4-6-80,-6 6 48,2-2 24,-1 3-24,-1-3-8,1 1-16,4-4-24,-1 1 88,-3 3-24,1-1 32,-1 1-32,1-1-32,2 0-32,2-4 88,-3 4-64,-1-3 64,1 4-48,-1-3-32,-1 1-8,6-3 0,-2 3-32,-3 0 32,3 0 16,-2 1 16,1-3-8,1 2 40,-2-2-32,2 0 40,0-1-64,1 1 8,-1 0-16,2-2 8,-2 0 0,2 0-16,-2 0 0,0 0 0,0 0-8,2 1 16,0 0 16,0-1-32,0 0 72,-1 0-72,1 0 32,-2 0-16,2 0 48,0 0-136,0 0 192,0-4-112,0 4 32,0 0-24,0-3-88,0 3 56,0-4 56,0 4 16,0-3-40,0 2 32,0 1-80,-2-4 80,2 1-16,0 3 0,0 0-16,0 0 40,0 0-104,0 0 96,-2-4-40,2 4 0,0-4 16,0 4-8,0 0-32,0-3-16,-2 3 40,2-4 24,-2 4-24,2 0 8,0 0 56,0-4-88,-1 4 64,1-3-40,-2 3 0,2-4 56,0 4-48,0 0-40,0-4 24,0 1 16,-2 3 8,1-2-8,0 0 16,1 2-8,-2-4 24,2 1-40,-2-1 16,2 1-8,0 2 16,-1 1-40,-1-3 32,0-1-8,0 0-24,0 1-24,0-1 24,0 0-8,1 1 8,-1-1 40,0 0-8,0 2-8,0 1 16,-1-3 0,1-2-24,-2 3 40,0-3-8,3 1-24,1 5 8,-4-4 8,0-2-72,1 1 48,1-1 0,-4 1 32,5 3-24,-1-2 8,-2-1-64,-2-1 32,4-8 16,-1 14 8,0-4 0,2 2 40,-3-2-32,-1-1 8,1-1-32,1 1 0,-1-1 32,3 6-16,-2-5-64,-2 1 40,1-1 16,0-1-8,-1 1 0,3 2 16,0 0 48,-2-1-40,-1-1-8,1-1 0,1 1 8,-2 0-8,4 4-16,-1-4 8,-1-1 56,1 3-48,-2-3-8,2 2 24,1 3-16,-1-1-16,0-2 0,-4-1 32,4 1-40,1 0-24,-1 2 48,2 1-8,-2-3 8,0 0 64,0 1-40,-2-1-24,3 4-24,1 0 24,-4-4-32,2 4 8,0-5 0,0 1 48,1 0-72,-1 4 48,0 0 32,0 0-24,-2-3 72,3 3-48,-1-4-8,0 4-24,2 0 56,-2-4-120,0 4 104,0 0-56,1-3 0,1 3 8,0 0-24,-2-4 8,0 4 56,2 0-24,-2 0 0,2 0-8,0 0 64,-2 0-72,2 0 24,-2 0 0,2-4-32,0 4 16,0 0 8,0 0 56,0 0-8,0 0-32,0 0-176,0 0 352,0 0-152,0 0-24,0 0-296,4 0 600,-4 0-320,0 0 112,0 0-104,0 0 16,4 0 16,-4 0-48,0 0-72,3 0 64,-3 0 16,4 0-24,-4 0 72,2 0-56,0 0 72,1 0-40,-3 0-40,4 0-32,-1 0 40,-2 0 16,-1 0 8,3 0-56,1 0 88,-4 0-80,4 0 8,-3 0 16,1 0 24,2-3-80,-4 3 88,4 0-8,0-4-8,-2 4-16,-1 0 32,3 0-24,0-4 64,-1 1-88,1 3 32,0-4-32,-4 4 16,5 0-48,-1 0 24,-1-4 24,1 0 56,0 4-56,-3-1 0,1-1 64,2 2-55,2-4 23,-1 4-8,-1 0-24,0-3 0,-3 2 48,5-2-56,-1 3-8,1-4 64,-1-1-56,10 1-56,-15 3 64,0-2 40,6 0-88,-1-1 0,1 0 104,-1 1-64,-1 0 8,-2 2 56,12-5 16,-14 1-48,6-1-56,-1 1 0,1-1 32,-6 6 8,6-5-40,-1-1 72,1 1-16,-1-1-56,1 3 16,-5 1 16,1 0 16,4-4-56,-1 1 64,1-1-16,-3 1-16,2 1 8,-4 2 32,3-1-8,-1-1-40,1-2-32,2 3 48,-3-3 0,-2 6 0,2-5-8,1 1-16,-1 0 24,-3 1-48,4-1 72,-4 2-24,0 0 64,4-1-72,-1-1 40,1 4-88,-4 0 8,0-3 48,0 2 8,0 1-32,4-3 64,-4 3-16,0 0-32,0 0 8,0 0-8,0 0 0,0 0-24,0 0 24,0 0 24,0 0 24,0 0-72,0 0 72,0 0 0,0 0 8,0 0-32,0 0-128,0 0 208,0 0-128,0 0-32,0 0 32,0 0 8,0 0 72,0 0-40,0 0-32,0 0 56,0 0-56,0 0 40,0 1 0,0-1 16,0 0-80,0 0 40,0 2 16,0-2 16,0 1-24,0 0 24,0 1-8,0-2 16,3 2-8,-3-2-24,0 0 8,0 0-32,0 0-16,4 0 48,-4 0-8,0 0-8,0 2-16,0-1 64,0 1-48,0-2 16,0 2 24,0-2-32,0 0-8,0 0-16,0 2 24,0 0 0,0-2 0,0 0 24,0 2-16,4-2-32,-4 0-8,0 0 72,0 1-40,0 0 0,3 0 32,-3 1-16,0 0-8,0 0 32,4 0-32,-4 0-8,0-1 32,0 1-40,0 0 8,4 2 32,-4-1 56,3 3-72,1-2 16,-4-3 0,4 3-8,-4 0 40,3 1 0,1 1-24,0-1-72,-4 1 72,3-1-8,1 1 16,-1-2-48,-2-3 112,3 5-56,1-1 8,1 1-40,-3 1 8,3 1 48,-6-8-80,3 7 16,3 8 8,-1-12 0,-1 3-56,2 1 72,-4-4-40,1 0 40,3 4-48,-1-1 112,1-1-104,-1 3 24,8-2-24,-11-5 0,-2 14-56,5-12 120,1 3-48,-1-3 24,1 3-40,0-1-40,-3 1-32,1 0 16,0-1 56,-1-1-32,1-2 32,-2-1 72,3 3 0,-1 0-80,0-1 16,-1 1 0,-3-2-8,0-2-24,4 4 0,-4-3 8,0 1-32,4 0 40,-4 2 48,0-2-40,3-1-32,-3 1 136,0-2-168,0 2 32,0 0 32,0-2-48,0 2-184,0 2 112,0-3-96,0-1-24,0 2-64,0 0-81,0 2-79,0-2-32,0-1-192,0 1-184,0 0 872,0 0-1040,0 0-249,0 0-79,0-1-152,-2 1-25,2 2 1545,0-4-1568,-1 4 24,1-3 184,0 1 319,-2 0 345,0-2 296,0 0-1080,0 0-2529,2 0 4009</inkml:trace>
  <inkml:trace contextRef="#ctx0" brushRef="#br0" timeOffset="4">699 288 7241,'0'0'96,"0"0"-32,0-3 64,0 2-128,0 1 192,0-3 40,0 3 72,0 0 8,0-4 24,4 4 16,-4-4-7,0 4 23,4 0 8,-4 0 16,0-3-392,0 3 448,3 0 0,-3 0 32,0-4-16,4 4-32,-4 0-8,1 0-424,2 0 376,-3 0-55,0 0 39,0-4-16,0 4 48,0 0-392,0 0 432,0 0-40,0 0-24,0 0-64,0 0 48,0 2-32,0-2-320,0 2 336,0 0-24,-2 2-48,0-1 8,0 1 9,2-2-281,-2 2 312,1-1-16,-1 1 24,0 1-8,-2 1 16,3 0-328,0-5 280,0 7 8,-3-3 16,2 2-80,-2 8 40,3-9-64,0-3-200,0 8 96,-1-5 48,-2 10-16,2-8 16,1 10 16,-2-14-160,2 0 144,-1 16-16,0-13 96,0 13-96,2-5 33,-1 1-161,1-15 176,0 17-128,0-3 64,-2 1-16,2-1-8,0 3 8,0-12-96,0 5 120,0 4-64,0-8 40,-2 13-56,2-5 48,0-4-88,0-7 96,0 3-120,0 8 104,0-10-72,0 12 0,0-12 16,0-3-24,4 11-16,-4-7-40,0-1 32,0 1 8,0-1-16,0-2 32,0 0-72,0 2-48,0-3-40,0 2-104,0-1-24,3 1 288,-3-4-361,0 4-119,0-2-8,0-1-152,0 1-160,0 0-96,0 0-160,4 0-121,-4-2-31,0 0-120,0 0-25,0 0 1353,0 0-1272,0 0 32,0-4 128,0 0 31,0-1 273,0-1 216,0 6 592,4-16-360,-4 12 208,0-1-3809,0 5 3961</inkml:trace>
  <inkml:trace contextRef="#ctx0" brushRef="#br0" timeOffset="5">929 507 7449,'4'0'272,"-4"0"128,0 0 104,0 0-504,0 0 536,0 0-71,4 0-105,-4 0-80,0 0-40,0 0-48,0 0-192,0 0 200,0 0 8,0 0 40,0 0 32,0 0 32,0 0-1560,0 0 2832,0 0-1288,-2 0 64,0 0-64,0 0-8,0 0 8,2 0-296,-3 0 208,-1 0 17,-2 0-33,1 0 16,-1 0 16,3 0-224,1 0 216,-4-4 8,-8 4-24,8-3-40,1 3 24,-13-4-184,17 4 192,-4 0 8,-14 0-40,12 0 32,-11-4-16,10 4-16,0-1-160,-6-1 208,-1 2-96,1-4 40,-3 4 24,2 0-32,3-3-144,8 2 232,-14-2-56,1 3 8,0-4 0,1 0-48,1 4 1,14 0-137,-13 0 128,-2 0-16,1 0 24,1 0 0,-1-3 0,11 3-136,0 0 176,-16 0-40,15 0 56,-14 0-72,14 0-8,-8 0-112,11 0 80,-3 0-56,-3 0 0,-6-4 8,10 4 32,-2 0-40,5 0-24,-3 0 80,-2 0-80,1 0 48,-1 0-56,4 0-56,1 0 64,1 0-56,-2 0-136,0-4 16,0 4-192,0 0-96,2 0-185,0 0 649,0 0-896,0 0-152,4 0-208,0 0-161,-1 0-167,-1 1 1584,0 0-1704,3 1 143,10 0 377,-11 0 376,14 3-3401,-18-5 4209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4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1150 162 11722,'5'0'1008,"-5"0"-1008,6 0 608,-1 2-200,1-2-208,-1 0-112,1 0 73,-5-2-161,1 0 288,2-2 80,0 1 152,-4-3 16,3 1-32,-3 0-504,0 4 488,4-16-104,-4 17-16,0-5-32,0-10-56,-2 15 48,0-5-103,-3-10-41,-1 15 40,-8-6-56,8 1 48,-4 2-216,4 0 216,-9-2-48,0-1 128,-1 1-152,1-1 8,-3 1-152,17 5 136,-19-6-112,0 3 80,-2-1 32,0 0 48,0 1-56,13 1-128,-6 0 168,-9-2-64,0 1 80,0 3-64,0-4 48,6 4-168,12 0 272,-19 0-160,1 0 200,-2 0-104,2 2-48,0 0 24,20-2-184,-14 3 64,-8 1 33,4 0 23,0 1 16,0 1 8,10-2-144,2-1 184,-12 4-24,2 1-32,-2 6-16,0-8-16,0 1-96,20-7 112,-20 15-40,-2 0 192,-2-1-200,0 3 0,-1 3 40,19-14-104,-10 8-40,-8 9 120,-1 0 32,3 3 16,-2-2-80,11-6-48,8-10 160,-13 19-88,0 3 56,-1-1-24,1 3-56,0-1 32,19-29-80,-15 27 32,2 0 40,8 5 32,-10-3 0,12 0-8,1-18-96,0 3 120,-2 14-72,1-1 112,2-1-96,2-2 8,0-3-72,0-19 112,6 24-88,10-2 56,-12 1 0,16-3-8,-5 0-16,-11-19-56,10 12 16,7 5-56,1 0 0,3 0 72,3-3-8,-12-6-24,-6-4 88,21 11 16,0 0 16,2-1-120,2-3 0,0-1-40,-35-15 40,37 7-176,2 13 184,1-12-16,2 6 0,1-10 32,-27-2-24,10 2-24,16-1-24,-1-1 192,-1 0-152,2-2 16,-11 0-8,-21 0 56,30-4-200,1 1 168,-3-12 0,3 11-24,-6-12 16,-30 13-16,23 0 0,3-17-80,-1 5 64,-1-1-8,-1-3 32,-14 9-8,-1 0 72,13-10-80,0-4 80,1 2-112,-1-2-8,-2 0 48,-22 22-16,22-24-104,-4 1 168,2-5-80,-2 1 0,0-1 16,-14 22 16,7-13-80,1-10 32,1 0 48,-9-3-40,-1 1-8,5 12 48,-5 11 16,-5-23-56,4 0 72,-4 2-40,0-1 16,0 1 16,0 29-24,0-27-72,-4-2-56,-2 1-16,-8 1-80,6 3-16,-1 15 240,-2-2-280,-4-11-144,-3 0 24,1 4-208,-1 2-32,3 4 640,12 11-681,-18-2-215,-1-16 192,-1 16-296,0-14-192,1 16-241,16 1 1433,-13-2-1816,-5-10-40,-2 14-9,0-4 313,-1 0 456,10 4 1096,6 0-657,-18 0-3463,29 0 4120</inkml:trace>
  <inkml:trace contextRef="#ctx0" brushRef="#br0" timeOffset="5">979 306 8129,'0'2'632,"0"-2"193,0 2 71,0 0-80,0-2-816,0 2 688,3-1-128,-3 1 0,4 0-88,0 2 25,-4-2-497,0-1 472,0 1-16,3 2 112,1-2-104,-4 0 32,4-1-56,-4 0-440,3 0 320,1 1 32,0 2 0,-1-2 0,1 3-16,-2-3-336,0 0 393,3 2-129,-1-1 56,1 1-24,-1 1-56,1-1-240,-4-4 280,2 6-40,3-1 72,-1 1-72,1-1 16,-1 1-40,-3-5-216,2 5 136,1 0 40,1 1 8,-1-2 16,1 3 0,-3-4-200,-1-1 208,4 4-56,9 8 104,-12-11-136,1 3-39,2 1-9,-6-8-72,5 7-56,1 8 80,-1-12 72,1 3-8,-3 1-40,-1-5-48,2 2 128,-1 3-112,1 8 8,2-13 0,-3 3 0,-3 1 48,4-1-56,0 2 128,-4-1-112,3 0-32,-3-1 24,0-4-24,0 2-88,0 0 48,0 1 40,0-2 16,0 3-24,0-3 8,0 0 8,0 0 24,0 2 56,0-3-72,-1 1 24,-1 0-40,2-2-8,-2 2-120,0 0 304,0 0-224,0 1 56,0-1 8,2-1-16,-1 0-192,-3 1 192,2-2 48,0 0-72,-1 2 8,1-2 16,2 0 24,-4 2-112,0-2 128,-1 0-32,1 1-40,1 1 48,2-2-16,-4 0-24,1 2 0,1-2 32,-3 0 0,1 2-16,2-2 8,0 0 24,-2 2-8,-1 0 56,-1-1-72,1 1 0,0 0 0,5-2 0,-6 2-128,-1 0 160,1 0-16,-8-1-16,11 1 24,3-1-24,-5 2-24,-12 1-40,12-1 8,-1 1 72,-10 1-56,14-1 40,1-2 48,-17 4 0,5-1 8,-1 1-16,8-1-8,-14 1 16,21-6-48,-14 5-40,-1 1 40,0 1-24,1 8 16,-1-13 16,9 0-8,-3 1 8,-6 4-32,8 1 40,-13 6-16,5-10 0,9 8 0,5-9 56,-18 1-88,12 3 104,-10 0-64,10 1-16,-9-1 16,13-6-8,0 5-88,-12 2 72,10-1 8,-3 0 8,-6-1 24,12-3-24,0-1 64,-3 4-40,-1-1 8,0-1 16,1 0-32,2 1-16,2-5 64,-2 2-48,1 0 0,0 0-40,0 0 0,0 0 32,2-2-8,0 0 8,0 0-40,-2 0 104,2 0-96,0 0-24,0 0 136,0 0-160,0 0 80,0 0 16,0 0-56,0-4-16,0 4 48,0-4-24,0 4-16,0-4 32,0 4 40,4-3-16,-4-1 8,0 0-64,0 1 56,0-3-24,0 1-16,3 0 24,-2 4 48,-1-4-88,0 1 128,0 0-56,0-1-64,0-1 32,0 5 0,0-3-104,0-2 40,0 1 0,0-1 72,0 1 8,0 1-16,0 2 32,0-13 16,-2 15 128,0-5-160,0-1 0,0 1 8,2 5-24,-3-15-200,1 15 168,-2-5-8,-1-1 40,1 1-32,2 3 32,-1-2 8,-3-1 0,0-1 72,3 1-24,-3-1-72,2 2 16,3 3-8,-5-5-80,1 1 112,1-10-16,-1 11 32,1 0 0,3 4-40,-4-5-24,2-1 0,-3 1-24,1-1 32,-1 1 16,4-3 0,0 1 64,-1 7-64,-3-5 80,4-1-56,-1 1-64,-1 1 40,4 4 24,-4-6-128,1 1 168,-1-1-72,2 1 8,0-1 16,1 5-16,-1-1-80,0-4 40,0 3 32,2-1-48,-2 0-176,2 2 232,0 0-248,0-1-161,0 3 33,0-4-152,0 4-64,0-4-104,0 4 696,0 0-872,0 0-16,0 0-169,4-3-199,0 3-224,-3 0 1480,1 0-1577,-2 0-95,4 0-8,-4 0 247,4 0 393,-4 1 1040,0 0-4529,0-1 4529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5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1277 347 9498,'0'0'328,"3"0"40,1 0-40,-4-3-32,1 2-296,2-2 320,-3-2 0,3-1 56,-3-9 64,4 10 32,-4-3-472,0 1 576,4 3 16,-4-14 113,3 14-33,-3-12-48,0 11-624,0 4 592,0-15-128,0 10-8,0-14-48,0 5 0,-2 10-24,0-3-384,-1-6 377,-3 8-65,-1-16 16,-8 17-56,8-16 8,-5 17-280,7 3 336,-11-17-64,1 14 96,-3-13-88,-2 14-24,1-14 0,17 15-256,-18 0 120,0-3 8,0-12 40,-4 14-16,2-1-16,10 2-136,0 0 184,-12-1-96,-4 3 160,3-4-112,-1 4 17,3 0-153,20 0 184,-23 0-112,2 0 168,-1 0-56,-1 4-16,-2-1-8,22-1-160,-15 2 88,-7 11 8,1-10 24,1 2 0,-4 10-16,12-13-104,9-3 136,-21 18-64,-1-1 64,0-1-40,0 3-24,-1 0 16,31-19-88,-31 15 0,1 6 8,0 0 56,-1 2-24,3 2-16,17-16-24,-5 5 64,-11 13-64,2-1 24,1 1 8,-1 3 16,8-8-48,14-18 72,-18 22 16,3 5-40,1-7 0,3 3-8,0 0-16,13-24-24,-10 17 80,6 5-88,-10 0 24,14-4 48,0 4-32,1-11-32,0-5 128,-1 14-56,2 2-80,0-4 0,6 0 0,12 1 8,-18-22 16,6 23 16,18-2-32,-10 2 16,7-2 32,-1 0-16,-12-13-32,8 8 64,9 7-136,5 0 32,1 0 56,4-2-56,-8-6 40,-17-10 112,30 14-128,1 2-56,5-5 112,2-1-48,1-1-16,-44-14 24,42 3 56,1 11-112,-1-9 16,1-1 56,-2 1-8,-24-6-8,2 1 32,18 1-56,-1-2 0,-3 0 8,-3 0 40,-1-5-24,-31 5 0,34-6 48,-2-10-72,0 10 8,-2-9 40,0 10-64,-24 0 40,17-10-8,5 0-96,2-2-24,-1 1 96,-3-4 8,-1-1 88,-1 1-8,-3-2-112,0 0 0,-2-2 0,-2-2 40,-19 26 16,18-23 24,0-3-88,-1 2 64,-1-2-24,-2-5 0,-9 19 24,4-6 40,5-16-88,-10 2 16,14-1 32,-16 0 0,0 6 0,-2 21 0,3-29-24,-4-2-24,0-1 0,-2 1 40,-4-2-24,5 32 32,-12-23-48,5-6-56,-14 1 8,6 3-128,-5 5-104,9 12 328,2 4-416,-15-15-120,-3 1 64,-3 3-65,-2 0-71,-1 2 608,33 19-808,-38-17-296,2 3-304,-3 10-385,-1-14-207,-1 14-65,27-1 2065,-12-3-1896,-15 5 464,-3-1 479,1 1 345,2 1-3609,42 3 4217</inkml:trace>
  <inkml:trace contextRef="#ctx0" brushRef="#br0" timeOffset="5">989 689 6913,'0'0'848,"0"0"-472,0-6 192,3 6 177,-3-4 47,0 4-16,0 0-40,0 0-32,0 0 8,0 0 24,0 0-7,0 0-729,-2 0 728,2 0-88,-1 0 8,1 0-72,-2 0 0,1 0-576,0 0 560,-1 0-39,0 0 47,0 0-64,1 0 8,-1 2-512,2-2 440,-2 0-40,-4 0-40,5 0-24,-3 2 16,0 0-40,3-2-312,-1 2 272,-4 0-64,2-2 0,-1 0 9,-1 2 23,3-2-240,1 0 256,-13 1-16,10-1-96,-10 2 48,9 0-8,-10 0 16,16-2-200,-8 2 216,-10 0-120,11-1 16,-12 1-8,5 2 0,8-3-104,-3 2 136,-6 0-88,-1-1 32,-1 2 32,2-2 40,3 0-152,8-1 208,-13 3-72,3 0-16,-5 1-48,4-3 0,1 4 32,11-5-104,-9-1 48,-3 4-16,-1 2 24,8-3 16,-10 1 0,14-3-72,1 0 120,-16 1 8,14 1-104,-12 1 40,10 1-32,-8-1-32,13-4 24,-3 4-32,-10-1 32,10-1 0,-3 0-40,1 0 64,3-1-48,-7 0-8,9 1-24,-3 1 16,-1-1 64,1-2-24,3 0-24,2 0 72,-2 0-24,-2 0-104,3 0 40,1 0 0,0 0 48,0 0-32,0 0 80,0 0-160,0 0 48,0 0-160,3 0-24,-3 0 216,0 0-152,6 0-208,-3 0-8,3 0-64,-1 0-160,8 0 592,-11 0-600,2 0-40,1 0-193,10-3-71,-11 3-144,1 0-152,-1-1 1200,7-2-1296,-7-1-209,1 4-159,10 0-137,-15-4-95,3 4 1896,-1 0-1784,4 0 423,-1 0 417,1 0-2208,-6 0 3152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 8377,'0'0'224,"0"0"32,0 0-256,0 0 264,4-4-32,-4 4 1,0-3-49,0 3 16,0 0 64,0 0-16,0 0 0,0 0 24,0 0 32,0 0-304,0 0 360,0 0 88,0 2-56,0-1 96,0 1-8,0 4-24,0-4-456,0 1 521,0 5-121,-2-1 32,0 0 64,0 8-8,0-11-488,1-2 520,-1 12-72,0-6-104,2 10-56,0-3-32,-2 1-40,2-15-216,-2 15 224,1 0-55,-1 5 55,0-5 24,0 1-48,1-10-200,0 2 192,-1 8-128,1 1-48,-1 4 0,0-1 40,0-6-56,2-12 104,-2 15-16,0 1 0,1-3-48,-1 1 0,0 1-48,1-14 8,0 9 0,-1 7-8,0-5-32,2 3 48,-1-3-32,1-10 0,0 16-48,-2-16-56,0 10-136,0-10-128,0 10 392,2-15-561,-2 4-175,0 1-176,1 3-168,-1-3-232,-2-1-193,3-2 1505,-2 1-1608,0 3 112,-1-1 447,0 3 353,3-3-3377,1-5 4073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11 7881,'0'0'1969,"0"0"-25,4 0-288,0 0-359,1 0-505,1 0-160,8-3-144,-14 3-72,6 0 0,0 0-40,-1 0 32,10 0 8,-12 0 25,2 0-441,-4 0 448,15-4-64,-16 4-56,6 0 32,9 0-104,-12 0-8,1 0-248,7 0 272,-7-4-160,10 4 88,-10 0-24,11 0-8,-13 0-168,0 0 264,12 0-88,-10 0-24,12 0 16,-12 0-40,2 0 16,-6 0-144,14 0 128,-10 0-104,2 2 64,10 0 25,-12 0-25,-2-1-88,1 0 120,3 2-104,-1 3-32,1-1 56,9 1 32,-15-2-72,0-3 72,3 5-24,1-1-64,0 1-32,-1 1 64,-3 8 24,1-14-40,2 3 72,-3 11-96,4-8 32,-4 10 48,0-10 16,2 5-72,-1-3 160,-1-2-32,0 17-128,0-6 0,-2 3 48,1-2-48,1-18-16,-2 19 48,-2 0-96,-1 0 24,-1 1 80,1-1 24,3-13-64,-2 6 120,-1 7-88,-3-1 0,1-1 8,-1 2 24,-4-5-64,8-9 8,-2 14 16,-10 0 32,10-2-88,-8 1 64,8 1-48,5-17 16,-14 11-96,9 0 88,-10-6 48,8 10-24,-10-12 32,14 3-48,0 0 16,-14-4-40,3 10-24,8-9-16,-11 1 64,5 6 0,11-11-24,-4 0 48,-10 1-48,10-1 24,-12 0 0,12-2 0,1 0 0,-8 0 16,7 0-104,-8 2 72,8-2-8,-1 0 48,-3 0-24,5 0 32,0-4-40,-1 0 72,-1-1-144,-1-1 32,3-8-8,-1 14-104,3-6 72,1 2 56,0-1 0,0-1 8,1 1 24,0-4-8,0 5-64,1-1 8,0-1 32,0-9 56,0 15-24,0 0 48,3-5-24,1-1-8,1 1-56,-1-1 16,2 1 24,-3 4 0,8-4-80,-7 0 96,2-1-24,12 3-8,-18-1 80,8 4-64,-1 0 8,-4 0 16,12-4 56,-9 4-80,14 0 8,-15 0 40,15 0-104,-14 0 48,12 2 32,-12 0-16,12 3 16,-12 1 24,14 1-112,-5-1 136,-10-3-88,15 3-32,-16-2 48,-2-3 48,20 7-184,-7 8 104,-1-12 24,1 2-112,0-1 48,-13-4 72,11 2-104,3 2-80,1 1 136,-3-1-89,1 1-23,-8-3 160,1-1-104,8 4-144,3-2-104,-3 1-8,3 1-112,-3-5 472,-14-1-560,17 2 0,-1 0-40,2-2-120,-1 2-41,4 0-39,-17-2 800,9 0-944,9 0-72,-1 0-32,0-6-105,2 3-23,-8 0 1176,-10 2-1200,21-3-16,-3-1-57,5-1 129,-1-9-3441,-29 15 4585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13:2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47.99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1308 328 8481,'3'0'1305,"1"-4"-177,0-1-272,1-1-224,-1 2-128,0-1-72,-1-1-64,1 3 9,0-3 7,-1 1 32,-3-1 8,1 5-424,2-3 456,-3-2-80,0-9-48,0 15 8,4-3-40,-4-1-296,0 2 296,0-1-24,0-3-80,0 2-32,0 1-8,0-1-56,0 4-96,-2-6 120,0 1-40,-3-1 24,1 1 32,-2-1-15,5 5-121,-1-1 152,-2-2-48,0-1-24,-1-1 32,-1 0 0,2 2-112,3 3 88,-5-16 16,-1 17-48,1-5-8,1-1 8,-1-8 32,5 13-88,-3-2 80,-4-3-48,3-8 8,-2 10-16,1-1 24,3-5-48,1 3 88,-6 3-8,1-1-16,-8-1-8,10 1 8,-9-9-64,13 13 80,-5 1-16,-1-5 0,-9-1 16,10 1-24,-11 1 40,15 3-96,-3-2 80,-13 0-16,10-1 8,-12 4 8,5-4 8,10 4-88,3 0 120,-20 0-16,15-4-64,-15 4 88,5 0-56,0 0 48,15 0-120,-14 2 160,-2 0-120,-1 0 48,1 2-8,0 1-8,10-3-72,-1 0 120,-9 3-80,-1-1 32,1 2-40,-1-1 16,1 0-48,16-4 72,-16 4-64,-1 1 32,-1-1 24,2 1 8,-1-1 56,15-3-128,-10 4 144,-6 1-80,1 0-8,1 1 40,0 6-16,7-10-80,5-2 153,-12 5-9,-1 8-72,1-10 32,1 3 0,1 10 16,15-18-120,-15 6 152,-2 10-96,1-8 64,1 10-24,-1-3 0,10-9-96,-2 2 168,-6 7-72,-2-8-32,1 16 40,1-7-40,3-4-64,9-9 104,-11 15 24,6 1-56,-12-3 56,13 1-32,-12 3 32,5-2 16,8 1-104,-12 1 24,12-2 24,-12 3 0,12-5-8,-12 2 0,12 1-56,-10-3 24,10 3 40,-7-2-88,12-16 64,-5 16 16,-9-1-104,10 3 72,-2-3-24,-8 3 0,13-1 64,-3 0-80,-3 1 56,1-1 8,1 1-16,1-8-56,3-6 144,-4 12-128,1-1 0,-1 1 40,3-3-80,1 5 104,2-17-80,-2 14 56,0 3-64,0-3 48,2 3 8,0-3 8,0-7-56,0-1 96,0 10-40,0-1 16,0-1-40,0 1-8,4-2-24,-4-14 56,6 16-40,-1-1 56,-1 1-24,1-2 0,1 1 0,-5-12-48,1 7 25,4 4-9,9-8-24,-15 13 64,5-13-24,5 6-32,-5-7 80,-1 1 0,1 12 8,12-12-48,-14 10-80,12-10 48,-14-7-8,4 18-48,9-12 0,-8 12 144,12-12-104,-14 10 0,4-13 8,2 0 64,-4 13-112,14-10 48,-5 9 8,-10-10 16,13 7-24,-14-9 64,11 2 0,0 3-72,1 6 24,-1-10 8,2 3-16,-15-5-8,14 4 24,0 1-72,1 0 0,0 1 40,1-1 16,-7-2-8,-4-2 56,12 4-56,1-2 56,0 1-32,0-2-32,2 1 8,-22-5 0,23 4-88,0-1 8,-2 1 48,3-2 32,-2 2 24,-14-3-24,8 1 64,6 0-72,-2 4 24,0-4-40,2-1-8,-5 1 32,-12-2 96,15 0-80,1 0 32,-3 0-40,0 0-48,3 0 32,-20 0 8,16 0-16,3 0-64,-1-3 64,1-3 0,0 0 8,-9 4 8,-2-1 48,12-3-80,-3 1 56,2-10-72,0 12 24,-3-10 24,-15 11 0,18-4-72,-2-12 56,1 12-40,1-16 24,-2 6 16,-12 11 16,7-7-32,7-4 0,-2-5-24,1 3 0,-3-4 32,-3 7 24,-7 8 40,12-15-64,1-2 0,-1 0 24,-2 0-65,1-3 89,-16 25-24,15-26 16,-2-1-88,1-1 96,0-1-40,-10 0-32,12 1 72,-12-1-80,10 2 56,-11-1 0,1 1 0,0 5 0,-4 18 40,2-21-40,1-1 32,0 3-24,1 1-24,-1-4-24,-3 24 40,2-16-56,-3-2 24,0 0-40,-2 4 64,-2-3 16,1 11-8,1 2-8,-4-12 72,1 3-40,-1 1-56,-1-1 24,0 1 8,6 16-96,-15-17-8,10-1-48,-10 1-48,8 1-48,-10-1-96,15 15 344,-1-2-376,-13-19-136,2 8-88,8-2-64,-13 1-112,14 12 776,4 2-809,-16-18-119,11 5-120,-10 1-40,12-1-137,-12 0-111,15 14 1336,-1-13-1552,-14 0-313,11-1-111,-1-2 56,0 1-1289,3 9 3209,0-1-4801,4 8 4801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1.58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1040 180 9562,'0'0'1432,"0"0"-384,0 0-392,0 0-280,0-2-376,0 1 264,0 1-128,0-4-24,0 4 0,0-4 48,0 1 65,0-1-1,0 0 24,0 1 32,0-1-40,0-2 16,0 4-256,0-1 240,-2-3-88,0 1 64,-1 1-64,-1 0 8,1 2-160,2 1 160,-4-5-72,1 1 40,-2-1-24,1 3 16,-1-1 8,5 3-128,-5-2 104,-9 0-32,10-1 24,-3-2 16,-8 1-24,13 2-88,0 0 136,-13 0-56,10-3 0,-12 2 16,12-1-24,-11 0-72,16 4 88,-14-2-24,-1-3 8,1 1 8,-1-1 16,-1 2-8,13 3-88,-7-1 88,-5-2-16,-1 0 24,1 1 1,-1 3 31,4-3-128,8 2 160,-14 1-32,3 0 24,-3 0 24,1 0-32,-2 0 32,1 0-48,1 2-32,-2 0 24,1 1-24,1 1 64,9-2-160,-2 0 160,-6 1-32,-1 1 24,1 2-8,1-1 32,1 0-176,11-4 128,-12 13-24,-3-10 32,1 3-88,1 10 96,1-11-16,12-3-128,-10 8 88,-1-5 48,-2 12-8,1-3 0,1 0-8,5-7-120,3-2 160,-9 9-32,1 2-16,0-1 8,1 1-40,-1 1-80,15-18 72,-15 18-8,8-1-40,-11 1 32,10 1 32,-10-1-47,15-11-41,-2 5 48,-9 8-56,8-2 56,-8 2 24,10-1 8,0-4-80,2-10 152,-5 15-96,1-1 16,1-1 8,-1 2-32,5-3 0,0-14-48,0 14 80,-1 1-40,2 1 32,0 1 0,0 0-16,4-1 56,-1-1-32,3-1 80,9 1-64,-12 0-40,2-3-56,-4-13 56,13 22-72,-8-6 120,10 4-24,-10-2-40,16-1 24,-20-13-64,2 8 16,18 4 8,-6-1 56,-1-2-48,1-1 16,-6-4-48,-5-5 80,14 10-64,1-8 88,-2 12-72,2-14 24,-1 12-16,-19-17-40,18 5 16,4 10-40,0-13 16,2 3 48,0 1-48,-12-4 8,2 1 72,10 3-104,0-4 112,1-1-80,1-1 8,-2 0-8,-20 0 56,25 0-120,1 0 112,-1-3-64,-1-1 0,1-1-48,-22 1 64,17-7-80,6 7 8,1-12 72,-2 12-16,3-14-16,-12 9 32,-7 3 56,18 0-96,4-16 88,-4 8-24,-1-5-64,-1 3 40,-29 16-16,29-21-48,-1 3 40,-2 0 24,-2-1-8,-2-1 40,-14 13-32,6-6 24,6-6-80,-3 1 56,-1 3-24,-1-1-16,-11 4 40,-3 9 16,18-12-56,-14-5 8,12 4 16,-13-1 8,10 0 8,-13 17 0,2-5-24,1-19-48,1 6 16,-1 3 32,-1-3 16,-3 8 8,0 3 32,0-10-24,0 1 24,0-1-80,-1-1 48,-4 3 0,4 13-32,-6-14-64,-10-2 144,2-1-136,1-1 56,-5 1 24,13 14 8,-8-8-104,-10-5 48,-1-1 0,-5 1-16,1 0-72,8 5 144,12 7-128,-24-10-96,4 1-96,-3-3-16,1 3-121,2-2-79,27 16 536,-27-14-584,-3-2-160,3 2-96,3 10-184,-1-15-217,3 14-199,2-12-320,-2 14-257,3-11-199,3 12 247,3-2 1969,12 4-5233,3 1 5233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2.73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1065 237 11386,'0'0'1696,"6"0"-768,-1-3-383,-3 0-545,0 2 320,-2-3-152,3 1 8,1-1-120,-4 0 120,4 1 16,-4 3-192,0-6 184,0 1 128,0-12-40,0 13 0,0-10-40,0 11-232,0 0 208,-4-12-88,0 12 144,-1-14-152,-1 14 48,2-9-160,3 9 176,-14-1-144,12-1 208,-5-1-168,-7-10-16,10 12-16,2 3-40,-11-4-72,7-9 104,-11 10 64,3-2-40,0 1 16,7 2-72,2 0 88,-11-2-96,-1-1 105,-1 3-81,3-3 40,-2 3-56,17 2 112,-17-2-88,-2-1 168,-2 4-112,0 0-16,-2 0 56,17 0-120,-8 0 8,-9 2 48,0 0 176,2 1-120,-2 3 40,7-2-152,10-2 168,-17 3-136,0 10 152,0-12-56,0 5 16,2 8-32,20-14-112,-22 2 48,2 14-24,-2-10 88,1 12 16,-1-2 8,12-8-136,0 0 168,-12 11-112,-2-1 104,2 0-144,-2 4 88,6-2-104,17-18 112,-21 22-96,2 1 248,1-1-168,3 0-8,1 1-8,13-21-80,-8 14-48,5 7 64,-14 1 0,14 0 72,-11 1 0,14-11-88,2-7 104,-13 19 72,12-1 80,-3-1-128,1 1 16,1 1-31,4-30-113,-4 27-32,2 3 88,2 1 48,0 0-64,4 1-8,-2-21-32,2 7 72,1 13-56,14-5 104,-14 0-56,15-2 16,-7-4-80,-9-15 88,12 19-104,5 0 152,2-4-136,1-1 0,4-5 40,-23-11-40,19 9-88,10-6 64,0 8 32,3-10 0,4 0 32,-18-3-40,-2 0 56,25 0-24,3-1 80,3 0-88,1-3-24,-3-13 0,-46 15 8,49-4-96,-2-17 200,1 3-96,-2 3-8,-3-5-32,1-1-104,-4-1 72,-3-3 104,-3 2-64,-1-2-16,-13 8 32,-15 10 48,21-21-112,-3 1 112,-1-1-16,-4 1-24,-2 4-8,-20 23 24,17-25-32,-1 0-64,-1-1 80,-9 1-24,14-2 8,-18 16 8,1-3 40,12-11-80,-11-2 200,1-1-200,-1-1-16,-1 4 56,-2 21-40,2-24-160,-3-2 256,0 1-56,-3 1 16,-3-1-72,2 24 56,-8-15-176,6-7 48,-16 2-72,4 2-33,-5 1-15,8 7 248,7 8-248,-18-14-72,-4 0-40,-1 5-96,0 0-16,-4 3-16,35 14 488,-35-15-560,-2 10-96,-1-12-160,1 13-169,-4-1-215,26 3 1200,-8 0-1440,-18-2-281,1 1-183,1 3 136,2 0-3474,37 0 5242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3.70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1170 447 9858,'0'0'1776,"4"-4"-824,-4-1-376,0-1-200,0-8-88,0 10 1,0-2-17,0-10 104,0 12 80,0-12 16,-1 13-472,0 0 488,-1-15-56,-2 12-96,-1-12 56,-1 3-24,1 10-368,5 5 304,-6-19 16,-1 16-64,2-3-39,-10-10 15,11 10-32,2 1-200,-3-5 160,-12 7 0,10-3 0,-10-9 24,10 12-16,-6 0-168,8 2 160,-10-4-8,-2 1 104,1-2-80,-3 3-40,1-1 8,17 4-144,-18-4-8,-3 4 32,0 0 64,0 0-16,-2 0 16,12 0-88,-2 0 144,-10 0-24,-2 2 24,1 4-8,1-1-32,2 0-104,18-4 136,-24 6-24,3 8 48,-3-10-8,0 10-32,3-8-8,18-3-112,-14 9 40,-7-6 24,-1 15-8,1-5 64,-1-1 24,13-3-144,6-5 160,-17 12-15,-1 2-113,1-2 0,-1 4 8,0-4-40,28-20 64,-25 24-8,1 0-16,-2 4 24,2 1-8,0-1 32,4 3-8,2-2-80,1 1 56,2 1 48,1-2-16,8-4-88,4-18 136,-12 24-24,8 0-40,0 4 32,1-2-8,1 0-16,4-27-80,-2 23 72,1 6-80,1 2 56,0 0-32,3-4 64,0-17-80,0-3 88,15 17-96,-12-1-8,16-1 24,-4 1 24,-1-3-32,-15-24 80,20 22-40,5 0-96,1-2 40,5-2 0,2 0 32,-25-15-16,15 8 96,13 6-120,3-3-8,3-1 32,2-8-16,-12 6 16,-18-7 24,33-1-64,3 10-32,-3-13 8,5 2 80,-1-3 16,-48-1-32,45 0 64,4 0-136,-5-5 72,1-13 32,-2 12 8,-28-4-40,4-2 136,20-3-160,-2 1 72,-1-5-56,-5-1 24,-4 0-16,-27 16 64,34-22-64,-4 1 0,2-3 32,-4 0-16,-6-3 16,-21 24-32,14-17 64,4-7-152,-4-1 48,0 1 40,-3-2-24,-7 10 24,-4 9 88,0-23-56,14 2-32,-16-5-32,11 1 16,-15-1-8,0 39 24,3-40-16,-3 0-40,0-1 64,0 1-16,-2-1 0,0 25 8,-1-8 16,-12-17-128,8-1 96,-13-3-32,1 6 16,5 6 32,10 24 8,-18-31-184,-2 6-32,-2 2-200,-5 0-112,-2 4-57,28 24 577,-27-22-760,-5-2-144,-1 3-168,-1 2-264,0 0-257,17 13 1593,4 2-1920,-23-11-425,1 0-55,1 3-3409,39 17 5809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5.88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273 4 6553,'0'0'1664,"0"0"-207,0-4-41,0 4-104,0 0-248,3 0-1064,-2 0 793,2 0-161,1 0-160,0 0-96,-4 0 16,0 0-16,1 0-376,1 0 448,-2 0-32,0 0-24,0 0 40,0 0-32,0 0-400,0 0 401,0 0-17,0 0-64,0 0-80,0 0 24,0 0-72,0 0-1993,0 0 3770,0 2-1833,0 0 0,0 0 24,0-2 0,0 1-160,0 0 216,0 1-104,-2-2 24,1 0 56,-1 2 16,0-1-208,2-1 224,-2 6-24,0-2-72,-1 1 8,1-1 48,-2 1 0,3-4-184,-2 2 200,0 1-63,1 1 31,-4 1 8,5-1 24,-2-1-200,2 0 192,-5 10-32,3-10-16,-1 1-24,-2 3 32,3-1-152,3-7 144,-4 15-24,-1-10-8,-1 12-8,1-12 16,-1 12 0,4-15-120,-1 1 104,-3 14-48,0-10 0,-1 12 32,2-14 72,-1 9-160,4-9 184,-5 2-32,1 13-72,1-5-16,-1 0-16,-1-8 24,6-5-72,-4 14 120,0-8-96,-2 10 56,1-10-8,1 10-48,2-15-24,0-1 120,-2 17-48,-3-14 24,3 14-32,-1-14 0,1 11-64,5-13 48,-6 2-48,2 10 80,1-10-112,-3 3 16,1 6-8,4-12 24,-2 2-88,-1 3 40,1 1-40,-1-1 104,0-1 8,2-2-24,1-1 120,-3 4-40,0-1-64,2-1 0,-1 1-80,1-3 72,2-2-8,-2 2 0,0 1-56,0 0 72,1-1 0,-1 1-32,2-3 16,0 0 48,0 1-40,0-1 0,0-1 24,0 0 24,0 0-56,0 0 16,0 0 16,0 0 48,0 0-40,0 0-16,0 0-216,0 0 352,3 0-216,1 0 16,0 0 24,-1 0 48,1 0 80,0 0-32,-1-3-40,3 3-24,0 0-24,-3 0 8,-3 0-32,6-4 32,-3 4-24,1 0 64,0 0 0,1 0 0,1 0 8,-3 2-72,3 0 136,-1-2-80,1 2-16,-2 0-16,-2-1 48,3 3-56,1 0 32,10-1 41,-12 1-1,1-2-40,-4-2-24,4 5 80,10-1-104,-10-2 64,10 3-8,-10 1-8,3-3-24,1-1 104,-4 4-80,14-1 88,-14-1-128,14 2 0,-6-2 16,-12-3 32,14 5-104,0-3 152,-10 1-48,16 1-24,-16-1 0,0-2-8,10 2-32,-9 1 24,14 3 16,-14-3-16,12 1 8,-14-3 0,-3-1 24,16 4-24,-12-1 40,10 2-40,-11 1 0,1-1 0,-5-7-24,6 6-8,-1-1 8,1 1 32,9-1-8,-15 1 8,2-4-8,1 1 48,3 3-104,-1-1 96,-1-1-32,1 0-40,-2-1 32,-2-3 32,3 4-56,-1 0 40,-3-1-16,4-1-56,-4 0-8,1-2 64,2 2-184,-3 0-8,3 0-9,-3-1-31,4 1-16,-4-2-56,0 0-136,0 0-40,0 0-152,0 0-104,0 0 736,0 0-856,0 0-161,0 0-15,0 0-88,0-3-8,-2-1-113,1 3 1241,-1-2-1400,-2 0-192,0-3-153,-1 1-55,1-1 40,0 2 1760,3 2-1601,-5-3 417,4-1-3441,2 6 4625</inkml:trace>
  <inkml:trace contextRef="#ctx0" brushRef="#br0" timeOffset="825">745 210 6849,'0'0'520,"0"0"-520,0 0 712,4 0 24,-4 0 41,4 0-41,-4 0-64,0 0-672,0 0 672,0 0-96,0 0-24,0 0-16,0 0 16,0 0 9,0 0-4010,0 0 7426,0 0-3521,0 2 0,0-2-32,0 2-8,0-2-416,0 0 440,0 2-96,-2-1-8,0 1 0,-2 0-24,3 2-312,1-4 361,-4 3-17,2 1-80,-2 0 48,1 0-64,-3-1-32,5-2-216,-1 0 256,-4 3-104,2-2 32,1-1 56,-1 1-48,0 0 56,1-2-72,-1 2-96,0-2 48,-1 0-56,1 0 72,4 0-144,-4 0 184,1 0-104,1 0 88,-2 0-72,1-4-24,1 2-72,0 1 120,-2 1-32,1-4 0,1 0 32,0 1-56,0 0-64,2 2 32,-2-3 16,0 0-72,1 1 64,1-3-24,0 1 16,0 4-32,0-4 48,0 0-72,0-1 73,0 1-49,0-1 16,0-3-16,0 3 48,0 3-56,0-1 8,0-1 40,3-10-16,1 15-8,-4 0-16,4-6 48,-1-8-120,1 10 80,0-2 0,-3 4-8,1-1 72,2-3-64,1 1-32,-1 1 32,0 4 32,0-2-40,-3 1 56,3 1 24,0 0-48,-1 0 16,1 0 8,0 0-64,-3 0 8,3 0 40,0 0-96,0 0 32,-1 0 56,1 0-40,-2 1 8,0-1 88,1 2-40,1 0-40,0 2 48,-1-1-40,-3 1-16,0-4 8,4 6-8,0-1-16,-4 1 16,0-1 8,3 3 40,-3-7-48,0 3-24,0 2-24,0-1 8,0 2 40,0 1 24,0-3-24,0-3 32,0 6-16,-1-1-40,-1 0 48,-2 1-32,0-1 48,4-6-40,-2 3 64,-3 2-80,1 1 64,-1-1-40,1-1-8,1-3 0,1 0 72,-2 2-72,0-1 80,1-1-56,-3 0-16,3 0-8,2-2 88,-4 2-96,-1 0 32,3-2 24,-3 0-16,2 0 16,4 0-48,-3 0 48,-1 0-88,-1 0 80,3 0-40,-2 0-8,1-3 8,1 2 72,-2 1-72,0-4 16,2 1 40,1-3 0,-1 2-80,0-1 64,0-1-96,0 1 32,0-10 96,0 15-88,2-2 16,-1-1 80,1-3-136,0-9 32,0 12 48,0-3-56,0 2 32,0 3 64,0-16-72,0 13 40,3-1-16,-3-10-48,4 12 64,-4-1-80,4-2-16,-1-8 56,1 10-32,0 0 56,-2 2-16,-1 1 40,3-3-40,0-2-16,-1 1 8,3 1 32,-3 1-24,-2 3 8,-1 0-16,5-4-80,-1 4 32,-1 0 40,3 0 16,-5 0 0,2 0 32,0 0-112,1 0 32,0 2 16,-4 3 8,0-2 24,0-2 64,3 4-72,1-1 8,-4 0 0,0 1-24,0-1 24,0-3 0,0 3-32,0 0-56,0 2 40,0-3 56,0 3 32,0-1 16,0-1-56,-2 2-24,0-5-24,-1 5 96,-1-1-48,4-5 32,-2 4 0,-1 2-16,-1-1-24,-2-1 8,3 1-32,1-4 32,-2 0-24,0 1-56,3 4 48,-3-3 8,0 1 96,3-2-72,0 0 48,0-1-24,-1 1-24,0 0-72,-2-2-32,2 2-112,2-2 216,-1 2-344,1-2-209,-2 2-47,2-2-112,-2 1-112,2-1 824,0 0-888,0 0-208,-2 0-89,2 0-111,-2 0-128,2 0 1424,0 0-1497,0 0-95,0-3 16,0 3 63,0 0 257,0-4-3529,0 4 4785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0.56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287 9 6833,'0'0'184,"0"0"120,0 0-304,0 0 456,0 0 136,0 0 56,0 0-7,4 0 31,-1 0 32,-3 0 16,4 0 24,-4 0 48,0 0-7,4 0-9,-2 0-776,0 0 800,1 2-112,1 0 80,-4 0-128,4 0-56,-4-1-584,0-1 593,3 4-161,1-2 96,0 0-88,-1 1-32,1-1-24,-3 0-384,2 2 320,0 1-16,1-1 16,2 1-24,-3-1-56,-1-1-240,0 0 312,2 2-64,-1-1-56,1 1 33,0 1-57,1-1-168,-5-5 128,4 6 32,-1-1-56,3 1 0,-2-1 32,1 1 0,-3-3-136,2 1 112,-1 4-24,3-3 64,-1 1-72,-1 8 24,0-10-104,-2-2 96,3 5-96,1 8 120,8-11-64,-10 1-32,2 1 56,-5-5-80,14 12 0,-11-11 32,1 4 16,1 1-24,8-1 32,-12-4-56,0 1 40,4 3 48,-1-1-64,10 3-48,-11-3 40,-1 0-16,-3-4-48,6 4 40,-1-1 24,1 0-16,-1-1 40,1 3-24,-5-5-16,2 3 8,2 2-64,-1-1 16,-1-1 32,1 1 0,-4-1 8,0-2 56,4 3-24,-4-3 72,3 4-88,-3-4-24,4 3 0,-4-4 8,0 4-56,0-2 24,4-1 56,-4 0-24,0 2-24,0-3 24,0 1 24,0 0-72,0 0 64,0 0-64,0 0 0,0-1 48,0 0 24,0 0-72,0 1 80,0 0 8,0-2-56,0 0 48,-1 0-32,0 0-8,1 0-32,-2 0 40,0 0 0,2 0 16,-1 1-16,0 0 24,1-1 0,-1 0-56,-1 0 16,-2 0 24,2 0-24,2 0 16,-2 0 24,-1 0-40,-1 0 0,0 0 8,1 0-32,1 0 40,0 0 32,-2 2-72,-1-2 88,1 2 8,-1-2-96,0 1 40,4-1 64,-4 2-96,-1 0 96,1 0 0,-1 0-104,1 2 48,4-4-8,-4 3-56,-2 3 8,-1-3 88,1 1-32,-8 2-16,12-3 8,1-1 48,-6 5-8,1-1-16,-8 1-24,12-1-8,-3 1 8,6-7-16,-7 15-16,-1-13 64,1 5-32,-8 0-48,12 8 80,0-13-32,-2 2-48,-2 3 24,-8 8 64,10-10-48,-3 1 48,3 4-40,3-6 48,-13 2-32,12 0 40,-5 10 0,1-10-16,-8 1 8,14-7-48,-2 15-56,-2-10-8,-2 1 24,-1 1 16,3 0 64,2-4-40,-2 0 40,0 4-24,-1-1 40,1-1-32,1 1-16,-1-3-24,-1 1 48,1-2-40,1 4 16,2-5 48,-2 1-104,3 0 48,-1-2-32,0 0 16,0 0 0,0 0 32,1 0-16,0 0 40,1 0-48,0-4 0,0 4-16,-1-3 32,1 3-8,0-4 48,0 4-32,-2-4 8,2 4 16,0-3-56,-1 1 16,0 0-32,1-2 0,0 1 120,0 3-104,0-4 24,0 1-8,0 2 32,0-2-152,-2-1 128,2 4 16,-2-4-40,2 1 24,0 3-8,0 0 40,-2-4-96,2 0 72,0 4-24,-1-3-16,1 1 24,0 0 48,0-4-24,0 1 24,-2 1-40,2 0-40,-2-1 32,2 5 8,-2 0-40,2-4 32,-2-1 24,0 1-64,0-1 48,2 3-8,-1 0 24,1-2-80,-2 1 32,0-1-40,0-2-8,1 3 72,0 1 64,-2-4-16,1-8 56,-2 14-72,2-6-40,-1-9-24,2 15 32,-2-3-72,-3-3 8,1-9 32,1 12 16,-1-1 40,3-3-24,0-1 80,-2 5-96,1-3 88,-3-9-136,2 12 8,0-9 56,3 9 24,-5-1-104,3-1 128,-3-1-56,1 1 8,1-1 40,3 5-40,-3-3-40,-2-2-16,0 1 24,1-10 0,1 11 40,1 2-8,1 1 32,-2-3-32,0-1 8,-1-1 40,3 1-8,-2-1-72,-1 2 40,1 1-88,1-1 40,-1 0 72,0 1 0,3 1-32,0 0 40,-1-2-72,1 1 136,1-1-120,-2 4 8,0-3 8,2 2 72,-2 1-200,2-3 200,-2 3-80,2-4 72,0 4-64,0 0-72,0 0 32,0 0 16,0 0 8,0-4 40,0 4 48,0-3-80,0 3 64,0 0-32,0 0-40,0 0 16,0 0 32,4-4-32,-4 4-40,0 0 32,4-4 8,-4 4-8,3 0 8,-3 0 8,4 0 24,-4 0-56,4 0 40,-4-2-16,0 0 24,3 2-64,-3 0 160,4-3-104,0-1-32,-1 0 64,-2 4-48,-1 0-120,3 0 112,1-3 24,-1-1-40,1 4 48,-2-2-24,0 0 0,1-1 8,3-1 40,-1-1-56,1 1 24,6-1-16,-9 4-24,-3-4-8,5-1 64,10 1-40,-11-10 8,1 11 40,-2 3-40,9-3 0,-8-13-16,12 17 24,-12-5-32,10-1 8,-11 3 16,-2 1 40,16-13 8,-14 10-24,14-10-32,-12 11-8,10-1 16,-15 5 24,6-6-48,-1 1 40,12-10-40,-14 11-8,12-1 8,-14-1 24,2-3-56,2 5 24,1-1 48,9-1-24,-15 1-8,5-1 64,1 1-96,-1 1 120,1 0-40,-1 1-40,-1-1-8,-4 4 16,3 0-80,1-4 0,0 4 56,-4-3 0,4 3 16,-4 0 8,0 0 48,0 0-88,0-4 40,0 4-16,3 0 0,-3 0 16,0 0 16,0 0-32,0 0 112,0 0-136,0 0 32,0 0-32,0 0 32,0 0-152,0 0 104,0 0 16,0 2 48,0-2-16,0 0 8,0 0 16,0 0-56,0 0 24,0 0 0,0 0 8,0 0 16,0 0 48,0 0-152,0 0 24,0 0 8,0 0 8,0 0-40,0 0 480,0 0-752,0 0 336,0 0 0,0 0 16,0 0-40,0 0 560,0 0-1024,0 0 456,0 0 8,0 0-16,0 0 8,0 0 24,0 0 856,0 0-1696,0 0 824,0 0-56,0 0 16,0 0 56,0 0 1224,0 0-2400,0 2 1184,0-2 48,-2 2-96,1-1 32,1 1 8,0-2 40,-2 4-88,2 0 64,-2-3 16,0 3 0,0 0-16,1-4 24,0 2 0,-1 3-56,1-3 88,-1 3-16,0 1 48,0-1-48,0 1-40,2 0 48,-2-1-32,1 2 24,-1 1-32,2-7 16,-4 5-8,2 9-88,-1-12 144,1 3 0,-2 9-40,3-13-8,0 1 112,-2 12-104,-1-10 40,0 14 16,-1-4-24,1-2-40,4-12 64,-6 16-40,1-10 128,1 15-112,-1-7-8,-1 2 0,5-11-32,-1 8-40,-4 0 16,1 3 48,1 1 32,0-1-56,2-6 0,0-6 104,-1 12-56,-1 0-24,0-1-8,1 1-16,-1-3-16,4-13 16,-2 13-16,-1 1-24,1-10 32,0 14 64,0-14-24,1 2-32,0 3 40,-1-7-32,2 3 32,0 9-56,-1-13 64,1 3-80,0 2-88,0-3-24,0 0-144,0-1-40,0 1-144,0-3 472,0 2-537,3-1-143,-3-2-104,4 0-48,0 0-112,-2 0 944,-1 0-1008,5 0-153,-1-4-191,1 0-200,-1 1-137,1-3 1689,-6 6-1640,4-5 96,1-10 303,1 11 409,-1-1 312,10-14 272,-15 16 168,5-14-32,10 12 8,-15-12-3865,0 17 3969</inkml:trace>
  <inkml:trace contextRef="#ctx0" brushRef="#br0" timeOffset="496">557 287 7169,'0'0'360,"0"0"-360,0 0 448,4 0 32,-4 2 24,4-2-103,-4 0-33,0 0-368,0 0 408,0 0 8,0 2 56,0-2 80,0 0 104,0 0 32,0 0-688,0 0 752,0 0-71,0 0-41,0 0-16,-2 0-96,1 0-528,0 0 488,-3 0-48,-1-4-16,-1 4 0,1-4-16,0 4-408,4 0 368,-6 0-63,-8-3-49,12 3-16,-5-4 24,-6 4-24,11-1-240,-2-2 240,-13 3-40,10-4-24,-12 4-8,15 0-16,-7-2-152,7 1 184,-2 1-8,-12 0 72,5 0-136,-1 0-8,0 0-48,14 0-56,-12 0-32,-2 0 56,0 0 40,-1 0 8,1 0-8,8 0-64,-1 0 144,-7 0-104,1 0-24,6 2 32,-10-1-16,6 1-32,9-2 48,-4 4 8,-13-2-16,12 0-32,-8-2 8,9 2-16,3-2 0,-7 1-24,5 1-24,-1 0-32,-8 0 40,10 0-96,1-1 136,2 0-192,-5 0-104,-1-1-168,3 2-216,-2 0-144,1 0-201,6-2 1025,-5 2-1288,-1 0-168,2 1-216,1-1-129,1 0 9,1-1 1792,0 0-1537,-1 1 385,0-1 472,2 1 328,0 0-48,3-2 400,-2 0-3977,-1 0 3977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5.01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415 5 7041,'0'0'768,"0"0"192,0 0-960,0 0 953,0 0-105,0 0-48,0 0-152,0 0-112,0 0-4321,0 0 8074,0 0-3905,-2 0 112,2 0-55,0 0-9,0 0 64,0 0-496,0-4 408,0 4 8,0 0 56,-2 0-64,2 0 8,0 0-416,0 0 464,0 0-56,0 0 57,0 0-113,0 0 8,0 0-2409,0 0 4418,0 0-2121,0 0 176,0 0-144,-2 0-24,2 2-24,0-2-232,0 2 112,0-1 48,0 1 24,0 0 32,0 2-24,0-3-192,0 0 208,4 2 0,-1 1-48,-3-2-40,4 2 48,-4-3-16,4 3 0,-4 2-40,3-1-7,-3 1 23,4-1-8,-2-3-120,0 2 160,1 3-64,1 0 224,0 1-208,-1-1 16,2 5-128,-4-9 152,3 0-264,-1 3 248,1 9 16,0-10-24,-1 10 0,-2-14-128,4 3 72,-1 11-24,1-9 40,-1 8 24,-1-8-16,1-2-96,-2-1 120,2 5-32,-1 8 96,1-10-96,0-1-32,-1 9-56,-3-13 64,4 1-120,0 3 80,-1 3 24,1-3 24,0 1-80,-3-5 8,1 3 32,2 2-64,0-1 216,-4 1-168,3-1-8,0-1-8,-2-2 32,-1 0-232,4 3 344,-1-1-104,1-1-24,-4-1-16,0-2 0,0 2-112,4 0 64,-4 0 64,4-2-32,-4 0 16,0 0 24,0 0-56,0 2 64,0-2-96,0 1 24,0-1 40,0 0-48,0 0-96,0 0 152,0 0-176,0 0-64,0 0 0,0 0 1048,0 0-2048,0 0 848,0 0 88,0 0-200,0 0-33,0 0 3466,0 0-6482,0 0 2721,0 0 48,0 0-160,0 0-16,-2 0-145,2 0 1097,-2-3-1248,0 3-128,-2-4-161,2 0-103,-1 4-72,2-1 1712,0-1-1665,-3 2-1199,1 0-1809,3 0 4673</inkml:trace>
  <inkml:trace contextRef="#ctx0" brushRef="#br0" timeOffset="515">36 223 7817,'0'0'928,"0"0"-23,0 0-193,0 0-272,0-3-40,0 3-80,0-4-16,0 4-16,-1-2-288,0 0 376,1-1 32,0-1 24,-2 0 40,0 1-15,1-1-457,0 4 432,0-4-8,1 1-16,-2-1 8,0 0-16,0 1-8,1 1-392,-2-2 352,0 0-32,1 1 216,0-1-168,0 4 65,1-3-433,0 2 456,-1 1-184,2-3 256,0 3-80,-1 0-24,1 0 8,0 0-432,-2-4 344,2 4 16,0 0 48,0 0-8,0 0-24,0 0-376,0 0 401,0 2-57,0 0 152,0 0-168,0-1-40,3 4-288,-3-4 296,0 4-160,4 1 152,0-1-32,0 1-56,-1-1-8,-2-3-192,2 2 144,1 3-8,-1 1 64,3 6-40,-1-10 0,-1 1-160,-2-3 240,3 13-112,10-9 96,-11 10-88,1-10-64,1 8 65,-6-13-137,5 4 0,10 2 48,-15 12 32,5-12-24,10 10 8,-15-14-64,0 1 80,4 13-80,0-12-112,1 12 104,-1-12 8,-1 8 0,-3-9 56,4 1 56,0 10-24,-1-10-80,-3 10-16,4-9 16,-3-5-8,-2 5-104,5 1 40,-4-1 48,3-1 16,-3 1 8,0-3-8,0-1 40,4 6-104,-4-3 128,0 1-232,0-1-16,3-1 184,-2-4-169,-1 4-183,0 1 152,0 1-88,0-3-72,0 1-64,0-3 424,0 2-536,0 0-96,0 1 72,0 0-104,0-2-73,-2-1 737,2-1-720,0 2-280,-2 0-120,2 0-168,0 0-305,0 0-247,0-2 1840,0 1-2153,4-1-303,-4 0 319,3 0-3320,-3 0 5457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6.84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682 3 9858,'0'0'1336,"0"0"-1336,0 1 1072,0-1-336,0 2-160,0 0-63,-1-2-9,-1 0-504,2 0 568,-2 0 32,-2 0-64,1 0 24,-1 0-56,0 0 0,3 0-504,-3 0 552,-2 0-135,1 0 31,-3 0-120,-6 0-8,11 0-320,0 0 360,-2-4-72,-12 4-16,10-3 0,-12 3-40,12 0-232,7 0 272,-18 0 16,3 0-80,7 0 40,-15 2-24,6-2 8,12 0-232,-8 1 264,-8 1-88,5 0 9,-4 2-17,-2-1-8,8-1-160,7-2 224,-13 4 16,0 0-40,0 1 32,-1 1-72,-1-1-80,21-4-80,-18 4 96,1 0-104,-1 1 96,1-1 0,0 1-24,9-4-64,-1 1 72,-6 3-104,-1-3 0,2 3 48,1-4 8,8 1-24,4-3 32,-16 6 24,11-2-80,-8 1 24,9 1 8,1-3-72,3-2 64,-4 2-96,1-1-184,-1 0-80,3 0-136,1-1-136,1 1 632,0-2-793,-1 2-343,2 0-288,0 0-433,0 0-487,4-2 2344,-4 0-2705,4 0 49,1 1-3338,-5-1 5994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0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29 7097,'0'0'240,"0"0"56,0 0 128,0 0 56,0 0 24,0-3 57,0 3-33,0 0 24,0 0-32,0 0-48,0 0-8,0 0-464,0 0 448,0 0-64,0 0 32,0 0-48,0 0-39,0 0-2274,0 0 4226,0 0-2001,0-4-8,0 4-24,0-4-16,0 1-232,0 3 208,0 0-32,-2 0-56,0 0-16,1-4-40,-1 4-16,1 0-48,0 0 72,-1-4-64,-2 4-40,3-3 48,-3 3-24,0-4 24,1 4 48,-1 0-48,0 0 16,0 0 32,3 0-64,1 0 40,-4 0-40,0 0 8,1 0 32,1 0 56,0 0 80,1 0-176,0 0 240,-1 0-32,2 2 72,0-2 0,0 2-24,0-1-256,0 0 280,-2 0-56,2 1 9,0 2 15,0 0-8,0-3 0,0 0-240,0 2 192,0 3-80,0-3 96,4 3-24,0-1 40,-2-2-224,-1 0 264,3 2-88,2 1 0,-1 1 40,1-1-32,-1 0-184,-5-5 192,6 14-8,-1-11-32,1 1 8,-1 2 8,1 1-16,-4-6-152,1 1 144,12 5-24,-11-3 16,1 1-8,1-1-8,4 0-120,-6-2 144,0 4-56,0-2 9,1 1-9,10 1 8,-11-1-24,-4-6-72,5 7 32,12 0-48,-14 8 16,3-11 48,10 3 56,-14 0-104,0 1 128,13-3-24,-10 10-40,10-9 48,-9 12-8,6-12-104,-10-5 112,4 18-16,14-12-48,-14 13 0,16-12-8,-8 12 8,-12-16-48,2 9 48,18 1-40,-7 5 32,-10-1 16,19 0-32,-15-5-24,-3-5 88,10 10-32,-1-1-32,0 1-16,1 0-16,-1 0 8,-15-17-32,6 17 24,14-1 8,-6-1 24,-8 1 8,12-1 0,-12-1 8,10-8-104,-12 12 80,13-14-40,-14 12 24,2-13 0,-4-3 56,15 14-80,-16-9 56,6 1-48,-1 8 32,1-12 16,-5-2-32,3 4-32,2 2-8,0 1 8,-3-3 16,1 2 48,-4-3-32,0-2 56,4 2-32,-4 1-48,3-3-8,-3 0 32,0 0 0,0-2-40,0 0 32,0 1 8,0-1-16,0 2 40,-2-2-32,2 0 8,-1 0-16,-1 0-40,-2 0 40,0 0-16,1 0-8,1 0 40,2 0 24,-4-3-64,0 3 56,1-4 0,-1 0-8,0 1-16,4 2 8,-5-2-16,-1-1-64,1-1 24,-1-1 48,1-10 0,1 14 8,1 0 56,-5-3-56,1-14 24,-8 14-40,10-16 8,-10 9 8,13 10 8,-5-13-32,-14-2-56,7-1-16,-1 0 16,8-1-56,1 15 136,-10-10-80,-1-6-64,0-1-8,1 3 24,-2-2-56,7 7 184,5 6-152,-11-14-32,-1-1 23,2 2-15,-3 0 8,1 1 24,1 3-72,2-3 24,-1 5 24,-1-1 8,3 10 40,8-4 120,-3-3-32,-6 7-104,8-14 8,-11 16 24,10-3-40,-3-4 144,6 5-96,-1 5-24,-9-3 16,10-3-8,-10 3 24,10-1 0,3 4 88,-4 0-104,-8-4-40,10 4 40,-2-3 8,1-1 32,2 4 64,0 0-24,-2 0-24,-1 0 40,3 0-48,-1-4 24,0 4 32,4 0-8,-2 0-8,1 0 16,-1 0 8,0 0-24,2 2 16,0-1 0,0 0 32,0 1-88,0 0 112,0-1-40,0 3-32,0-3 16,0 0 64,4 1-104,-4 1 8,3 3 88,3-2-40,-3-1-8,-2-2-8,2 4 48,3-1-128,-3 1 40,3-1 40,-2 1-8,-2-2 8,1 0 56,1 2-40,1 1 16,1-1-16,-1 1-24,8-1 8,-11-5 40,-2 6-16,6-1 8,-1 3 16,10-1-16,-12 0-16,-2-5-16,2 4 48,3 9-24,8-12 16,-10 5 24,2 10-24,4-15-40,-4-1 24,-2 15 8,1-2 16,14-8 8,-14 13 96,12-5-8,-17-15-144,5 15 104,14-1-8,-14 1 16,12 0-48,-3 1 56,-11-9-120,0 3 112,19 6-96,-5 1 104,-3 1-64,1 3 56,0-3 40,-1 0-56,3-1 24,-2 0 0,1 1 8,-1 0-40,-14-15-88,3 13 152,18 0-48,-16 1-40,12-3 0,-12-6-80,3 2 16,-2-2 40,-1-2 16,9 12-40,-12-12 24,3 1-40,-1 0 0,-5-7 0,6 6-8,-2-1 8,-1 1-32,1-4 8,0 1 8,-4-2 16,0 0-48,0 1-8,0-2-16,0 0 72,-2-4 8,-2-1-64,-1 1-16,-1-1 80,-1-1-72,6 5 64,-6-12-8,-7 7-32,8-11 8,-10 3 32,10 8 0,-4-5 0,0-2-24,-5-3-40,0-3 8,-3 1-48,1-4-16,2 4 120,12 14-184,-17-20-48,0-2-24,-1 0 24,-3 1 0,2-3 48,-1 2-48,-1-1 8,2-1 8,-1-1 64,0 1 48,9 11 104,6 7-48,-15-16-16,1 2-80,2 4-16,0 1-16,2 1 176,18 18-144,-19-17 32,3 1-16,1 10 24,0-14 16,0 16-16,13 2 104,-3-1-24,-11-3-57,10 1 33,-9 1 8,12 4-8,-2-3 48,4 3 8,-6 0-40,1 0 8,1 0 32,-1 0-24,4 1 24,2 0-8,-3 2 32,1 1-80,0 1 40,2-1 56,0 1-16,0-2-32,0 0 72,0 4-8,4 1 9,-1-1 7,1 8 32,-1-12-112,-2-3 112,4 6-16,1 1-32,-1 8 16,1-9 32,10 1-40,-16-2-72,0 6 128,6-5-56,10 1 0,-12 8 88,2-9-72,7 7-88,-8-8 136,-1 0 16,12 12-32,-12-2 88,12-8-56,-12 13 16,-4-18-168,17 11 160,-12-7-56,15 12 64,-5-11-16,-9 13-8,4-13-144,2 1 160,2 7-64,1 1 8,0-1-88,0 2 56,-2-4-72,-10-10 80,12 14 0,1-1 96,-1 1-80,0 1 16,1 1-16,-12-15-96,9 12 48,5 4-64,-1-1 0,-2 1 80,1 2-8,-7-10-56,-3-4 128,-1 14 0,17-5-72,-16 1 0,12 0 24,-12-2-80,-6-15 40,16 16-7,-12-10-17,2 9 16,-1-10 8,1 9 24,-4-14-64,1 1 56,1 4-96,-1 1 32,-3-1-80,0-3 64,0 0 24,0-2 24,0-1-40,0 0 40,0 0-64,0 0 24,0 0 0,0 0 16,-1 0-49,-3-4-47,-2-1 32,-1-1 48,0-8-16,-1 11 32,1 0 32,1-13-48,-12-1 24,11 2-48,-13 1 64,13-2-24,6 15-40,-17-14-16,3-1 48,-1-3-80,-3 1 24,1-2-56,12 13 120,-7-10-120,-3-3-32,-3-1 24,1 1-8,0-2 56,4 9 80,7 6-56,-13-17-8,0 0-24,0 2-72,-2-2-32,1 4-16,20 18 208,-20-16-184,1-3-24,0 1 48,0 0 72,-1-2-40,13 13 128,-2-2-96,-8-9 16,1 3-48,1 11 56,1-16 24,9 18 48,5 3-40,-20-19-16,16 14 40,-12-9-24,12 12-8,-3-3 64,5 5-16,-8-3-56,7 0 8,-2 0-16,1 1 0,1 3 32,1-3 32,1 2 8,-4 1-16,4 0 40,1 0-88,-1 0 48,2 0-16,0 0 24,-2 0-56,2 2 64,0 0-16,0 1 24,4 3-16,-3-5 0,1 2 40,2 2-104,-4 2 80,5 8 8,1-11-8,5 1-16,-7-3 88,-1 6-24,3 8-8,-1-10-16,10 12 64,-11-1-24,-2-15-80,10 10 88,-6 7-16,11-1-24,-12-3 8,12 1 32,-14-6-88,-1-1 160,15 7-16,-3 3 32,-8-3-40,14 4-48,-6-1-88,-13-17 88,4 18-8,17 2 24,-16-4 8,16 3 16,-7 1-24,-11-17-104,6 8 112,7 9-40,0-2 24,-1 2-32,1 0 8,-7-6-72,-6-10 112,11 17-88,2-3 8,-3 0 16,1 0 48,-9 0 16,-6-18-112,20 17 104,-15-1-80,14-1 0,-14-1 32,10-1-24,-13-12-32,1 1 96,3 13-72,-1-12 24,10 10-8,-15-13-40,0 3 0,0-5 8,4 6-32,-1-2 96,-3-1-48,0-1-8,0 0-40,0-2 24,0 2-104,0 0 24,0-2-56,-1 0 48,1 0 80,-3 0 8,2 0-56,-5-4 56,1-2 104,-1 1-240,-1-10 104,2 11 32,5 4-8,-15-5-144,9-15 96,-1 14 16,-8-16-64,10 17 24,-14-19 32,14 7-152,-15-1 88,14-2-48,-14-1 0,8 6 160,9 10-64,-12-19-96,-1 2 16,-2 0-8,1 0-16,-1 0 8,15 18 160,-13-14-168,-2-6-16,-2 0 24,1 2 32,1 0 32,7 11 96,2 2-64,-10-13-32,1 0 24,-1 1-40,1 1-16,1 3 128,16 16-72,-16-16-72,1 1 72,1-1-8,0 2 0,-1 1 32,8-1 0,-10 0-32,12 10 40,-10-14 0,10 16 16,-4-8 24,6 7 24,-2 0-48,0-1-1,-8-1 34,12 1-1,-4 1 8,6 4-16,-5-4 24,-1 1-89,1 3 73,1-4-8,1 4-8,2 0 8,0 0 65,-1 0-57,-2 0-8,2 0 0,0 0 0,1 0 0,1 0 8,0 0-16,-2 0 40,2 0-16,0 0 24,0 0 40,0 0-80,0 2 56,0 0-40,0 0 24,0-1 8,3 5 24,0-3-72,-2-1 104,3 4-16,1-1-16,1 10 16,9-9 8,-15 1 24,0-7-120,5 18 136,12-12-32,-17 12 16,16-10-16,-10 12-32,-1-15-72,4 5 152,-3 6-72,10 1 56,-10-1-8,12 3-24,-6-4-104,-9-10 160,12 15-40,0 0 40,-1 2-48,1 0-32,1 1 0,-12-19-80,9 15 32,4 3-48,-1 2 80,1 0 0,-1 2 40,-7-13-104,-1-2 192,8 15-72,1-2-40,1 1-32,-1-1-56,0 0 8,-16-22-16,18 24 48,-1-1-24,-1-1 0,1 0 8,-2 0-8,-10-17-8,5 8-64,7 9-48,-1-2 64,0 0-72,-3-3 40,-3-6 80,-7-8-96,1 10-200,14-1-104,-14-6-120,12 7-160,-13-10-80,-4-4 760,5 5-905,1 2-279,-3-3-248,1-1-249,-4-2-151,0-2 1832,0 0-1832,0 0 271,-2 0 457,-2 0-3473,4 0 4577</inkml:trace>
  <inkml:trace contextRef="#ctx0" brushRef="#br0" timeOffset="1344">1540 1900 7633,'0'0'608,"0"0"48,0 0-656,0 0 673,0 0-121,0 0-32,0 0-64,0 0-8,0 0-3097,0 0 5730,0 0-2689,0 0 48,0 0 16,0 0-16,0 0-7,0 0-49,0 0-96,0 0 40,0 1 0,0 1-16,0 1-312,0-2 392,0 4-72,0-1-40,0 2 8,0-1-48,0 3 40,0-8-280,0 7 296,0 8-8,0-10 48,0 12-31,0-10-41,0 1-264,0 4 272,0 3-56,0 0 72,0 3-56,0 2-32,0-3-200,0-12 168,0 21-72,0-2 200,0 2-208,0 1-16,0 1-16,0-24-56,0 23-136,0 6 128,0 0 48,0-1-24,4 3 8,-4-18-24,0-1 72,0 17-40,3 0 0,-3 2-8,0 0-24,4 0-16,-4 0 8,0-2 24,4 0-16,-4-4 8,0 1 8,0-22-16,0 11 16,0 7-56,0-6 72,0 0-32,0-3-24,0-6 24,0-5 16,-2 10-88,-2-1 128,0-8-120,1 12-16,-1-14-24,4-5 104,-5 17-216,1-12 56,-2 1 64,3-1 16,-1 1-40,1-4 120,0 1-88,2 1-64,-5 0 112,4-3-136,-1-1-64,0 0 240,2 0-232,-5 0-192,3 0 175,-3 0-79,3-5 8,-3-1 48,5 3 272,-2-10-344,-2 7 80,1-10 0,0 10 24,1-16 0,1 13 240,0 3-192,-2-12-24,1-4-48,-3 0 24,1-4-32,-1 0 272,6 26-256,-5-27 8,1-4 8,-1-3 32,-1 1 7,2 0 33,3 21 168,-1-11-152,-2-12 8,0 0 32,1-3-32,1 1 16,-1 6 128,2 22-136,-3-34-48,3 3 80,-1-2-72,0-1 8,0 1 0,2 35 168,0-26-224,0-8 24,0 2 56,0 5 88,0-1 0,0 19 56,0 2 8,0-12-8,0-1 0,0 7 8,4 1 32,-4 4-40,0 14 64,0-5 0,0-12 96,0 14-16,0-1 32,3-1 16,-3 5-192,0-2 216,0 0-16,0 3 32,0 0 16,0 0-48,0 0-200,0 0 256,0 2-56,4 3-23,-4 1-1,4-1-8,-4 12-8,0-16-160,0 3 168,0 18-48,0-5 24,0-1 0,0 5-8,0-11-136,0 2 176,0 10-48,0 3 56,0 3-40,0 3-8,0-4-136,0-22 144,0 26-32,0 4 40,-2 0 72,0 3-16,2 3 0,0-31-208,0 20 232,0 11-104,0-3 48,0 1-40,0-1 8,0-12-144,0-11 200,0 25-80,0-1 104,0-2-88,0 1-15,4-1 111,-4-37-232,0 35 72,0 0 8,0-4 24,0-3-72,0-4 24,0-16-56,0 6 72,0 6-80,-2-5 120,0 0-104,0-8-16,-1 4 8,3-7 48,-4 1-128,0 2 136,1-1-56,1-2-32,0-3 16,2-1 16,-2 0-88,-2 0 16,1 0 32,1-3-64,-2-3 56,3-2 48,0 2-16,-2 0-56,1-14 24,-2 5-96,0-3-16,1-2 160,3 20-177,-4-23-79,0-4 72,1 3-32,-1-5 0,-1-3-16,3 23 232,-2-11-224,0-13-48,-1 0 32,1 0 8,0-1-48,1 11 280,1 12-232,-2-24-56,-1-2 64,-1 2-48,3-4-40,-1 4 48,3 31 264,-2-28-328,-2-7 15,1 2 89,0 0-32,1 2 40,1 19 216,0-1-152,-4-16-40,3 2 80,-1 0-24,0 3 32,1 6 104,3 18-64,-6-18-8,3 2 56,-1 4-8,2 1 32,-2 11-24,3 1 16,-1-9-24,0 9 0,0-1 32,0 0 72,2 4 64,-1 0-144,0 0 192,1 0 24,0 2 8,0 4-24,0 8 24,0-8 0,0 12-15,0-10-33,0 14 32,0-6-8,0 3-8,0-11-192,0 6 240,0 6-32,0 4 80,0 4 16,4-3-48,-4-1-256,0-16 280,4 23-64,-4 2 96,3 2-16,-3 0-32,4 2 0,-4-32-264,0 26 200,4 6 8,-1 0 56,1 0 8,0-1-39,-2-15-233,-1-3 272,3 19-64,-4-4-64,4 2 48,-1-4 8,-3-3-200,0-25 184,4 29 56,-4-5-32,4-1-72,-4-2-24,3-4-24,-3 0-96,0-3-8,0-2 72,0-10-48,0 12 32,0-14-40,0-1 72,0 4-72,0-1 232,0-3-224,0 2 16,0-2-40,0-2 16,0 1-248,0-1 168,0 0 24,0-3 16,-1-3 40,0 4 0,0-1 24,1-14-64,0 12 32,0-14-16,-2 3 40,2 3-16,0 9 16,-2-14-56,2-1 112,-2-3-88,2-2-8,0-1-32,0 18 56,-2-14-160,1-7 8,1 3 32,-2-3 64,0-1 0,2 9 56,0 8-48,-2-21 0,2 2 80,-2 0-152,2-4 0,0 2-32,0 32 152,0-33-280,-2-1 168,2 2 0,-1-4 0,-1 2 8,1 21 104,0-7-144,-1-12-48,0 4 103,0-3-15,1 7 16,-1-1 72,-2 2-112,0 6 80,3 1-16,-5 1 48,4 10 8,2 3 8,-2-12-56,-1 11-8,1-2 32,-2 3 40,2-1-16,1 4 8,0 0 40,1 0-48,-1 0 40,1 2-32,0 2 32,0 1-8,0 10-64,0-10 80,-2 12-24,0-2 24,2 1 8,-1-10-48,0 7 40,-1 7-32,0 0 48,2 2 0,-1 2 0,-1 0 48,0 3-48,0 1 137,0 1-81,0 3 32,1-1-16,0-29-128,0 27 48,-1 4 0,0-1 48,0 1 16,2 2-56,0-19-56,0 1 128,-2 18-128,1 0 96,1 0-48,0 3-16,-2-7-32,2-25 40,0 33-80,0-5 72,0 5-48,0 0 16,0-4-72,0-27 72,0 20-208,0 7-128,0-3-208,0-1-257,0 0-327,0 0-288,0-1-337,0-1-127,0-1 8,0-2 423,3 1-3408,-3-27 4857,0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0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1038 278 10506,'0'2'1208,"0"0"-336,0 0-336,3 0-176,-3 0-360,0-1 288,4 3-15,-4 2 135,0-1-40,0 1 72,-2 0-440,2-5 464,-2 6-80,1 1 136,-3 8-120,0-10-32,-1 10-8,3-14-360,-2 2 240,-1 11 16,-3-8 40,1 11-119,-8 1-1,11-8-176,3-6 224,-16 12-64,12 3-8,-16-2-16,5 3-16,-1 1-72,16-21-48,-18 22 72,-1-1-88,0 3 64,-4-1-32,0 2 40,12-14-56,-2 2 64,-10 13-88,-2 1 48,1 0-40,-3 1 40,7-4-24,16-21 0,-20 24 8,-1 5 152,2-5-200,0-1 64,-2 4 0,20-24-24,-12 10-136,-5 11 152,1 0-24,1-6-8,3 0 32,6-9-16,6-4 32,-11 9-24,0-3 104,1 1-120,8-1 40,-9-1-32,16-13 48,-4 14-96,-12-10 48,12 2 8,-10 1-8,13-1-16,0-5 16,-2 2 32,-1 1-80,-1 1 160,5-4-112,-3-1-16,3-1 16,0 0 32,-1 0-176,2 0 168,0 0-32,0-5 0,0 1 48,0 4-40,0-4-40,6-10-40,-1 10 16,1-1 0,8-14 56,-11 16 8,-2 1 8,14-17 16,-10 3 48,12-1-104,-2 1 24,-10-3 8,-5 17-48,22-21-80,-5-1 80,-1-4 32,3-1-32,-3-3 32,-10 23 16,7-13-48,9-11-32,-2-4 152,4 0-104,0-1 24,-4-3-8,4 5-112,-2-3 128,2-1-40,0-1 48,-2-1-32,-20 38 24,20-33-32,-2-3-24,-2 1 40,1 4 16,-3-1-16,-7 19 16,1-1 32,6-12-32,1 1 144,-12 7-152,16 0 32,-17 6-24,-3 13 16,14-15-136,-12 1 304,3 12-192,-1-15-16,1 16 40,-5 3-16,3-4-120,0 2 96,0-1 48,-4 0 8,0 4 0,0 0-32,0 0 112,0 0-32,0 0 80,0 6-144,0-1 16,-2 10-32,2-15 0,-4 6-104,-3 14 104,0-4 32,-10 3-8,12 1 24,-3-12-48,-5 6 40,-3 12-32,-3 0 72,1 5-16,-2 0 8,2-5-72,14-19 72,-20 28-40,0 0 56,-2 2-16,0 1 0,-1-1-8,22-31-64,-18 25-8,-6 6 0,1 1 24,1 1-8,-3 1 32,15-18-40,3-5 72,-16 22-32,4-3 128,-2-1-128,1 0 8,4-5-48,20-28 56,-21 27-112,1 2 128,3-5-40,0-4-24,-1 0 16,14-15-24,-6 6-8,-4 4 0,0-2 32,8-1-8,-12-8 16,16 7-32,1-8 64,-13 1-24,12 8 24,-3-12-40,1 2 24,-1 1-32,6-4-16,-4-2 16,1 1-48,1 0 32,0 0-16,0 0-32,1-1 48,0-1 64,1-2-64,0 0 48,0-10-8,6 8-64,-1-13 24,-5 16 24,6-17-40,9 2 152,-10-3-120,15-3-64,-5-3 64,2-1-160,-1-1 88,1-2 64,3-3-40,-2 0-8,-5 13 40,-6 8-40,14-22-8,-1 2 40,2-3-72,0-1 56,2 2-32,-24 35 56,22-39-112,0 4 72,-2 0 8,2 0 16,0 2 32,-3 0 0,1 0-72,-3 4 16,-12-1-8,14 6 24,-17 8 24,-1 10 24,14-12-32,-11 3 64,-1 10-56,1-14-8,0 16 16,-4 2-8,3-4-48,-3 0 0,0 1 48,0 4-8,0 0 16,0 0-8,0 0 32,0 2-32,0 1 112,0 3-128,-3 1 16,-3 9 0,6-15-8,-5 6-80,-10 13 64,9-1 8,-1-1 40,-11 2-32,10 3 32,-14 2-56,6 5 40,-5-1 24,1 2 24,6-9-56,8-12 80,-16 21-56,2 2 16,-4 2-32,0 0 32,2-2 0,21-32-40,-20 31 24,1-1-48,-1 1 48,3-3-8,1-1 8,9-16-24,0 1 80,-7 11-32,8 0 176,-12-2-160,14-2 48,-9-4-112,11-13 72,0 12-184,-5 1 280,3-9-144,-1 10 16,1-11 32,3-5-72,-2 5-72,1 1 80,-1-1 24,2-4-40,0-1 16,1 1-8,0-2 32,1 2-16,0 0 88,0-2-88,0-4-24,0 4 8,4-5-72,0-1 24,-1-10 16,3 10 16,-1-16 0,3 14 16,3-4 16,-6-8-48,16-4-16,-5 2 0,-1-2-40,-4 3 88,-8 16-64,14-19-8,0-3 136,3-5-128,-2 3 0,2-4 0,-16 27 64,13-21-248,3-6 128,0-1 56,2 1-8,0 0 8,-9 14 64,-4 3-40,15-20-40,0-3 56,0 0-48,2 1 8,-5 4 64,-18 31-40,21-34-40,-1 0 24,-2 1 24,3 3 16,-4-2 8,-14 25 8,8-12 32,4-7-56,1-1-64,-4 3 64,-1 5 32,-3 6-8,-7 10 32,1-14 48,12 5-80,-13 0 16,-1 11 8,1-1 8,-4 4-32,4-4 16,-1 2-80,-3 3 16,0 0 40,0 1 8,0 1 56,-1 4-40,-1 1 80,-4 10-56,-10-2-24,11 0-16,4-12 8,-19 17-64,5 2 128,-3 4-32,-1 2-16,-3-1-8,17-20-16,-14 16-8,-6 6 8,-1 2 32,2 2 24,-3 2-40,10-12-16,8-9 32,-21 25-24,1-1 80,0 1-48,-1 0 16,1-3 16,28-35-72,-28 33-16,0 1 32,1-2 24,-1 0-48,1-1 8,18-21 0,-6 9-56,-11 9-112,3 1 0,2-3-192,0-3-152,9-8 512,7-10-744,-10 14-385,-2 1-215,1-1-408,2 0-241,1 0 41,11-16 1952,-2 13-2481,-11 1-2488,16-18 4969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10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82 6785,'0'0'400,"0"0"144,0 0 136,0-4 32,0 4-712,0 0 721,0 0-81,4 0-8,-4 0-8,0 0-16,0 0-608,0 0 576,3 0-8,-3 0-40,0 0-47,0 2 23,4-2-64,-4 0-440,0 2 440,0-2-88,0 1 88,0 1-40,0 0-32,0 0-368,0 0 464,4 0-120,-4-1 24,0 3-23,0-2-49,0 3-296,0-5 264,0 6-40,-2-4 48,0 2-40,0 1 8,0 1 8,1-5-248,-1 3 168,-2 2-48,-2-1 64,3 2-48,-3 1-8,2-3-128,3-3 184,-5 6-48,1-1 0,-3 0-16,1 1-24,1 6-40,6-13-56,-7 4 72,1 0-64,-1 10 96,0-11-16,-1 1-40,2-2-48,-2 0 112,4 2-72,-1 1 24,-1-4-16,-9 1-24,12-1-24,3-2 16,-8 4-48,-6-1 40,8-1 8,-1 0-48,-1 0 80,1-2-72,-8 0-40,12 0 48,-3 0-8,1 0 88,1 0-64,2 0 88,-5 0-16,1-4-72,1 1 0,-1-1-24,3 0 24,2 4 16,-2-3 0,-1-3-64,0 1 40,1-1 0,-1 1 0,3 3 8,0-2 88,-1-1-104,1-12 48,1 13 8,0-1-48,0 1 8,0 2 88,0-12-40,0 10-72,0-2 0,0-8-40,0 10 56,0 3 8,3-4 56,1-9-64,0 10 80,-1-1-88,1-10 24,-2 15-8,0 0 48,1-15-40,1 15 16,0-5-8,1-10-32,0 15 16,-4 0-8,2-4 0,3 1 56,-1-1 16,1-2-32,9 1 0,-15 4-32,0-2-40,5-2 0,10 1 40,-11-2-24,1 3 40,10-1 24,-12 0 0,3 4-32,10-3-8,-12-1 8,11 0-16,-15 4 8,4 0 65,1-3-122,12-1 65,-14 4-8,3-4 8,1 4-8,2 0 97,-5-3-113,2 3 56,10 0-32,-16 0-16,5 0 8,-4 0 48,4 0-32,1 0-56,8 1 48,-10 1-8,0 4-16,-3-5 16,3 2 16,0 2-144,0 1 71,-1-3 25,1 3 32,-2-3 0,0-1 89,1 6-97,-3-3 0,0 2-49,4 1 1,-4 7 72,0-15-16,0 5-32,0 10-16,0-8 40,0 10-8,0-12 0,-1 1 16,0 3 72,-3-2-128,1 10 8,-1-12 16,0 10 32,0-11 0,3-2 56,-5 12-8,1-6-40,-1 8-8,1-10 32,-1 8-40,6-12 8,-5 2 80,-1 3-136,1 1 56,-10 6 48,10-12-16,-1 6 49,-9-3-81,10 2 24,-3-1-56,-8-1 32,11-1 0,4-4 16,-6 2-24,-10 2 0,12-3 16,-2 1 8,-8-2-8,14 0-8,-2 0 16,-4 0-32,-8 0 0,10-3 8,-1-1 16,1 1-8,3 2 80,-6-2-48,3-3-32,-1-10 40,1 12-24,-1-2-8,6 6-8,-5-5 56,-1-10-96,3 11 24,1-10 64,0 8-48,1-1 0,0 0 88,1 1-56,-2-12-8,2 12 24,0-10-24,0 12-24,0 4 40,0-17-24,4 14 16,0-12-8,-1 11-48,1-10 40,-3 12-16,4-2-16,0-13-32,1 12 72,-1-10 16,10 12-64,-13-1 24,-1 2 88,5-3-48,9-10-112,-12 15 120,3-6-80,10 1 32,-16 5-48,4-4 88,2-1-128,10 1 72,-12 0 8,1 1 8,1 3 0,5 0 0,-7 0-48,10 0 16,-10-4 32,13 4 24,-15 0-24,-1 0 48,16 0-24,-14 2-96,14-2 72,-13 2-56,10 1 32,-13-2 24,2 2 32,3 2-96,10 1 88,-16 1-8,6-1-56,-3-2 40,-1-1 8,4 3-56,-3 1 8,1 8 16,0-12 32,-1 4-8,-3-6-16,0 14 8,4-10 8,-4 2 24,0 1 0,0-1-32,0-3 8,0 7 8,0-8-40,0 5 16,-2 7 24,0-12 32,1 2-40,1-2 48,-6 4 0,2 9 0,-1-12-48,-1 4 48,1-1-16,5-7-32,-6 7 48,-1 1-32,-8-1 8,12 0 16,-5 1 32,5-6-72,-1 1 80,-11 3-48,10-1 8,-3-1 0,1 0 16,-5-3-56,9-1 56,-2 2 0,-3 0-8,-6 0-8,8 0 8,1-2-16,-10 0-32,11 0-8,-1 0 8,-3 0 40,1-4-32,2 2-8,3 0 96,-6-3-40,3-1-24,-3 1-24,3-1 0,-1-8-8,6 14 0,-5-4 0,-1-2 8,1-8 0,1 10 0,2-11-8,2 13 0,-2-1 64,-1-14-80,1 14 48,2-12-48,0 9 24,0-5-8,0 8 32,0-1 8,0-13 24,0 14-32,4-3 24,-1-10-64,-3 16 8,4 0 16,0-15-80,1 11 80,1-1-24,-1-10-40,3 15 48,-1 0 0,-3-5-16,1 1 24,10-2 32,-12 3-16,2-1-24,-4 4-24,14-4-16,-12-1-16,3 1 0,9 0 16,-10 4 32,-1-1 8,7-1-16,-8 2-80,12-4 16,-11 4 56,11 0-8,-13 0 32,-1 0 64,14 0-32,-10 2-72,10 0 64,-11 0-56,1 3 40,-5-5-8,6 4 8,-1 1-96,1 1 88,-2-1-40,-1 1 0,-1-4 40,0 1 24,2 5-56,-4-1 32,3 0-8,-3 1-8,0-1 0,0 1-16,0 6 64,0-10-16,0 1 48,0 1-24,0-5-40,-1 5 8,-1 2-24,-2 6 8,-2-8 32,3 1 24,0 2-48,0-3 104,-2-1-40,-3 3-32,1 7 24,-8-10-24,12 0-32,3-4 40,-8 6 48,1 0-72,0-1 40,-8-1 0,9 1-24,4-5-32,-1 1 56,-12 2-88,11-2 80,-3 2-24,-8-1 8,13-1-32,1-2 64,-5 2-48,-1-2-24,1 0 16,-1 0 8,0 0-24,6 0 8,-4-4 16,0 1-88,-1 3 96,1-4-16,-3-2-24,3 3 80,-1-3-80,2 1 80,1-10-24,1 11-16,0 0-24,2 3 32,-2-16-56,0 14 40,1-3-16,1-9-24,0 12 32,0 1-8,0-2 32,0-12-56,0 12 48,0-2-16,3-10-56,0 14 48,-2 0 64,3-3-80,1-12-8,1 14 48,-3-3-72,3-11 56,-6 17-8,5-3 40,1-3-80,10 1 96,-16-1-64,6 1 24,1-2-16,3-1 40,-7 8-96,3-6 104,8 1-96,-10-1 40,1 2 8,-4 3 24,4-3-88,12 4 48,-14-3 8,3 3-56,-1 0 64,-3 0 0,2 0-24,1 0-80,-1 0 64,2 0 40,-3 0-16,-1 1 16,0-1 56,2 2-32,-4 2-136,0 0 80,3 1 0,-3 0 32,0-4-16,0 4 32,0 1-120,0-1 48,0 1-24,0 1 48,0-4 32,-2 1 64,-1 11-120,-3-9 40,3 1 16,-1 8-8,0-11 8,2-3 96,-3 7-64,-1-1 72,1 0-80,-1 1 0,1 6 56,4-12-80,-4 0 24,2 4-8,-3-1 40,2 1 0,-1 1 8,2-3-64,0-1 96,-2 3-72,-1-3 40,-1 1-64,2 0 24,0-3-24,4 0 16,-5 4-8,3-3 8,-3 0 0,1 0 48,-1-2-64,5 0 0,-1 2 32,-2-2-64,0 0-32,1 0 64,-1 0-16,1 0 16,2 0 96,-1-4-64,-1 0-32,-1 1 8,2-3 40,0 0-24,2 6-24,-2-5 24,1-1-96,-1 1 8,2-1 48,0 1 16,0 3 0,0-2 80,0-10-80,0 14-16,3-6 8,-3 1-8,3-7 16,-2 9-8,3 3 24,1-6-104,-1-8 64,0 10-8,1 0-48,-4 3 80,2-3 0,1-2-88,-1 1 0,1-1 32,1 1 8,-2 2 48,-2 0-8,5-2-16,-3 1 24,3 0-32,-2 1 8,-1 3 24,-3 0-8,4 0 32,1-4-48,-1 4 40,2-4-48,-3 4-32,-1 0 64,0 0-16,2 0-88,-4 0 64,3 0-16,1 0 32,-4 0 64,0 0 8,4 0-56,-4 0-16,3 2-32,-2-2 56,-2 2 0,1 0-96,0-2-8,0 2 88,0 0-32,0-2 48,0 1 40,0 3 16,0-2-56,0 2-8,0-1 16,0 1 0,-2 1-16,1-3 40,-1 4-24,-2-1 16,0 1-8,1-1 8,-3 1-80,3-1 16,-1 1 56,0-2 24,2-1-40,1-1 112,-1 0-32,-2 2-16,2-1-32,0-1-8,1 2 0,0-4-24,0 3 24,-1-1-24,-2 0 24,2 0 32,0 0-16,2-2-40,-1 0 32,-1 2-32,2 0 16,0-2-48,-2 0 40,0 0-8,2 0 0,-2 0-32,2-4 96,-2 4-72,2 0 32,0 0-16,-1 0-48,1 0 0,0-4 32,-2 0 8,2 1 0,0 1 0,0 0 32,0-2 0,0 1-16,0-3 8,0 3-24,0 3-24,0-4 16,3 0-56,-3-1 16,0 1 64,4 0-72,-4 3 56,0-1 64,4 2-120,-1-4 56,-3 0 16,4 1 0,-1 0-16,-2 2 72,-1-3-112,4 1 56,-1-1-64,1 0 40,0 1 16,-4 2-8,5 2-40,-1-5-48,-1 0 40,1 1 64,0 3-8,-2 0-8,-1 0 88,3 0-40,0 0-144,-1 0 104,1 0-32,-1 0 24,-2 0-64,3 0 64,-1 0-120,-3 0 80,4 0 8,-4 0 8,1 0 24,2 0-8,-3 0-72,0 0 24,0 1 16,3 1 32,-3-1 8,0 0 16,0 1-40,0 2 32,0-1-16,-2 1-8,1 1 16,1-5-16,-2 6 8,0-4-64,0 1 72,0 1 24,0 0-48,2-3 24,-1 2 40,-1 0-72,-2 1 32,0 0 16,1-1 24,0 0-40,2-2 24,-5 3-56,1-1 56,1-1-40,-1 0 64,-1 2-16,5-4-32,-3 1-16,-2 1-16,1 0-8,-1 2 72,1-2-32,1 0 0,2-1 40,-3 1-16,-1-2-80,1 2 32,-1 0 40,3 0-16,2-2 8,-4 2 40,1-2-24,1 0-32,-3 0 16,4 0-40,1 0 32,-2 1-16,2-1-64,-1 0 56,0 0-32,0 0-80,2 0 136,0 0-136,0 0-200,0-3 16,0 3-145,0 0-39,0 0-88,0 0 592,0 0-752,4 0-120,-4 0-136,3 0-121,1 0-183,-2 0 1312,0 0-1408,2-4-209,1 4-143,1 0-8,-1 0 87,8 0 1681,-11 0-1264,1 0-3305,-3 0 4569</inkml:trace>
  <inkml:trace contextRef="#ctx0" brushRef="#br0" timeOffset="1540">275 203 6433,'0'0'464,"0"0"96,0 0-8,0 0-552,0 0 464,0 0-112,0 0-80,0 0-48,0 0 17,0 0 15,0 0-2065,0 0 3938,0 0-1777,0 0 16,0 0 40,0 0-16,0 0-4041,0 0 7706,0 0-3673,0 2-64,-2-2 24,2 2 8,0-2-352,0 0 352,-2 0 41,2 1-65,-2 1 32,2 0 16,0 0-24,0-2-352,0 0 392,0 2-80,-2 0 0,2-1 8,0 1-16,0 0-304,0-2 328,-2 2-48,2 0-16,0 0-32,0-2-8,0 2-23,0-2-201,-2 0 184,2 1-24,0-1 8,0 2 8,0 0 8,0-2-184,0 0 192,0 2-16,0 0 8,0 1-40,0-1 48,0 1-192,0-2 200,4 1-40,-4 0 16,0-1-32,4 3 16,0 0-8,-4-4-152,0 2 192,3 1-40,-3 1-32,4 0 72,-4 1-16,2-2-176,0-2 240,1 6-48,1 1-56,0-1 16,-1 0-48,1 1 48,-4-8-152,4 16 113,-1-10-49,1 1 64,2 11 0,-1-12-16,-3 1-112,0 2 176,3-1-80,1 8 64,-1-8 8,1 10-48,6-12-120,-10-5 160,-2 20-80,6-14 16,9 11-8,-15-3-40,5 0 16,-4-14-64,4 5 64,9 14-72,-10-12 56,2 12 16,-1-5-64,-2-11 0,0-1 112,2 15-88,10-12-64,-15 12 64,5-10-16,0 8-8,-4-14 16,14 6 8,-15 10 0,5-11-16,1 13 0,-1-3 48,-3-12-56,2 5 0,10 6-32,-10-8 88,0 12-112,1-5 56,1-8 80,-1 15-96,10-5 88,-11-3-48,1 3-48,1-1 16,-6-13 8,16 9 0,-12 6-8,1-1 88,10 0-24,-11 1-16,3-9-40,1 0 56,-5 10-56,12 1-24,-11 0 48,1-3 40,9-1-64,-11-12 40,0 13 32,3 1-32,10 2-48,-12-3 48,11 1 8,-14-14-48,2 7 56,2 5-88,12 1 24,-14-2 16,3-8 0,-2 8-8,-3-8 176,14 8-120,-15-10 8,6 12 8,8-12-160,-10 11 88,-4-15-8,5 4-8,1 12-64,-1-12 144,1 3-32,-1 6 0,-2-11-32,0 0 48,3 4-72,-1 1 224,-1-1-168,-1 0 16,3-1 24,-2 9-208,1-12 208,-1 3-32,-1-1-24,1 1 16,-3-5-32,2 5-40,1 2-16,-4-1 24,3-2 32,3 1 8,-4-2-8,-1-1 56,3 3-40,-4-1 24,4 1-32,-1 1 0,1-1-8,-4-6 16,0 7-88,4-1 48,-1-1 80,1-1-64,0 1 48,-4-3-40,0 2 24,3 0-128,-3-1 96,4-1-8,-4 2-24,4-2 80,0-1-8,-4 1 56,0-2-48,0 2-104,3-2 32,-2 0 32,-1 0-104,3 0 32,1 0 120,-4 0-40,0 0-24,0 0 16,0 0 32,0 0-64,0 0 24,3 0-40,-3 0 8,0 0 40,0 0-56,0 0-80,0-4 56,0 4-96,0 0-72,0 0-64,0 0-80,0 0-40,0 0-24,0 0-8,0 0 16,0 0 448,0 0-505,0 0 1,0 0-8,0 0-144,0 0 0,0 0-112,0 0 4369,-2 0-8066,1 0 3552,-1 0-79,-2 0-104,2 0-160,1 0 1256,-1 0-1393,0-3-239,-2 3-8,0-4 31,2 4 409,1-3 1200,1 2-4513,0 1 4513</inkml:trace>
  <inkml:trace contextRef="#ctx0" brushRef="#br0" timeOffset="3242">1137 1685 6593,'0'0'544,"0"0"-544,0 0 688,4 0-8,-4 0-24,3 0-119,-3 0-129,0 0-408,0 0 456,0 0-104,4 0 40,-4 0 40,0 0 32,4 0 24,-4 0-488,0 0 504,0 0-32,0 0-15,0 0-17,0 0-32,0 0-2689,0 2 4978,0 0-2353,0 0-16,0 1-40,0 1-24,0 1-264,0-5 232,0 4-24,0 0-48,0 1 56,0 1 0,-2 1 8,1-3-224,0 7 312,-1-7-72,0 1 40,-1 1 25,1 1-73,-1 3-232,2-5 272,-3 0-88,3 1 0,-3 1 0,0 8-40,1-10 8,2-4-152,-2 4 104,-3 2 8,1 8 32,-1-11 24,3 1 48,1-3-216,0 2 216,-4-1-48,3 1 16,-1 0-80,-1 1-24,2-2-80,2-2 128,-5 2-80,1-1 48,-1-2-8,-8 0-48,12 0-16,1 0-24,-4 0 32,-2 0-56,0 0 16,-1-3 72,1-1-64,3 1 0,1 0 56,-5-2-16,1-12 8,1 17-16,-1-14-16,0 10-16,7 4 0,-6-6-32,1-10 88,-1 10-56,-1 1 56,1-14-48,4 18-8,-1-3-16,-3-13 0,2 12 16,1-15 56,-1 14-40,3-9-16,0 10 104,-1-1-96,1-14 0,1 15 0,-2-16-32,0 16 40,2 4-16,0-15 0,0 13-32,0-12 0,0 9 16,0-8 0,0 11 16,0 0 0,4-11-8,1 10 48,-1-2-64,-1-8 32,1 14-8,-4 0-8,4-4-88,1-2 128,1 1-104,-1 1 48,1 1 24,-2 3 0,7 0-56,-8-4 32,3 4-16,8-4 32,-10 4 48,0 0-40,-2 0 56,14 0 0,-10-3-8,8 3-72,-8 0 56,9 0-48,-15 0 16,3 0-32,3 1 8,10 1 40,-12 0 56,2 4-32,0-5-40,2 1 80,-4 4-104,2-1 72,8-1-72,-10 1 8,-1 0 16,-2-4 0,2 5-56,1-1 64,1 2-16,-1 1 32,0-1-32,-3-5 8,1 3-8,2 3-56,-4-1 56,4 1 16,-4 8-8,0-10 64,4 8-88,-4-10 24,0 3-24,0 10 24,0-12 0,0-5-48,0 15 40,0-9-24,0 10 24,0-10 64,-2 10-56,1-14 0,0 2 32,-3 3-80,0 0 80,1 8-16,-1-9 8,0-2-24,3-3 88,-5 7-120,1-3 144,-1 1-80,-1-1-16,1 1 8,6-6-24,-7 5-72,1 1 56,-1-1 40,0-1 16,1 0-24,2-4-16,1 1 16,-5-1 0,1 0 0,2 0-8,-10 0 8,13-3-16,2 3 16,-6 0 0,-1-4 32,2 0 16,-3 1-40,3-3-8,3 5-16,-4-3-72,1-2 0,-1-9 40,-1 12 16,1-3 56,3 3-40,1 1 56,-4-13 0,3 11-8,-1-12-56,-1 10 16,3-8-24,2 13 16,-4-4-40,2-13-8,0 12 88,1-14-16,-1 14 8,1-2-32,0-4 72,1 7-128,0-14 32,0 14-40,0-14 48,0 15 16,0 3-56,0-18-40,4 5 64,-1 10-72,1-11 72,0 12 8,-4 2 24,3-2-80,1-3-8,1-8 16,1 10 32,-1 0 8,1 1 32,-1-3-32,1 2 56,9 1-80,-12-1 48,2 1 8,-4 2 0,4 1-120,12 0 72,-13 0 8,1 0-8,1 0 40,-5 0 8,3 0-16,2 2-16,-1 0 64,1 2-24,-3-1 32,1 1-40,-2-2 32,3 4-88,1 1 88,-1 0-48,1 8 8,-2-10 0,-4-4 8,3 6-56,1 0 8,0 10 0,-4-12 32,3 10-8,-1-12 24,0-1 8,-2 13 16,0-9-16,0 1-24,0 11 32,0-13-16,0-4 0,0 19-40,0-14 48,0 10 0,-2-10 0,0 1 40,-1 12 8,-1-14-56,-1 10 32,1-12 48,-2 3-48,4-1-32,1-3 152,-3 4-32,-2-1-56,3 1 24,-1-2-56,1-3-32,2-1 24,-4 4 24,1-2-56,-1 0 48,-1-2-8,-1 0 0,4 0-32,-2 0 80,0 0-72,-1 0 64,1-4-16,-1 4-24,1-4-32,3 3 48,-3-3-64,-3-2-56,3-8 88,-1 14 8,1-6 16,4 5-40,-4-3 80,0-11-112,1 9 16,0-8 16,1 10 0,1-4 0,0 1 72,0 4 0,0-14 80,0 12-144,1-12-16,-1 12 8,2 4-40,0-13-120,0 8 128,0-10-8,0 10-32,0-10-8,0 14 80,0 0-112,3-13-64,1 10 40,-4-10-32,4 11 16,-2-6 152,-1 6-104,5 0-32,-1-2 64,1 1 8,-2-10 16,1 15 0,-4 0 48,2-5-40,1-1-40,-1 2 40,3 4 24,8-3 0,-14 3 16,0 0 24,6-4-56,-1 4 24,1 0-16,-1 0-8,0 0 32,-4 0-16,5 0-8,-1 2 56,1 0 8,-3 3 16,1 1-24,-3-5-32,2 3-24,-3 2-16,3-1 8,1 1 8,-4 1-8,0-2 32,0-2 48,4 4-32,-1 10 24,-3-16 0,0 5-16,0 1 48,0-7-72,0 6 64,0-1-24,0 3 48,0-1-8,-2 0-24,2-4-56,0 2 168,-1 2-64,-1-1 8,0-1 16,0 1-48,2-2-80,0-3 80,0 6-8,-2-1 56,0-1-120,1-1 56,-1 0-16,1-4-48,0 4-8,-1-3 48,0 1-8,0-2-24,1 0-40,0 0 32,0 0 56,1 0-72,-2 0 136,0 0-80,2 0-24,0 0 8,-2-3-136,2-1 96,0 0-56,0-1 16,0-1 48,0 1 8,-2-6-48,2 11 40,-1-6-24,1-9 24,0 12-8,0-1 16,0 2-16,0-13 16,0 10-56,0-1-24,0 1 8,0-1-16,0 6 88,0-5-80,0-1 32,0 1 0,0-1 8,0 1-24,0 2 64,0 0-32,0 0 0,3-1-24,-3 0 16,0 1-16,0 3 56,0 0-48,0 0-16,4 0-8,-4-4-24,0 4 16,1 0 80,2 0-152,-3 0 40,0 0 40,3 0 64,-3 0-16,0 0 24,0 0 56,0 0-16,4 0-40,-4 0 16,0 0-32,0 0 16,0 0-32,4 2-48,-4 0 72,0-1-24,0 1 32,0 0 0,0 0 56,0 2-104,0-1 56,0 1-56,0 0 32,0-1 16,0-3-8,-2 6-40,0-2 112,0-1-72,-2 1 56,1-2-32,2-1-16,0 3-48,-3 0 16,1 0 8,-1-1 80,0 1 16,2-2-72,0 0 104,-1-1-16,-1 1-32,0 0 16,1 0 8,1 0-32,0 0-8,-2-1-40,3 1 0,-3 0 8,2-2 8,1 0-16,-2 0 40,2 0-32,-1 0 56,0 0-56,2 0 0,-1 0-8,0 0 16,-1 0-8,2 0 0,-2 0 16,2 0-8,0 0-8,0 0-8,0 0-64,0 0 40,0-4 16,0 4 24,0 0-16,0 0 48,-1 0-56,-1-3 24,2 3-40,-2-4 0,0 4 24,2 0 16,-2-4-80,0 4 64,0-3 16,2 3-8,0-4 8,0 3-16,0-2-16,-1 3-48,1-3 40,0-1 8,0 4-16,0-2 32,0 0 56,0-1-80,0-3 16,0 3 0,0-1-64,0-2 96,0 6-24,0-3-48,0-3-16,0 2 72,0-1-72,0 1 72,1 3-8,1-1 24,2-2-120,-4 0 80,4 1-16,-4-1-8,3 1 40,-3 2 56,4-3-88,-4 1 56,4-1-16,-1 4-48,1-4 56,-3 4-16,2 0-80,0 0 0,1 0 56,0-3-32,-1 3 56,-3 0 48,4 0-56,-4 0 16,4 0-64,-4 0 32,3 0 24,-3 0 16,0 2-56,4-1 64,0 1-72,-4 0 0,0 2 24,0-3 24,0 1-40,0 2-8,4 0 24,-4 1-16,0 1 56,0-1-16,0-3 8,0 6 0,0-1-24,0 0-16,0 8 48,0-11-40,0-4 24,0 7 64,0 8-96,0-12 72,0 3 0,0-1-8,0-2-32,0 0 104,0 3-48,0-1 120,0-1-104,0-1 40,0-1-112,0-2 40,0 6-72,0-4 136,0 1-96,0 1 72,0-2-8,0-2-72,0 2-24,0-1 32,-2-1-48,0 2 64,0-2 16,1 0-40,0 0 40,-1 2 24,0-2-48,1 0 8,-3 2-16,0-2-32,4 0 24,-3 2 0,-1-2-72,2 0 80,-3 0 24,1 0-16,2 0-16,0 0 88,-3 0-112,3-4 64,-2 4-40,1 0-16,1 0 16,2 0 64,-4 0-96,2-4 72,-2 1-8,3 3-24,-1-4-8,1 4 0,0 0-8,-1 0-56,0 0 32,0-4 80,2 4-64,-1-2 16,1 1 64,0-3-24,0 0-24,0 1-8,0-1 8,0 1-16,0 2-8,0-4-64,0 1 56,0 0 0,3-1 16,1-1 8,-3 5-8,2-1-40,0-4-112,-3 1 24,4-1 48,0 1 32,-2 2 48,-1 2 40,5-3-56,-1-1-40,-1-1-32,2 1 24,-1-1-24,-4 6 88,2-3-40,2-1-72,1 4 32,-1-4 32,1 4-48,-4-2 96,1 1-40,3-3-32,-1 4 80,1-4-24,-2 4 24,-1 0-8,-3 0-32,4 0-48,0 0 72,-1 0-72,1 0 72,0 2-40,-4-1 48,0 0-80,3 1 8,-3 1-40,0 3 80,0-1 64,3-1-32,-2-2 64,-1 2-16,0 1-48,0 1-16,0-1-8,0 1 40,0-6-16,-2 5 40,2 3-64,-2-1 80,2 0-24,-2 1 16,2-5-48,0 1 104,-1 3-96,1 1 96,-2-1-8,0 0-16,0-1-80,2-4 152,-2 5-48,0-1 56,1 1-112,-1 8-8,-2-13-32,0 3-40,3-1 104,-3-1 24,2 3 8,-2-1-48,1-4-56,1 0 32,-2 1 8,1-2 16,-1 0-48,0 2 48,-1-2-56,5 0 8,-6 0-64,2 0 0,1 0 16,-1 0 16,0-4 32,1 1 0,-1-1-8,0-2 40,1 1-96,1-1-8,1 2 64,0 3-128,-1-3-120,0-1 32,1-1-72,-1 1-16,0-10-72,2 14 376,-2 2-496,0-7-80,2 1-73,-2-1-87,2 1-16,0 3 752,0 0-776,0-1-136,0-1-64,0 0-89,0 0-31,0 4 1096,0 0-1152,0-3 64,0-1 15,4 4-15,0 0 296,-1 0 176,-3 0 616,0 0-4153,0 0 4153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14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8889,'0'2'1521,"0"0"-281,0-2-1240,0 2 768,4-1-368,0 1-176,-1 2-128,-3-2 16,0 0 88,4-1 80,-4 1 257,0 0 63,0 0 16,4 2-16,-3-4-600,1 3 448,-2 1-64,4 0-56,-4-1-48,0 3-40,0-4-240,0 0 232,4 3-24,-4 1-8,0-1-24,0 2-7,3 1-25,-3-8-144,0 5 104,0 3 0,0-1 24,0 10-16,0-12 8,0 2-120,0 3 144,0-5-64,0 1 96,0 8-72,-1-8 8,-1 8-112,2-10 144,-2 11-104,0-8 120,0 12-32,2-12 16,-2 11 0,2-15-144,-1 9 128,1 3-8,0-10 40,0 16 48,0-7 24,0-6-232,0-1 216,0 10-16,0-10-40,0 15 0,0-7 40,0-8-200,0-7 208,3 20 16,-3-5-96,4 0 48,-4 1-55,0 1-25,1-11-96,2 6 144,0 7-136,-3-1 16,4 2-16,0 0 0,-2-4-8,-1-9 56,-1 13-8,0 2 72,4 2-80,-4 0 40,0 1-64,0-21-16,0 20-56,4 2-24,-4 1 56,0 3 40,0-3 16,0-12-32,0 2 72,3 12-128,-3-1 312,4-1-264,-4 1 24,3-3-16,-2-21 104,-1 26-288,3-3 336,1-3-80,-4 0-8,4 0-16,-4-19-48,0 10-16,3 9 32,1 0-40,0-2 88,-1 0-8,0-7-56,-2-6 112,3 11-8,-4 2 64,3-2-176,-3 1 0,0 1 32,0-22-24,0 20-104,4 0 56,-4 2 48,4 0 8,-4 2-40,0-2 112,0 0-104,0 0 264,0-1-240,0 1 0,0-6 0,0-12 40,0 18-280,0-2 536,0 0-304,0 4 64,0-2-24,0-18-32,0 16-232,0 2 216,0-1 8,0 1 8,0-4 8,0-7-8,0-2 96,0 12-64,0-3 56,0 0-112,0-1 40,0 0-16,0-16 32,0 16-80,0-2 168,0 1-144,0-9 8,0 12 64,1-14-48,2 5-72,-3-5 32,3 13 120,-3-12-96,4 9 40,-4-11-24,0-3 80,0 16-168,4-12 376,-4 1-296,3 1 32,-3 0 48,0-6-72,0 13-224,4-10 192,-4 1 48,0 3-16,4-1-32,-4 0 32,0 1 80,0-5-96,0 3 160,0 1-120,0-1-32,0 0 8,0-5 16,0 7-176,3-3 448,-3 2-272,0 1-24,0-3 8,0-3 0,0 4-320,0-1 264,0 1 48,0-1 24,0 1-8,0-3-8,0-1 48,0 4-80,0-1 224,0 1-240,4-3 8,-4 1 0,0-4 40,0 4-304,0-2 184,0-1-8,4 1 16,-4 0-8,0-1 120,0 0-88,0 1-88,0 0-40,0 0 56,0-2-16,0 0 176,0 0-184,0 1-16,3-1-25,-3 0-135,0 0-48,0 0-48,0 0 456,0 0-608,0 0-32,0 0 32,0 0-96,0 0-24,0 0 4016,0 0-7265,0 2 3145,0 0 40,0 0-152,0 0-88,-1 1 1032,0-3-1089,0 4-135,-3 2 64,0-1-8,2 1 23,-1-1 185,2-3 960,-2 2-752,1 3 224,0 8-3521,2-15 4049</inkml:trace>
  <inkml:trace contextRef="#ctx0" brushRef="#br0" timeOffset="1233">295 2482 9922,'0'2'1696,"0"6"-464,0-8-1232,3 14 632,1-8-360,-4 9-200,0-10-32,4 10-8,-4-12-32,0-1 120,0 13 105,0-9 111,0 1 208,0 8 64,0-10-608,0-5 656,-2 7-32,0 8-232,2-9 64,-2 1-160,-2 8-8,3-10 9,-5 1-145,1 10 32,1-10-16,-2 9 64,3-12-232,1-1 232,-6 5 32,1 8 168,0-13-264,-1 4 16,3-3-16,4-2-168,-5 2-64,-9 1 184,11-1 32,-1-1-56,-3 0 16,5-1-112,-1 0 136,-11-1-80,12 2 32,-3-2 0,-9 0 16,10 0 0,-3-4-24,-6 0 88,10-1-120,-3-1 16,-1 1 0,7 3-64,-5-2-64,0-1 56,1-12-40,-1 13 48,1-10-8,1 10 8,2 2 72,-1-13 8,-1 12 56,0-16-104,1 14-40,1-12 0,2 17 8,-2-5-104,0-12 104,0 14 40,0-16-32,1 14-16,1-2 8,0-3 16,0 5-56,0-14 168,0 14-160,0-14-24,3 15 56,-3 3-24,0-18-112,6 16 240,-1-12-80,1 11-48,-1-10-16,1 10-120,-2-11 56,-1 12 56,1-3 8,1 1 0,1-1 32,-1 1 0,10 1-24,-11-2 0,0 3 8,1-1 24,-5 4-32,15-6-16,-12 3 64,3-1-16,-1 4-8,10-4 40,-15 4-32,0 0-32,6 0-8,-1-3 176,1 3-160,-1 0 48,-1 0-24,-2 0 72,3 2-200,10-1 288,-15 1-144,4 0-8,-1 0 32,-2-2-40,2 4-144,3-1 72,-3 3 72,1-1 0,0 1 0,-3-3 0,1-1 64,2 4-72,0-1 96,-1 1-72,1 9-48,-1-12 32,-2-3 8,2 6-112,-3 9 152,0-10-40,0 2 24,0 1-32,1-7 0,2 5-64,-3 9 8,0-10 56,0 10 16,0-9 8,0 4-24,0-4 64,-2 1-72,0 10 112,0-11-88,-1 8-8,-1-8 8,4-6-16,-4 7-64,-1 8 8,-1-10 72,-1 3-16,0-1-8,4-1 8,-2 3 104,0-6-80,-3 3 8,1-1 24,0 1-24,1-2-32,4-2 96,-5 3-24,0 1 56,-1-5-72,1 1-80,-8 0 32,15-2-8,-3 0-80,-3 0 16,-1 0 64,-1 0 16,3-4-32,1 1 16,1 1 56,-3-4-32,0 1 64,-1-10-64,2 10-8,1-10 32,0 11-144,1-14 256,-1 14-144,2-14-32,0 3 32,1 13-16,-1-1-160,0-20 96,2 9 120,0-3-56,0 1-16,0 3 16,0 7 80,0-12-120,0 3-32,0-3 48,0 12-56,3-16 32,-2 20 48,2-11 40,1 8-152,-1-17 64,1 16-24,0-10-16,-2 13 88,-1 0 8,3-2-80,0-10 80,1 11-72,-1-10 24,1 14 40,-4 0-32,4-6-24,1-9 112,8 15-32,-10-3 24,1-3-104,-3 5 56,2-1-56,11-2-8,-12 0 48,3 1 72,9-1-8,-13 4-48,-1 0 64,5 0-72,10 0 16,-12 0-8,2 0 8,8 0 32,-13 0-40,2 2-16,2 1-64,1 3 80,-1-1 8,1 1 0,-4-3-8,1 1 72,1 11-104,2-9 72,-3 1-40,1 8 16,-1-11-16,-2-3 40,-1 14-72,3-10 96,-3 12-64,0-10 0,0 10 8,0-14-8,0 1-32,0 16-16,0-5 8,0-8 48,0 14-8,0-14 64,0 13-16,-1-12-24,-3 8 16,0-8 16,-1 8 8,-1-10-16,1 8 56,-1-8-40,1 1-24,-1 10 16,4-16-56,-1 1 0,-3 4-48,1 9 96,-1-14 8,1 5-56,1-2 0,2-2 120,-5 1-104,1-1 24,1 2 24,-1-2-56,1-1 8,4 0-16,-2 0-16,-3-1-80,3 0 128,-3 0 0,1 0-16,3-2-16,0 1 64,-2-3-80,-1 0-16,1 1 64,0-12-32,1 12 0,3 2-8,-2-4 40,0-12-72,0 13 48,0-12 16,2 10-24,-1-10-8,1 10-32,0-12-8,0 12 32,0-14 32,0 5 40,0 10-24,3-15 128,1 14-200,0-12-32,-1 12 8,1-12-192,0 14 184,-1-11-24,1 12 0,0-3 16,-3-1 80,1-2-80,2 5-16,0-1 120,-1-1-96,1 0 16,-1 4 56,-2 1 8,2-5-104,-3 3 168,4 3-104,0-4 8,-4 4-8,0 0 32,3 0-104,-3 0 16,4 0 24,-4 0 0,0 2 0,2-1 64,0 0-8,-2 2 0,0 1 88,3 1-96,-3 3-16,4-3 32,-4-5-40,0 8-88,4-1 32,-4-1 88,0 8-40,0-10 32,0-2 16,0 1 24,4 5-72,-4-1 64,0 8 0,0-10-32,0 1 16,0-4 40,0 12-16,0-10 32,0 4 24,3 6 0,-3-8-32,0-6-48,0 5 40,0 10-8,0-11 40,-2 10 32,1-8-8,-1 1-96,0 1 152,-2-3-80,0 2 104,1 8-64,-3-11-32,3 1 56,-3 3-112,1-3 80,1 3-24,-2-1-32,1-2 8,4-3-56,-4 2 24,0 0-40,-1-2 32,3-1 8,-3 1 8,4-1-32,0 0 96,-1 1-56,-1 0 112,0-2-152,1 0 32,-3 0-8,6 0-24,-3 0-112,-1-4 80,2 0 0,0 1 24,0-3-8,2 4 16,-1-1 48,-1-3-72,0-9 80,0 12-72,0-3 0,0-10 64,2 10-48,0-10 80,0 12-48,0-13-16,0 14-64,0 0 48,0-9-64,4 8-40,-4-10 40,4 10 56,-1-13-24,-1 15 32,0 1 32,2-14-48,-4 11 48,5-10-128,-1 10 32,1-1 64,-5 4-64,6-13-112,-2 14 240,1-6-104,-1 2-32,-1-1 40,-1 3 32,2-2-120,0 1-8,-1 3 88,3-4 48,-1 4-88,-2-3 80,-2 2 48,5 1-40,-1 0 24,1 0-48,-3 0 40,1 0-72,-4 0 48,0 0-120,4 0 88,-4 0-32,3 2 72,-3 0-8,0 2 8,0-1-64,0 3 104,0-1-56,0 1 0,0 0 8,0-5 0,0 5-128,0 1 304,0-1-216,0 1 16,0 0 48,0-3-24,0 7-224,-2-5 168,1 1 56,-1 8-32,0-12 40,0 1-8,0-2 80,-1 13-64,-3-10-32,4 3 24,-1-1 8,-1-2 24,4-4-40,-4 6 120,1-2-128,-1 1 72,0-1 0,1-1-56,1-2-8,0 2 96,0-1-136,-2 1 160,1-2-72,1 0-24,-2-1 48,0 1-152,1-2 128,1 0-32,-2 0 16,1 0-16,2 0-16,0 0 0,-3 0-8,2-3 16,0-1 16,1 0-48,0 2 24,0 1 40,-1-3-64,0 0 72,2 0-16,-2 1-56,2-1 24,0 4 0,0-5-64,0-1 120,0 1-32,0-1-32,0-9 8,0 14 0,0-1-104,0-4 32,4 1 104,0-1-40,-4-9 16,2 13-8,-1 1-8,3-14-88,0 15 0,-1-6 48,1 1-16,0 1 56,-4 4 8,0-3 16,3-1-136,-3 0 128,4 1-72,-4 3 24,2 0 40,0 0 40,1 0-80,-3 0 48,0 0-24,0 0 0,3 1 16,-2-1 0,-1 2-48,0 0 88,4 2-112,-4-1 0,0 3 8,0-5 64,0 3-184,0 2 24,0 0-56,3-1-16,-3 1-8,0-3 240,0-1-304,0 4-96,4-3-144,-4 1-209,4 1-199,-1-1-184,-3-4 1136,0 4-1424,4-1-265,0 1-79,-1-2-80,3 0 271,-4-1 1577,1 0-1600,16 1-2937,-19-2 4537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1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1606 1 8569,'0'0'632,"0"0"-63,4 0-569,-4 0 320,3 0-176,-3 0-32,4 0 8,-4 0 64,0 0 72,0 0-256,0 0 344,0 0 24,0 0 40,0 2 16,0-2-16,0 1-408,0-1 408,0 2-48,0 0-88,0 0 17,0 0-25,0 0-24,0-2-240,-2 3 296,0 1-56,1 0 0,-1-1 32,0 1-24,0-1-248,0 0 288,-1 2-16,-1 1 136,0 1-136,-1 0 0,0 7-272,4-13 272,-4 4-144,-1 10 144,1-7-24,-1 10-40,1-11-7,3-1-201,-2 7 144,-3-6-56,1 10 56,-1-3-16,-1 1 32,3-5-160,3-5 192,-13 13-56,10-3 88,-1 3-128,-8 1-48,8-1-16,6-17-32,-7 18-120,-10 0 56,12-1 104,-10 2-40,10 0 56,-2-10-56,-1 1 56,2 13-64,-12-4 136,12 0-112,-12 0 24,12-1-40,5-16 40,-16 16-160,10 3 232,-10-2-128,2 0 16,1 4 40,12-19-40,-4 12-136,-14 5 112,13 4 8,-12-4 24,5 2-8,5-10 0,3-4 24,-11 14-16,3-2-8,-3 2 0,1 0-16,-2-1 16,17-22-16,-17 24 0,1-1 8,-1 2 64,1-2 0,1 0 8,10-15-64,-5 6 112,-7 10-80,-1 5 80,1-6-16,0 3 0,6-10-96,7-10 128,-11 15-72,-1 0 136,2 0-96,-1 4 0,1 0-24,13-23-72,-11 20-56,-1 2 88,-3-1-16,1-2 64,1-1-16,7-10-64,1 0 80,-9 9 16,1-2-8,-2 1-32,3 1-40,1-4-16,11-14 40,-13 17-104,1-5 48,-3 3 32,2 1-48,1 1 64,9-14-32,-7 8 24,5 5-64,-14-1 104,7-2-56,-1-1-24,4-4 16,5-5 48,-1 10-104,-13 1 8,13-1 48,-12 2 48,12-3-40,6-13-8,-18 6 56,11 15-64,-10-6 8,10 1 48,-8-2 16,13-9-64,0 2 80,-4 9-72,-8-2 0,12-1-8,-3-6 16,0 7-16,5-12 0,-14 4 40,11 8-48,-3-8 72,0 10 0,1-10-40,5-3-24,-5 9 48,0-8-184,1 10 88,-1-9 40,1-1-24,3 4 32,0-3 96,-2-4-72,1 3-16,1 3 8,-2-3 16,2 1-24,2-6-8,-2 3 16,1 1-64,-1 0 24,0-2 32,0 1-56,1-1 48,0 0 56,-1 0-120,1 3-8,-1-3 40,0-2-8,1 2 40,0-2 16,-1 0-56,0 2 8,2 0-48,-1-1-24,1 1 40,0-1 64,-2 0-104,0 1-64,0-2 88,0 2-16,0 0 16,1-1 80,1-1-8,-2 2-104,0 0-64,0 0 88,0 0-48,-1 0 136,3-2-64,-2 3 40,-2 1-128,0-2 24,2 0-104,1 0-56,0-2 288,0 1-296,-1 1-128,0 2-8,0 0-9,0-3-63,1-1 504,1 0-504,-2 0-112,0 2-160,0 0-48,2 0-104,-2-2-113,2 0 1041,0 0-1104,0 0-160,-2 0-56,2 0 215,0 0 281,0 0 824,0 0-4241,0 0 4241</inkml:trace>
  <inkml:trace contextRef="#ctx0" brushRef="#br0" timeOffset="1517">192 2222 8537,'4'2'865,"-1"0"-129,1 0-304,-2-2-432,0 0 264,1 1-144,3-1-8,-2 2 0,-1-2 72,0 2-184,-2-2 312,3 2 80,-1-2 88,1 2 16,-4 0-24,4-1-72,-4 1-400,0 2 361,3 0-113,-3-1-48,4 1 8,-4 0-40,0-2-168,0-1 192,0 5 0,0-1-48,0 1 32,0 1 48,-2 7-224,2-13 216,-2 3 48,0 1-80,-3 10 8,-1-10 0,1 10-48,3-13-144,-2 2 208,-1 10-120,-2-8 72,-1 12 24,-7-12-32,13 8-152,1-10 232,-7 2-56,-6 8-24,8-6-16,-1 10 1,-8-11-25,14-4-112,-3 11 144,-2-7-40,-1 8 8,-1-11 64,-8 3-64,14-4-112,0 0 216,-5 2-64,-1 1-80,3-3 8,-1 1-48,2-2-32,3-2 24,-5 0 32,3 2-88,-1 0 64,0-2-16,3 0-16,-1-2 0,0 0 80,-2-2-160,1 0 48,-1 1 24,0-1 16,2 2-8,0 0 56,1-1-24,-1-3-8,-2-8-16,2 8 24,0 1 8,2 4-40,-1-17-16,-1 14-56,2-12 80,0 10-8,0-10 24,0 13-24,0 0 88,0-15-120,0 14-16,0-12 40,3 10-8,0-9 16,-2 12 56,3-12 0,-1 0-40,1 10-48,0-17 32,1 16 8,-3 2-8,2-12 0,1 11-32,1-12-8,-1 11 24,1-14 8,4 17 8,-4 1 56,-2-15-32,2 14-88,10-12 32,-12 11 32,0-1 0,-4 5-40,5-15 72,12 11-72,-17-1 24,5-1 8,10 1-24,-15 1 56,5 0-96,1 4 64,9 0 32,-15-3 0,4 3-24,-3 0 80,5 0-48,-1 0-32,1 0 0,-1 0 40,-1 0-24,0 1 8,1 1-80,1-2 32,-3 2 56,3 0 0,-3 1-32,-1-1 112,4 2-88,-1 2-64,-1-4 16,0 3 40,-1 0-16,-3-4 24,6 4 16,-2 1-48,-1-1-24,-3 2 24,0 1 24,0-3 48,0 10-104,0-9 16,0 8 40,0-8-8,-1 5-8,0-6 104,0 1-24,-5 12-48,1-10 16,-1 12-56,0-5 40,6-15-32,-5 7 24,-2 13-40,-1-5 96,1-8-16,0 12 8,3-16-72,0 1 136,-11 14-96,12-3-32,-3-9 16,-1 10-8,-5-10-16,9-5 48,1 16 56,-3-11-64,-2 1 8,-1 0-16,1-1-40,6-5 8,-4 5 32,-2 0-64,1-3 72,1-1 0,-10 0-8,13-1-32,1 0 88,-5-1-80,-9 2-56,13-2 48,-3 0-8,1 0 8,4 0 8,-5-6 48,-1 1-112,3 1 48,-3-2 8,2-8 0,2 12 0,-1 0 40,1-15-96,0 12 56,-2-13-16,3 12 40,-1-10-24,2 12 80,-2-11-96,2 10 24,0-17-24,0 7 24,0 0-16,0 13 8,0-11-32,0-1-40,4-1 32,-1-2 32,3 3 48,-4 6-40,0 1 72,3-10-64,-1 12-32,1-15 0,-1 5 16,1 10 8,-5 5-32,6-23 32,-1 18-48,10-12-16,-11 14 32,11-12 0,-14 14 32,1-2-32,2-2-64,1-1 40,1 1 16,9 1 8,-13 2 32,-1 0 48,3-1-48,2 3 0,-1-4-16,10 4 0,-15 0 8,5 0 0,1 0-72,-1 0 80,10 2-24,-15 3 32,2-2-8,2 0 72,-1 2-160,1 1 96,-4 1-64,4 8 40,-4-10 16,0-4 8,3 6-8,-3 9-24,4-10 0,-4 11 48,0-10-48,0-3 24,0 10-16,0 1-40,0-10 16,0 14 64,0-14 16,-1 6-40,0-3 112,-1-1-80,0 10-64,1-12 72,-1 14-32,0-14-8,2-5 72,-4 15 24,-1-10-128,3 10 56,-4-11 32,3 3 8,1-4-64,0 1 88,-4 4-72,1-3 24,-1 1-48,1-1 48,1-2-40,2-2 48,-5 4-56,2-3 0,-1 0 8,-1 0 8,1 2-8,5-4 0,-3 2 40,-2-1-96,1 1 72,-1-2 16,-1 0-16,4 0-16,0 0 56,-4-3-72,1 3-48,1-6 40,1 2 0,1-1 24,2 5 8,-2-15 24,1 15-56,-2-5 40,2-12-32,1 13 56,-1-10-24,2 10-48,0-11-32,0 10 8,0-15 64,0 16-8,0 2 16,0-18 8,3 14-24,1-14 0,0 15 0,-1-14-8,-2 19 8,2-5 16,3-14-96,-1 14 64,12-12-8,-17 12-24,1 2 48,1 0 16,4-13-96,-1 12 56,1-2-32,-1-8 24,0 14 32,-4 0-32,4-6-16,10 1-64,-15 1 32,6-2 64,-1 1-56,-4 4 72,4-2 8,0 0-96,1 3 0,-1-4 128,1 4-40,-3 0 0,-1 0 56,4 0-24,-2 0-24,-1 0-24,1 0 0,-1 4 16,-2-4 0,2 5-56,-3-1 16,4 1 32,0 1-16,-4 1 0,1-4 24,1 2 0,-2 2-72,0-2 24,4 3 56,-4-1 8,0-3-16,0-2 40,0 5 0,0 8-24,0-10 24,0 1 16,-2 8 0,2-11-56,-2-2 40,2 5-56,-2-1 40,1 3-8,-1-1 8,1-3-24,0-1 88,-1 5-72,-2-1 24,3-2 24,-3 1 0,1-1-64,2-5 72,-2 8-16,-1-3-24,2 3-48,-2-3 80,1 1 16,2-5-80,-2 3 80,-1 0-72,1 1 0,-1-1 16,0 0 0,-1-1 80,1-1-88,2 2-32,-1-2 32,1 0-16,0-2 72,2 0-72,-2 0 56,0 2-104,-1-2 88,1 0-80,-2 0 32,3 0 8,0 0 24,-1 0-40,0 0 0,2 0-8,0-4 8,-1 1 16,1 2-24,0-3 32,0 1-24,0-1 48,0-1-32,0-1 24,0 3-24,0-9 24,0 9-112,3-3 40,1 1 40,0-12 8,-2 15 0,-1 0 48,5-12-48,-1 10-80,1-11 40,-1 10 8,1-10 32,-6 15-16,5-5-32,1-12-96,-1 13 56,1-12 8,0 12 48,-1 2 32,4-1 8,-9-3-128,4 1 24,1-10 24,-1 15 24,-1-3 48,-2 2 48,2-4-40,1 5-48,0-4 24,-4 4-32,0 0 56,0 0-8,3 0 32,-3 0-104,4 0 80,-4 0-40,0 0 32,0 0 72,0 2-112,0 2 32,0-1 32,0 1-24,0-4 32,0 5 24,0 1-120,0-1 24,-2 3 64,-1-1 0,1-5-24,-2 2 104,0 3-96,-1 8 16,1-10 48,-1 3-24,-1 6 48,1-10 0,-1 2-56,1 8 16,-1-8 56,1 1-16,4-7-96,-4 17 64,0-14-64,-1 3 64,1-1-56,1 1 24,2-4-32,0 1 120,-1 1-152,-1 2 48,2-3 0,0 1-32,1-1 16,0-2 64,0 0-48,-1-1 0,0 0 40,0 0-80,0 0 24,2 0 0,0 0-16,-2 0-96,2 0 40,0 0 56,0-3 48,0 1-32,0 0 40,0-2-8,0 4-40,0-3-32,4-3 40,-4 1 0,0 5 0,4-6-24,-4-9-80,3 12 56,1-1 0,0-12 0,-3 14 48,1 0 16,4-13-104,-1 10 16,-1-10 16,2 11 8,-4-7 48,-1 8-16,5-1 8,-3-2-48,3-10 48,0 10-8,-1-8 0,-4 12 16,2-2 8,2-11-120,-1 12 112,1-12-16,1 15-48,-3-3 64,-1 0 32,2-11-72,0 14-56,-1-6 136,1 1-48,-4 1 8,0 4 16,0-4 0,4 4-120,-4 0 120,0-3-40,0 3 72,0-1-48,0-2 56,0 3-112,0 0 8,0 0 32,-2 0 56,1 0-40,0 0 80,-1 0-40,0 0-24,-1 0-16,-3 2-8,1 0 56,5-2-48,-4 5 16,-1 1-88,1-1 80,0 1-16,-1-1 16,2-3-8,0 0 112,-2 3-120,1 1-8,0-1 56,-1 1 24,0-2-64,4-2 80,-4 1 16,-1 3-72,1-1 8,-1 1 0,3-1 24,1-4-56,-2 4 64,-1-2-128,1 1 64,0 0-24,-1-2 16,1-1 8,2 0 64,-2 0-56,1 1-32,-1 0 32,0-2 32,1 2-40,3-2 24,-2 0 24,0 0-96,0 0 64,0 0-8,1 0 0,0 0-8,0 0 56,-1 0-128,0-4 56,0 4 8,0-3-32,1 0 40,1 2 48,-2-3-56,2-1-40,0 1 48,0 0-48,3 1 40,-3 2 8,0-4-48,4 0-72,0 1 80,-4-2-56,3 1 32,0 2 64,0 0-40,1-11-80,-1 14 24,3-4-8,-1-2 40,0-6 64,-4 10-72,4-2 0,1-1-16,-1-1 0,1 2 8,-2 1 8,-3 3 72,3 0-56,0-4-32,-1 4 48,1 0 56,0-4 8,-1 4 32,1 0 8,-4 0-56,0 0-24,4 0 32,-4 2-24,0-2 8,0 6 8,0-1-72,0 1 112,0-1-24,0 1-16,0-3-8,0 1 112,0 2-184,0 8 24,0-12 40,-2 4-8,0-1 64,0 3 8,0 6-56,-1-8 0,-1-1 8,2 3 8,2-7-16,-2 3-32,-3 2-16,3-1 0,-3 3 32,1-3 48,2-2-32,0 0 56,-1 2-72,1-1-104,-2 1-72,0-3-112,3 0 304,0-2-392,0 2-137,-1-2-143,0 0-128,-2 0-160,2 0-160,2 0 1120,-1 0-1289,-3 0-239,2 0-136,-2-4 151,3 4 369,1-3 1144,0 2-4457,0 1 4457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2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87 4568,'0'0'1625,"0"0"-993,4 0 232,-1 1 144,1 1-15,-4-2-993,4 2 928,-1 0-112,1 0 8,-4 0-32,4 0-16,-3-2-776,1 1 809,-2 1-73,4 2-48,-4 0-40,0-1-72,0 2-576,0-4 496,4 4-56,-4 3-88,0-1 1,0 0-9,-2 8-64,1-13-280,0 2 280,-1 1-120,0 12 8,-1-14 56,-3 12-72,5-11-152,0-2 224,-4 16-80,-1-13-48,1 16 8,-1-14-24,-1 10 0,6-16-80,-6 12 80,-7-7-88,8 9 48,-1-10-16,0 2 8,0 0-32,-1 1 96,2-4-112,-1 1 0,-8 1-8,10-1 24,-1 0 0,4-4 24,-12 4 32,8-1-48,-1-2 24,-8 2 16,10-3-56,1 0 8,-7 0 32,5 1-80,-8 0 16,8-2 32,1 0-24,-4 0 24,3 0 24,2 0 0,-1-4-40,-3 1 24,3-1 16,-2 0-24,6 4 8,-6-5-16,2-1-40,-1 1 32,1-1 8,-1-9 32,5 15-24,-2 0 72,2-5-104,-1-10 0,0 12 24,0-3 32,1-7-24,0 9 40,1 1 8,0-12-48,0 11-40,4-10 40,0 8-16,-4 5 16,0-16 16,5 11-80,1-10 0,-1 10 16,10-9-16,-15 14 64,0-1-8,5-13 8,1 10-24,-1-10-16,12 11 32,-14-1 8,-2 5-32,4-17 8,10 13 8,-12-1 0,3-1 8,11 1 8,-16 3 0,1-2-8,13-1-64,-11-1 40,12 3 0,-12-3 16,7 2 16,-6 3 64,1-3-80,10-2 16,-12 3 16,13-1-40,-14 4 72,-2 0-48,13 0 32,-10 0-72,1 0 40,12 0-32,-17 2 64,2-1-32,1 2 72,3 0-40,9 3-16,-15-1 16,5 1-32,-2 0 0,-2-5 56,4 7-40,-1-3-32,-4 2 64,4 8-88,-4-9 48,0-3-8,3 10 8,-3-7-96,0 8 120,0-8 16,0 1-8,0 2-40,0-3 104,0 0-80,-2 14 8,1-6-8,-1-6 8,-2 12-32,4-20 96,-4 6-40,3 12-32,-5-13 88,2 12-32,1-11 48,1 0-128,-2 4 216,1-4-136,-1-1 48,0 10 0,-1-12-8,2 2-120,2-4 152,-5 5-56,1-1-40,-1-1 24,1-1-8,-2 1 40,5-3-112,-2 2 65,-3-1-106,-1-1 74,1 1-41,1-2 48,4 0-40,-1 0 64,-3 0-56,1 0 16,-2 0-8,-1-3-8,2-1-8,5 4-40,-7-6 24,3 3 32,-1-3-24,1-9 40,-1 12-24,5 1-8,-3-2-24,-2-10-56,1 8 64,1 1 0,2-14 24,0 15-8,1 3 80,-1-16-40,0 2-72,0 10 16,2-14 0,0 14-16,0 5 32,0-17 24,0 12-56,0-13 48,0 12-40,0-11-8,4 12 24,0-13-65,-1 12 65,3-14-16,-1 14 0,0-8 24,-4 12-40,4-4-24,1-10 8,-1 10 16,1-9-8,-1 12 8,-1 0 40,7-9-32,-7 12-72,1-5 64,1-1 0,10 0 24,-14 3 16,0 1 40,3-2-16,10 1-24,-11 3-24,11 0 56,-12 0-32,-3 0-16,6 0 8,10 0-48,-12 0 32,2 1 24,-1 3 40,0-3-40,5 2 56,-7 2-96,1 1-16,0 1 48,1 1-24,-2-3 32,-2-3 24,3 5 8,1 8-88,-1-10 56,0 1-16,-4 9-16,0-15 32,0 5-24,0 3-88,0 10 64,0-12 64,0 10 0,0-13-16,0 0 88,-2 4 8,0 8-32,-4-10 0,3 3 16,-1 7-80,4-14 56,-6 5 16,1 10 24,-1-10 0,1 1-40,-1 8 0,4-14-56,-3 1 80,0 4-55,-3 1 31,3-1 32,-3-1 24,-2-1-112,6-2 112,0 3-16,-3-1-88,-1 0 8,3-2 0,-3-1 0,8-1-16,-5 2 72,-3-2-120,3 0 88,-2 0-32,1 0-32,4 0 24,-1 0 48,-3-3-96,-1-1 96,1 0-32,1 0 40,2 0-56,2 3 40,-3-5-48,1-10-16,-1 12 0,2-1 56,0-12-24,2 16-8,-2-2 40,1-15-80,-1 13 8,-2-14 32,2 14-24,2-5 24,0 3 56,0 3-48,0-14-32,4 13 8,-4-16-48,3 16 64,-2 5-32,-1-17-16,5 14-56,-1-12 64,-1 11-16,1-12 40,-3 14 16,2 0 40,2-15-88,1 14-24,-1-3 48,-1 1 8,0 1 16,-2 2 40,3-3-16,1-1-72,8 1 48,-14-1-48,6 1 24,-6 4 24,15-2 24,-12-1-112,3 4 88,8 0-8,-10 0 8,-1 0 0,0 0 48,2 0-24,1 0 0,8 0-24,-14 2 0,5 0 0,-4-2 24,4 5-40,1 1-32,-2-1 72,-1 3-56,1-1 56,-4-5-24,0 4 32,4 1-104,-1 0 64,-3 1-16,0 6 64,0-10-40,0-2 96,4 13-64,-4-8-40,0 8 24,0-10-8,0 10 24,0-14-32,-2 3 80,0 11-96,-1-9 88,1 1-16,-2 8 16,2-14-72,0 1 96,-1 6-56,-3 6 104,1-8-72,-1 9 40,2-11-112,3-3 96,-5 5-64,2 1 104,-1 0-56,-1 1-16,1-3-8,4-4-56,-4 4-16,0-2-16,-2 1 56,1 0 24,1-2-8,1-1-40,2-1 112,-4 2-96,1 0 0,-1-2 8,1 0-24,1 0 0,4 0 40,-3 0-48,-1-4-8,-2 1 8,5-1-16,-3 0 16,3 2 8,-2-1 32,1-12-72,1 12 48,-1-3 8,0 0-16,0-6 0,2 8 48,-2 0-48,0-10 16,0 10-16,2-11-32,0 11 48,0 4-16,0-5-56,0-10-40,4 12 80,-4-12-64,0 11 8,2 1 72,0 1-24,2-15-32,-1 17 72,1-5-24,0-10-24,-4 15 32,0 0-56,3-6-48,1 1-16,0-1 96,1 1-8,1-1 32,-5 5 0,1-3 48,4 0-144,-1 0 40,1 1 24,-1-1-32,5 4 64,-5 0 56,-5-4-32,6 1-88,8 3 80,-8 0-32,-6 0 16,3 0 40,1 0-112,0 0 16,0 0 40,-1 0-24,1 0 80,-4 3-56,4 1-48,-4 0 64,0 1-48,0 0 48,0-4 0,0 4 32,0 1-24,0 1 0,0-1-32,0 8 8,-1-13 16,0 2 16,-1 4-64,-2 8 64,2-9 8,-1 8 8,-1-10-32,2-2 120,-3 5-32,-1 8-72,1-11 64,-1 3-16,2 8-64,4-15 120,-5 5 56,-1 3-160,1 6 96,-1-10-64,1 3 32,4-5-80,-2 2 120,-2 1-128,-1-1 56,1-2-24,-1 2 16,2-3-40,3-1 72,-5 4-40,1-2-8,-1-2-16,1 0 8,1 0-24,3 0 8,-2 0-8,1 0-24,-1-4 56,-1 4 0,0-3-32,2 1 8,1 0 72,-3-2-56,0 1-16,2-3 24,1 0-64,-1 1 40,2 5-24,0-15 24,0 12-56,0-3 112,0-9-40,0 12 16,0 1-32,0-2 16,0-11-152,0 12 40,3-12 24,1 11 32,-2-5 40,0 4-8,1 1 0,3-11-88,-2 12 40,-1-3-16,3-9-32,-6 15 104,5 0-64,-1-5-72,2-10 64,-1 15 32,1-5-8,-1 1 24,1-2-32,-1 3-8,1-1-24,-1-1 24,0 2 64,-4 2-48,4-3-8,10 4 48,-11-3-56,-1 3 48,3 0-16,-5 0 32,3 0-24,0 0-64,0 0 0,-1 0 8,1 0 16,-4 0 64,0 0 32,4 1-40,-4 1-56,3 0 32,-3 2-33,0-1 65,0-3-40,0 6 8,0-2-72,0 1 56,0 1 32,0-1 48,0-3-32,-1 2 72,-1 3-72,-2-1 32,0-1 0,-1 2-8,1-1-24,2-4 97,-3 12-9,-3-10 16,1 2-32,0 8 32,-1-10-56,7-3-48,-5 4 48,-9 2 0,13-2 48,-3 1 0,-2 1 8,4-3-104,0 0 160,-2 3-96,-1-1 16,1-1-40,1-1-8,1-3-32,2 0 32,-4 2-56,3 1 64,-2-2-24,0-2-16,3 2 56,0-2-56,0 0 8,-1 0-80,0 0 24,2 0 40,-1-3 8,0 2 40,1-5-16,0 1-16,0-1-96,0 1 24,0-1-48,0 6 112,0-5-176,4-10-8,0 10-32,-1-1 8,1-12-8,-2 16 216,1 0-193,3-15-71,-2 14 56,-1-12-56,3 11 32,-2 1 232,-3 3-192,3-6-88,2 1 0,-1-10 24,1 15 32,-3-4 40,-2 4 184,4-3-152,-2-1-40,1 4 16,0-4 64,0 4 8,-2-2 104,-1 1-8,3 1-24,0 0-64,-4 0 80,3 0-16,-3 1 32,0-1-24,0 2 24,0 2-80,0 1 8,0-1 8,0 2 40,0-4 24,-2 1-16,1 3-72,-1-1 40,-2 1 0,2-1 48,1-2 0,0-2 16,0 4-104,-1-1-104,0 2-136,0-3-129,0 1-143,2-4 600,-2 4-792,0-1-208,1 1-208,-1 0-129,0-2-31,2-1 1368,0 1-1344,0 0 24,-2 0 71,2 0 233,0 0 288,0-1 728,0-1-432,0 4 232,4-2-3809,-4-2 4009</inkml:trace>
  <inkml:trace contextRef="#ctx0" brushRef="#br0" timeOffset="1308">270 190 5505,'0'0'168,"0"0"-168,0 0 280,0-4 152,-1 0 88,1 4 80,0 0-32,0-3-40,0 3-16,0 0-79,0 0 71,0 0 16,-2 0 56,2 0-576,0 0 664,0 0-40,-2 0 64,2 0-24,0 1-31,0 1 23,0-1-656,0 0 592,0 1-56,0 0 48,0 0-144,0 1 8,0-1-448,0 0 432,0 2-104,0 1 17,4-1-25,-4 1 32,2-1-352,-1-2 320,-1 3 0,4 1-56,-4-1-48,4 1-8,-4-1 32,3 3-24,1 7-56,0-10 32,-4 1-48,3 1 8,0-2-152,-2-3 200,3 6-64,-1-3 56,-3 12-24,4-14-16,-4 5 32,0-8-184,4 14 160,-1-8-72,1 1 72,0 8-55,-4-9-33,3 8 96,1-8-112,0 1 48,-4 8 8,4-10-8,-2 1-104,-1-4 160,3 14 0,0-8-96,-4 8 40,3-10 8,1 8-80,-3-13-32,2 2 104,0 4-88,-3 8 0,4-9 80,0 10 0,-1-13-96,-1 0 128,2 13-32,-1-10-16,3 8-72,-2-6 56,1 8-64,-5-16 56,4 8-16,1 6 40,-1-6-64,2 7 24,-3-8-16,-2-1-24,2 6 8,2-4-32,1 12 16,-1-13 32,1 13 56,-2-14-80,-2-4 48,3 16-8,1-3-8,-1-8-32,1 13 8,8-12 8,-12-7-16,-4 16-48,8-2 8,-1-8 64,1 12 0,-1-12 48,-2 2-72,0 0 96,12-3 0,-12 10-40,1-10-16,0 9-16,0-10-24,-3-5-16,5 19-8,8-12 16,-10 10 16,0-12 8,1 12-8,-1-16-8,7 3 56,-7 15-64,1-14-24,1 10 64,-1-10-72,-1 6 40,-2-5 16,3-1 56,-1 12-8,1-10-32,1 10 8,-1-12-56,-4-5 16,4 15-72,0-9-8,1 8 80,0-8 32,-1 12 24,-3-16-56,0 2 104,3 14-120,1-11 16,-3 10-16,1-10 24,-1 7-8,-2-9 32,4 0-16,1 12 0,-3-12-40,1 10 48,0-10 0,-4-2-24,4 11 8,1-8-64,-1 1 80,-1 0 0,1 8 16,-2-12-40,0-1 88,1 4-104,-3 1 96,4 1-88,-4-1 56,3 0-48,-2-7 40,2 8-64,1-3 40,-4 3 24,4-3 16,-4 1-32,1-4-24,1 3 56,-2 1-88,0-1 16,4 1 32,-4-1-16,0-1 0,0-2 56,4 5-72,-4-2 120,0 1-128,0 0 48,0-1 8,0-4-32,4 4-80,-1 0 48,-3 1 8,0-3 48,4 3-16,-4-3 56,4 1-56,-4 2 40,3-1-56,-3 1 0,3-3 8,-2-3 8,-1 6-48,4-2 104,-4 1-72,3-1-16,1-2 0,-4-1 24,0 3-56,4-2-8,-4 2 48,3-1 8,1 3-8,-4-5 16,0 0 0,0 2-24,4-1-8,-1 0-24,-3 2-8,4-1-24,-4-2 88,4 2-128,-4-1-32,0 0 48,3 0-8,-3-1-56,2 0 176,0 0-232,-2-1-96,0 0 64,4 0-168,-4 0-16,0 0-88,0-3-225,0-1-15,0 0-192,0 1-184,0-3-249,0 5 1401,0-3-1664,0-11-168,0 11-49,0-1 57,3-14 168,-3 17 1656,0 1-1401,0-14 265,0 9 360,0 1 312,0-10 232,0 11 232,0 4-3953,0 0 3953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292 147 5561,'0'2'872,"0"-2"-872,0 4 560,0 1 80,4 1-24,-4-2-208,4 1-104,-4 1-88,4-1-48,-4 1 57,3 8 55,-3-10 160,0 1-440,0-4 576,0 6 144,0-2 112,0 1 0,0-1-15,0 1-49,0-4-768,0 3 680,0 3-160,0-1-32,0 0-72,-2 8-56,1-13-360,1 0 344,-2 3-40,-2 3 40,-2-1-16,1 8 41,-2-10-17,6-5-352,-4 6 272,-2-1-40,-1 1 64,1-1-64,0 1 32,0-4-264,-1 1 280,2 1-128,-8-2 128,8 0-152,-8-1 40,9 1-168,4-2 160,-14 2-112,10-2 80,-12 0-8,12 0 0,-12 0-24,16 0-96,-3 0 96,-11 0-88,9-4 56,-1 1 0,-9-1-8,13 2-56,2 0 88,-7-3-48,1-1-8,0 1-32,-1-10 24,3 12-24,5 3 8,-6-6-8,1-9 64,1 12-16,1-12-32,-1 11-8,0-10-32,0 8-40,3-11 128,-1 12-72,0-13 24,2 13-16,0 4 32,-2-19-104,2 14 72,0-12-40,0 14-56,0-12 32,0 13 64,0 0-96,4-13-80,-1 10 176,-3-9-48,4 12 8,-1 0 40,0 0 48,0-13-88,3 12 64,-1-2-16,1 1-16,-1-8 8,-5 11-24,6 2-48,-1-5 96,1-1 0,9 2-24,-12 1 16,1 2-16,7-2-56,-7 3-32,10-5 80,-8 1 0,9 4 24,-13-2-16,-1 0 56,16 2-80,-12 0 40,1 0-8,12 2-8,-14 0 32,-4-2-32,6 2 8,8 1-56,-10 1 72,1 2 0,1-1-16,0-3-8,3 2 80,-9 3-96,5 0 24,1-1 0,-3 1-24,2-1 16,-4-4 8,3 5-16,-1 0 16,1 1 0,0 6-8,-4-10 16,0-3-16,3 5 8,-3 11-24,4-13 72,-4 3-8,0 8 24,0-12-72,0-1 112,0 13-40,0-10-24,0 3 0,-2 7-24,0-10-24,2-5 64,-2 6 16,-1 1 16,-1 0 24,0 1-24,-1-1 9,4-5-105,-2 2 120,-2 3-48,-1 0 32,1 1-8,-1-3 0,2-1-96,3-2 104,-5-1-8,-1 3-8,1 0-64,-1 1 48,0-3-24,6-2-48,-6 2 48,0 0-24,-1 0 16,3 0-8,-1-2 0,3 0-32,-1 0 48,-3 0-56,1-4 24,-1 0-24,1-1 16,1 0-8,5 4 8,-6-3-32,1-1 16,-1-1 32,1 1-8,1-12 16,3 16-32,-3-1 16,2-4-96,-2-12 64,0 14-16,3-12 64,-1 12-32,2 2 104,-2-13-112,0 10 80,0-12-152,2 14 32,0-14 40,0 16 8,0-3-96,0-11 24,0 9 40,0-10-8,0 10-16,0 0 56,0-3-8,4 6-56,0-3 16,-1-10 16,1 12 24,-4-8 8,0 9 40,4 0-24,-1-3 32,3 1-56,-1-1-32,1 1 0,-5 4 40,3-4-88,2 0 8,-1 1 16,1 0 48,9 1 0,-13 0 16,-1 2 40,5 1-32,-1-4 56,10 4-40,-11 0-40,1 0 16,-5 0 8,6 0-72,-1 0 24,10 2 24,-15 2 0,5 1 8,-3-3 8,2 2-24,1 1-16,1 1 56,-1-1-40,1 12 32,-3-13-8,-2-3 48,2 14-72,1-8 32,-4 8 8,4-9-40,-1 8 32,-2-12-8,-2 4 0,5 10-32,-4-10 80,0 10-16,0-10 32,0 1-64,0 1 120,0-3-24,0 10 48,0-8-56,-2 10 16,0-12-8,-1 12-16,1-12 80,-2 3-64,1 6 40,-1-8-56,3-4-80,-2 3 88,-2 3-32,1-1 8,-2 0 32,1-1-48,1-3-48,2-1 128,-3 2-8,-1-2-16,1 2-56,-1-3 16,-1-1-24,7 0-40,-6 0 24,1 0-24,-2 0-8,1 0 32,-1 0-40,4-1 16,0-1 96,-2-2-80,-1-2-48,1 3 88,-1-3-64,2 2 8,3 3 32,-3-5 48,-2-12-128,3 14 40,-3-1 0,1-10-24,4 15 32,0 0 24,-3-15-56,2 12 24,1-3 56,-1-14-56,1 17 8,0 0 80,1-13-32,0 10 8,0 1-72,0-14-56,0 16 72,0 3-80,0-17-120,0 12 96,0-10-24,0 11 0,0-1 0,4-12 24,-1 13-24,1-1 64,0-10 24,-1 15-24,0-4 64,-2 3-16,3-3-56,1-1 24,1 1-24,-1 0-8,1 0-32,8 4-24,-14-3 8,6 3 72,9 0 24,-12-4 56,0 4-24,0 0 40,2 0-88,1 0 120,-1 0-112,1 0 40,-3 0 0,-2 0 16,2 4-112,3-1 208,-3 1-152,1 2 40,0-1 32,-3-3-32,1 2-120,-2 1 88,4-1 16,-4 1 8,0 1 48,0-2-40,0-3 96,0 7-32,0-1 0,0 1-24,0-1 24,0-2 32,0-4-96,0 6 72,0 0-40,0 0 40,0 8-32,0-13 0,-1 0-40,0 2 112,1 1-96,-2-3 112,2 3-56,-1-1-16,-1 1-56,2-4 96,-2 4-112,0-1 104,-2 1-32,3-1-8,-3 0 0,3-3-48,-2 3 0,0 0-16,-3 0 24,2-3 40,-1 3-32,3-3-16,0 0 104,-2 1-56,3 0 8,-5-2-32,4 0-32,-3 0 8,5 0 8,-4 0-64,0-4 48,1 0 40,-1 1-56,0-1 16,1-2 0,-1 1-72,2-1 88,0 1 24,1-12-16,-1 15-16,2 1 48,-2-5-40,0-9 96,0 12-96,2-3 0,0 1-8,0 4 0,-2-4-96,2 0 16,0-10 24,0 15 0,0-6-8,0 4 64,0-1 16,4-3-80,0-8 8,-4 14-48,3-6 8,1 1 96,-4 5-40,0-4-16,6-2 64,-3 1-72,1 1-16,1 1 16,-3 1 64,2 0-112,1-2 8,1 0 40,-1 1-8,1-1 8,-2 4 64,-2 0-24,12-4-48,-10 4 40,1 0-24,10 0-8,-11 0 24,-4 0 40,3-3-64,3 3 8,0 0 56,8 0 8,-14 0 8,3 1-16,0 0 56,0 0-56,1 5 88,0-2-104,-4 1 24,3 0-8,-3-4 32,4 4-80,-4 1 152,0-1-48,0 1-32,0 1 32,0 0-48,0 1-8,0-1 72,0 8-16,-2-11 0,1-1-56,0-1 128,0 5-32,-3 1 48,2-3-96,-2 3-16,1-1-32,3-7 16,-2 15-88,-2-12 32,1 3 32,1-1-8,-2 3 16,2-1 40,0-1-104,1 8 96,-1-12-48,0 4-32,0-2 48,2-3-40,-2 3-152,0 0-16,0-3-152,2 5-120,0-2-145,-1-1-215,1 1-232,0-2-200,0 0-369,0-2-423,0 0 2064,0 0-2281,0 0-143,0 0 175,0 0 585,3 0 568,2 0 1096,-4 0-592,14 0-3521,-15 0 4113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26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1333 190 9329,'4'3'1529,"0"1"-401,1 2-424,-2-2-704,-2-3 488,4 5-296,-1 1 8,0-1 24,-1 1 49,1-2 119,0 1 72,-1-1 16,-3 1 40,4-1-32,-4 1-48,0-1-48,4 1-112,-4 0-56,0-1-96,0 1-16,0-1-112,0-5 96,0 6-24,0-1 72,0 2-96,0-1 8,0 1 16,-1-5-72,0 4 32,-1 8-8,0-8 24,-1-1-8,-3 3 8,2-5-48,3-1 137,-5 4-17,-9-1-8,14 1-40,-7 9 64,-7-12-24,15-3-112,-3 6 144,-5-1-56,-6-1 8,10-2 16,-3 0-8,4-1-104,-2 1 168,-11 0-72,10 2 96,-8-2-128,8-2 8,0 0-72,5 0 56,-14 0-88,9 0 184,-1 0-104,-8 0 16,10-4-32,4 3-32,-4-4-64,-2 2 40,-8-3 0,12 3 32,-3-3 0,2 3-8,1 1 88,-3-4-32,1-9-32,-1 12 32,3-12-8,-3 11-48,6 4 32,-4-14 40,1 8-80,-1-12 0,2 12 48,0-12-24,2 16-16,-2 0 32,2-16-48,0 12 224,0-10-216,0 10 48,0-9-40,0 10 56,4-1-232,0-14 192,0 15 40,-1-16-32,1 16 8,-3 2-32,3-14 24,2 11-96,-1-12 72,10 14-16,-15-13 16,3 15 0,0-1 48,13-14-32,-12 14 0,1-12-24,14 11 0,-16-11 8,-3 14-64,15-3 24,-11-1 144,11-12-96,-10 17-8,12-5 48,-16 3-48,3-2-80,11-1 40,-11-1 40,1 2-32,12 4 0,-14 0 48,3 0 24,-1 0-32,1 0 32,9 4-24,-12 2 16,-2-6-32,2 7 0,2 8-80,-1-12 104,2 5-40,-3 8 40,-1-13-24,0 0 72,2 15-104,-1-3 168,1-1-136,-4 1 24,3-3-24,-2-9 32,-1 12-168,3-1 160,-3 5-16,0-3 24,0 1 8,0-14-40,0 9 8,0 4-80,0-1 48,0-8 72,0 13 8,0-5 72,0-8-64,0 12 104,0-4-152,0-10 56,-2 10-72,2-15 48,-1 5-128,-1 10 56,-2-11 16,0 3 48,1 0-24,1-5-16,0 2 120,-2 1-144,-1 1 200,1-1-168,-1 1 24,1-3-32,2-2 88,-1 2-184,-3-1 160,0-2-72,1 2 8,-10-2-16,13 0 16,1 0-8,-5 0-24,1 0 88,-1 0-24,-1 0-64,3-2 32,0 0 40,-3-3-96,0 1 56,1-1 32,1-10 8,-2 11-40,6 4 32,-6-5-24,1-12 88,1 13-136,1-10 56,-1 8 0,1-16-120,-2 17 40,3-17 80,-1 16-40,0-14 48,3 16-24,1 2 56,-4-20-80,2 17 152,2-17-152,0 7 24,-2 0-16,2 14 16,0-12-160,0-2 88,0 0 72,0 10 8,0-17 8,2 19-16,0 0 16,2-15-88,-4 12 56,3-9-24,3 12 24,-3-9 16,-3 9-16,4-1-64,2-1-24,-1-1 64,1-8 8,-1 10 16,-4 3 16,4-2 16,9-2-144,-10 1 72,2-1-16,8 1 56,-12 2 16,0 0 64,4 2-88,-1 0 344,10-3-328,-12 3 32,3 0-24,-6 0 40,5 1-336,12 1 304,-13 0-8,1 0 0,1 2 24,-1-2-24,4 1-24,-9 3-56,4 1 24,2 8 64,-3-10 8,0 1-16,-2-4 40,3 16 64,-4-11 0,0 10-88,0-10 40,0 10-48,0-17-8,0 5-80,0 14 88,0-12 40,-2 11-24,-2-10 48,2 1-72,0 0 136,1-3-96,-3 12 176,0-12-168,-1 8-40,0-9-8,4-4 48,-2 4-176,-1 10 304,-2-11-136,3 1-8,-1 1 8,3-5-40,-2 3-144,0 2 104,-3-1 64,2-1-16,-1 0 48,1-3-56,2-1 96,-3 2-80,1 0 72,-1-2-80,1 0-32,-1 0 56,4 0-32,-4 0-48,-1 0-24,1 0 112,1-4-64,-1 1 32,2 0-8,0 0 72,-2-2-96,-1 1 80,3-1-8,-3-10-16,3 15-32,2 0 8,-4-15-32,1 15 136,0-5-128,1-10 24,1 15-16,1-4 8,-2-7-128,1 8 56,-1-3 32,1-11 80,-2 17-24,3-3-16,0 1 72,0-13-8,1 12-48,0-3-40,0-9 32,0 12-8,0 3 0,0-6-88,0 1 24,0-1 8,3 1 0,-3-1 16,2 4 40,0-1-32,2-3-88,-1-9 24,1 15 8,0-5-8,0 1 96,-3 2 40,3-3-80,1 1-8,-1-1 32,2 1-72,-1 0 56,-4 4 32,13-3 0,-11-1-96,3 0 64,-1 0 16,12 1 0,-15 3 16,0 0 56,3 0-40,1-4-16,10 4-24,-12 0 16,1 0 8,-5 0 32,6 0-32,0 0-56,-1 0 64,1 2-40,-1 3 16,-4-3 16,2 2 64,0 2-104,1-1 40,0 2-8,-1 10 8,-3-15 0,0 0 40,0 5-40,0 8 56,0-10-56,0 12 8,0-12-24,0-4 16,0 17-104,0-13 16,-1 14 88,-1-14 24,0 12 24,1-15-48,0 1 80,-1 14-128,-1-10 56,1 8-24,-2-10 0,1 1 16,2-4 32,-4 5 8,1 0 184,2 8-184,-1-11-32,-1 3-16,3-6 8,-2 4-208,-2 9 152,-1-10 56,1 3-8,-1 1 24,3-4-16,1-1 48,-4 3-16,1-1-16,-1-1 8,1-1 8,1 1-32,4-4 24,-4 2-24,-1 0-24,-1 0 56,1-2-16,-1 0-8,5 0-8,-1 0 56,-2 0-120,-2-4 176,3 0-80,-1 1-48,1-1 16,2 2 72,-2-13-168,-1 12 112,0-3-8,1-9 0,1 15-24,2 0 16,-2-14-32,0 10-16,0-1 0,0-12 64,1 13-8,1-4-8,0 0 56,0 4-40,0-11 8,0 12-40,0-12-72,0 10 88,0 5-40,3-15-80,-3 11-96,4-11 152,0 10-48,-1-10-8,-2 14 120,2-1-8,1-13-176,-1 11 0,1 0 56,0-1-72,-2 1 200,-1 2-136,3-1 32,2-3 48,-1 1-72,1 1 16,-3 0-32,-2 4 144,4-3-208,-2 3 72,1-4 64,2 4 24,-3 0 8,-1 0 40,0 0 24,4 0-96,-3 0 32,1 0 32,1 2 8,-1 1 0,-4-3 48,6 4-48,-3 0 24,1 0-40,0 1-16,-4-1 32,0-3 0,0 1-56,3 4-48,-3-1 56,0 1 48,0 1-8,0-2 8,0-2 72,0 4-16,0 0 16,0 8-40,0-11 0,-1 3-32,0-7 40,-2 17-32,-1-12 56,0 3-8,1-1-8,-3 8 16,4-13-64,-1 1 88,-1 4-40,-1 1 48,-1-3-16,1 3-16,2-3-64,2-3 120,-5 4-24,3-1-112,-3-1 56,1 1-16,1-1-16,-2-2 88,3 0-88,-3-1 48,3 1-8,-1 0-56,2-2 8,0 0 80,-1 0-72,-1 0 216,2 0-168,-2 0-56,2 0 24,1 0-232,-1-5 296,0-1-96,0 1 8,0-1-16,2 5 16,-2-2-64,2-2 0,-1-1-56,1-8 120,0 10-8,0-6 8,0 5 48,0 2 64,0-12-48,0 11-80,0-10 0,0 10-16,0 4 32,3-15-80,-3 11 0,4-10 72,0 10-32,-1-1 40,-1-2 0,0-1 0,-2 4-48,4 0 184,-1-1-216,1-1 48,-1 2 32,-2 3-16,2-5-168,-3 3 320,6-1-168,-2 4 24,-1-4-8,-2 4 16,2 0-160,1-3 72,-1 3 56,1 0-24,-4 0 64,2 0-8,0 0 40,1 0-48,1 2 24,-4-1-40,4 3 16,-1 0 8,-3-4-24,0 3-8,0 3 24,4-2 0,-4 1 8,0 1-16,0-4 16,0 1 8,0 3-80,0-1 120,0 1-40,0-1-16,0-1 8,0-2 80,0 3-48,0 1 152,0-1-88,0 3-8,-2 6-24,2-11-64,-2-4-80,1 7 64,-3-1 96,0 1-8,0 1-16,2-4-56,-1 0 104,-1 2-96,1 1 112,-1-1-72,-2 1-16,5-1-40,-3-3-96,2 0 328,0 0-200,0 0 16,1-1-8,1-1-32,0 0-200,-2 0 112,2 0 120,0 0-48,-2-3-8,2 3 24,0 0 72,0-4-88,0 4 88,0-4-80,0 1-8,0-1 32,0-2-64,4 1 8,-4-1 40,3 1-56,-3-1 0,0 4 56,0-1 48,4-3-120,-4 1 64,4 1-32,-4 1-40,3-1 80,-3 4 0,0-4-48,4 4 88,-4-4-64,0 4-56,0 0 0,0 0 80,0 0-136,0 0-8,0 0 56,0 0 0,0 0 0,0 0 632,0 0-1120,0 0 520,0 0 64,0 0-104,0 0 72,0 0 768,0 0-1504,0 0 672,4 0 56,-4 0-8,0 0-16,0 0 24,1 0 32,1 0-16,-2 0-64,4 0-8,-4-3 56,4 3 8,-4 0 24,0 0 24,3 0 16,1 0 128,0 0-192,-1-4-56,-3 4 0,1 0 80,2 0-280,1 0 80,-1 0 96,1 0-73,0 0-31,-2 0 208,-1 0-144,3 0-144,0 0 0,-4 0-80,3 2-96,1 0 464,-4-2-528,4 2-112,-4 3-128,0-1-185,3 1-127,-3 1-128,0-5 1208,0 3-1192,0 2 7,0 9 65,0-10 288,0 2 224,0 5 608,0-7-4161,0-5 4161</inkml:trace>
  <inkml:trace contextRef="#ctx0" brushRef="#br0" timeOffset="1845">1243 320 8417,'0'0'1233,"0"0"-89,4 0-408,0 0-328,-4 0-200,0 0-208,3 0 136,-3 2-56,4 0 88,-4 0 128,0 0 112,0-2-408,0 0 568,0 0 1,0 0 47,0 1-112,0 1-40,0 0-464,0-2 408,0 6-112,0-1 0,0-1-8,0 0-48,-2 1-16,1-3-224,0 0 248,-1 3-72,-1 1 80,-1 1-16,0 0 17,2 5-257,1-9 280,-1 3-24,-4 8 120,3-8-152,-3 1 56,3 8-48,2-13-232,-2 0 112,-3 5 136,4 8-32,-3-10 48,1 12-40,1-14-224,1-1 256,-4 15-48,1-12-40,-1 14 48,1-12-56,0 10-160,4-15 168,-4 12-8,-1 1-48,-1 0-32,-1-8-8,3 15-32,3-18-40,-2 7 48,-3 5-32,0 1-32,-1-1 88,1-1 1,2-4-73,3-5 112,-4 10 0,-1 1 64,-1-1-120,1 1-32,0-2 24,6-14-48,-6 12-88,-7 2 64,10 2 96,-2 1-24,-8-1-48,12-10 0,0 2 120,-3 6-128,-10-1 136,11 3-88,-3 0-48,-5-4 8,9-10 40,-2 12-120,-1-8 136,-10 15-24,12-5-16,-4-1-8,7-12-8,-12 11 32,7-1-40,1 3 32,-3-2 0,-6 1-24,10-6 0,2-3 32,-5 9 8,-8 6 112,10-7-136,-12 0 24,12 1-40,4-16 32,-15 8-152,12 14 136,-10-4-32,8 1 48,-1-5-16,1-8-16,-5 5-8,6 7-16,-10-3 8,9 3 32,-8 1 8,10-6-24,2-8 104,-5 15-80,-8-1 72,10 1-72,-10 0-56,9 2 32,6-19 0,-14 14-96,8 6 40,-9-3 128,10-2-72,-2 2 16,-1-10-16,1-1 80,1 7-144,1 8 184,-3-5-96,-6-3-16,10 1-8,4-15 40,-5 3-120,-3 15 8,-7-3 88,12-2 40,-3 1 8,4-11-64,-3 9 112,-2 0-168,-1 3 8,3-1 16,-10 1 24,13-5 8,0-6 72,-3 11-48,-3-2 96,1 1-80,2-1-8,-3-8-16,8-6-16,-7 20-72,-8-6 0,11 0 80,-1 1 48,-2 3-72,3-13 16,0 2 64,-3 11-88,0-3 0,-8 1 64,9-1-8,2-2-32,3-11 48,-14 15 0,11 1-56,-3-5 32,-8 5-24,10-5-24,4-10 24,-4 9 24,-2 4-88,0-3 16,1 3 48,-1-10 40,4 5-40,0-4 96,-4 0 16,1 12-136,1-15 24,-1 12 8,1-10-8,5-7 0,-6 15 80,1-8-112,-1 10 48,3-11-24,-1 1 16,3-4-8,-2 1 56,0 4-96,-3 6 8,2-10 48,-1 2-16,2-1 0,2-3 72,-3 3-32,3 3-112,-3-1 88,-2-1-48,3-1 32,2-4 0,-2 4 56,-1-2-128,1 3 48,-1-2 24,0 1 32,3-3-32,1 0 72,-4 1 0,2 3-96,0-2-16,0-1 48,-1 1-8,3-4-32,-2 2 32,0 1-8,0-1-16,0 0-24,2 0 24,0-2 24,0 2-64,0 0-120,0-2 0,0 0 40,0 0-16,0 0 160,0 0-64,0 0-64,0 0-136,0 0-24,4 0-144,-4-4-49,0 0-15,4 1-200,-4-1 48,3 0-56,-3-1-80,4-1 8,0-8-177,-1 14-103,1-6-88,0 0-120,-1-6 1264,-3 10-1329,0 2-95,6-6-24,-1 1 55,-1-1 273,2 1 320,-5 3 800,3-2-4305,-4 4 4305</inkml:trace>
  <inkml:trace contextRef="#ctx0" brushRef="#br0" timeOffset="1846">236 2641 9690,'0'2'1504,"0"3"-496,0 1-464,0-1-280,0 1-152,0-4-112,0 1 48,0 3-112,0-1 64,0 1 56,-2-1 152,0-1-208,2-2 344,-6 3 73,3 1 55,1-1-80,-4 1-16,3-1-64,2-4-312,-2 6 184,-1 0-40,1 1 24,-3-1-32,1-2 40,2-1-176,0 0 232,-2 1-16,-1 1-32,1 1 40,-1-1 0,-1-3-224,7-3 208,-8 2 48,3 2-56,-1 0-16,1 1 16,-3-1-39,6-3-161,-3 1 184,0 0-40,-3 2 24,1-2 48,-1 0 24,4-1-240,1-1 256,-4 4-48,1-2-32,1 0 16,-1 0 48,1-1-40,4 0-200,-4-2 160,0 1-136,-1 0 24,1 0 16,1 0 32,2-1-96,0-1 168,-1-2-96,-1 0 0,0-1-8,2 1 8,1 0-72,1 3 56,-2-3-16,0 0-72,0-1 16,2-1 8,0-10 72,0 15-64,-2-2 40,2-12-88,0 10 48,0-12-40,0 14 104,0-7-64,0 3 64,0 3-32,4-12-32,0 10 8,-1-12 24,1 13-32,-4 4 32,5-17 0,1 13-72,-1-16 32,1 7-24,9 8-8,-14 0 40,1-6 40,2 6-152,2-10 48,8 12 40,-14-11-72,4 13 96,-2 1 48,13-16-56,-12 12-40,3-10 72,-1 15-24,10-6 16,-11 1 8,-1-1-128,3 1 88,-1 1-8,10 4-8,-13 0 32,0 0 96,1 0-80,3 0-24,-1 0 40,1 0-48,-3 0 16,-2 0-8,2 4 40,1 1-80,0 1 64,-1-1 16,1 1-24,-3-4-8,2 3 40,0 10-112,1-10-24,-4 10 96,4-9 48,-4 4-48,0-4 64,0 0 24,0 8-168,0-8 64,3 10 24,-3-10 48,0-6-56,0 15 112,0-10-144,0 10 64,0-10-40,0 10 32,0-12-24,0 0 48,0 13-64,-1-10 48,-1 10-16,0-10 48,0 6-64,2-9 64,-4 2-72,3 12 16,-5-12 8,2 1-8,-1 8 72,4-13-80,-4 2 80,0 3-112,-1 8 88,-1-10-16,0 1-16,-2 0-24,3-2 96,2 2-32,-1 10-32,-3-13 16,-6 2 16,10-1-16,-3-1 16,-1-2-96,1 2 48,-8-2-16,11 2-32,2-2 32,-1 0 56,-3 0-112,-1 0 40,2 0 48,-1-4-24,1-1 88,-1-1-64,0-11-64,5 14 64,-1-3-32,0-10 16,0 10 64,0-14-168,0 5 96,1 1 8,1-3-32,0 9 16,0 1 104,0-7-112,0-1-64,3 0 40,1-3-8,0 1 40,1 1 56,-1 1-104,1 0 72,-1 1-48,0-1 0,-3 11 24,3-7 80,2 6-200,-3-14 32,3 14 64,-1-14-48,1 14 64,-1-12 24,1 14-120,0-3 8,-1 1 56,1-1-32,-6 6 72,14-15-56,-10 12-48,0-3 88,10 1-8,-10 1 64,-2 2-40,2 0 104,1-1-120,10 3 16,-15 0-16,5 0 32,0 0-16,-4 0 24,2 0 0,3 1-64,-2 1 40,-1 2 56,1 1-56,-4 1 80,4 1-152,-4 8 24,3-11 56,-3 3-24,0 2 16,0-3 56,0-1-24,0 14 0,0-12 24,-1 10 16,-1-12 16,0 10-40,-2-8-56,-1 12 96,-1-12-48,1 9 8,2-14-48,-2 2 168,-2 13-160,0-12 120,-1 12 40,1-14-63,-1 5 111,3 6-120,-2-8-8,1-1 40,-9 10-40,12-13 40,2-2-128,-4 4 112,0-1-120,-1 1 96,1 0-32,1-3 32,2 0-88,0 0 104,0 1-40,1-2-64,-3 0 24,2 0 24,0 0-48,2 0 56,-2 0-16,1 0-72,-1-4 56,0 1-64,2-3 64,0 2-24,0-6 16,0 10-128,0-15 56,0 15 32,0-15 40,0 11 64,0-1-24,4-17 0,1 18-72,-1-12 8,-1 10 8,-2 6 0,4-15-88,-1 12 0,-1-3 40,1-10-64,0 16 96,1-17-16,-1 13-96,0 4-8,1-5 8,1-1 48,-2 2 80,-3 3-40,5-17 16,8 18-96,-14-4 72,6 0-80,-1 0 72,-4 3 56,4-3-40,0 0-137,1-1 113,9 1 16,-15 4 32,2 0 16,-1 0 56,3 0-56,-4 0-40,4 0-8,-1 0 0,1 0 48,-4 0 32,4 0-72,-1 2 56,-3 2-48,4-1 16,-4-1 16,0 2 64,0 1-136,0 1 40,0-1 64,0 3-72,0-4 40,0-3 88,0 7-64,0 6-96,-2-10 80,0 1-40,1 3 40,-1-1 56,-2 8-152,0-11 88,1 1-8,-1 2-16,3 1 24,0-1 96,-3-3-56,1 1-80,1 3 64,-2-3-16,3-2-8,0-2-48,0 3 112,-1 1-112,0-3 32,0 2 72,0-3-64,2 0 8,-2 0 48,1-1-80,-1 2-32,0-2 56,1 0 8,0 0 48,-1 0 24,2 0-80,-2 0 24,1 0-16,-1 0-8,2 0 8,-2 0 0,0 0-88,0-4 88,0 1 8,2 3 0,0-4 80,0 4-120,0-4 0,0 1 48,0-1-32,0 1 16,0 2 32,0-4 16,0 1-72,0 1 16,4-3 32,0 0-80,-4 1 48,3-1-56,-3 1-16,4-1 48,0 1-40,-2 2 72,-1 0 0,3 0-24,0-1-40,-1 0 56,1 1-24,0-1 32,-4 4-56,3-4 40,-3 1-128,4 3 64,-4-4 56,4 4-8,-4 0 32,0 0 72,3 0-152,-3 0 48,0 2 24,0-2 24,3 1-16,-2 0 104,-1 0-56,0 3-104,0 2 24,0-1 8,0 1 16,0-6 8,0 5 56,-2 3-96,0-1 48,2 0 8,-1 1 8,-1-1-24,0 0 56,-4-1-48,3 9-16,-3-10 8,3 2 32,-1 7-32,4-13 32,-6 5 16,1 1-48,-1 10 16,-1-12 24,0 1-64,5-2 24,-2 6-40,-1-6-32,-1 3 16,1-1 72,-1 1 32,2-3-48,3-2 88,-5 3-64,1 1-104,-1-4 40,0-1-80,5 1-56,1-2 176,-4 0-288,2 0-248,0 0-96,0-3-96,1 3-112,0-3 840,0 0-857,-1-2-215,2-10-80,0 11-120,-2-1-177,2 0 1449,0 4-1544,0-4-136,0-10 103,4 11 369,10-10-3433,-14 14 4641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954 216 9337,'0'0'1513,"-1"-4"55,1 4-256,0-3-367,0 3-289,0 0-200,0 0-168,0-4-48,0 0 40,0 1 16,-1 2-296,0-4 384,-1 0-24,0-1 16,0-9 24,0 12-47,0 0-353,1 0 360,-3-12-56,-1 12-96,1-1-16,-2-11-16,1 12-176,5 3 160,-8-15 16,1 11-32,2-1 16,-3-12-24,-6 17 0,12-2-136,0-1 136,-5-3-64,-10-9-8,11 12 0,-8-3 24,10 2-88,2 3 104,-5-3 16,-10-1 0,12 1-40,-10 0 16,10 0-24,-10 1 24,9-1-16,-10 0 24,10 1-8,-10 3-8,13 0-88,0 0 128,-13 0-64,10 0 8,-10 0 40,8 0-56,-8 0-56,14 0 104,-13 0-48,10 0-32,-14 2 48,14-1 8,-14 3 24,16-3-104,-8 2 72,-4 0-32,0 3-24,1 0 49,-1-1 47,5 4-112,3-3 96,-7-3 0,-5 5 0,3 6-56,1-8 80,-2 9-24,17-15-96,-16 7 72,-1 10 24,1-12-48,-1 12 48,1-3-16,10-11-80,-3 2 96,-8 15-72,10-13-16,-11 12 56,3-12-56,9 6-8,5-9 80,-18 3-8,12 13-56,-12-5 40,12 1-8,-10-1-16,15-12-32,-1 9 80,-14 4-80,10 3 48,-9-3-40,10 3 0,-3-8-8,1-2 96,3 9-16,-10 3-24,10-1 56,-3 0-24,1-3-88,7-16 80,-7 20 48,-1-1-64,1 0-16,1 2-32,1-3 32,4-14-48,-2 8 56,-2 7-24,-1-1-8,2-1 0,3 0-8,-1-5-16,2-7 48,-4 8 24,0 3-40,3 0-16,-1 1 56,0-1-80,0-1 48,2 1-64,0-3 32,0 3 32,0-2-8,0-8-32,0 2 72,0 10-80,0-5 64,4 5-24,-1-3-8,1-2-24,-4-11 32,4 15-40,1-1 16,1-1 16,10 1-16,-12-1 32,11 1-56,-10 1-8,14 1 56,-14-3-32,17 1 16,-7-1 40,0-1-40,-1 2 8,3-1 40,0-1-56,1-8-8,-18-7 0,20 17 8,0-10-64,1 10 72,-1-12-8,2 2-56,-14 0 48,6 3 48,8-4-128,2 1 112,-2 0-16,2 1-24,-7-4 8,-12-3 16,19 6-56,0-1 40,-2-2-24,4-1 40,-3 1-48,-19-4 32,16 2-8,6 2-40,-2-3 16,2 1 48,0-2-24,-12 0 8,-3 0 48,15 0-8,2-3-48,-3-1 0,3 0 8,-3 1 0,-23 3-56,26-4 32,1-2 56,-3-8-64,2 8 88,-2-10-32,-19 14-24,9 0-56,8-17 16,0 14-16,0-15 8,-2 5 48,0-2 40,-1 1-72,-1-2 112,0 1-96,2-3 8,-4 1 64,-16 18-56,13-18-48,2-3 40,-3 2 8,-8 0-16,14-1 40,-17 12-24,0-2 64,13-9-48,-12-2 0,1 2-48,10-1 40,-12 4-8,-2 12-16,2-15 8,3-2-40,-2 0 40,-1-2 8,1 0 24,-4 19-24,0-14 32,0-5-112,0-1 56,0 1 16,0-2-16,-2-2 80,-3 1-72,-1 1 40,-9-1 0,10 4-48,-14 1 32,19 22-8,-5-22-40,-15 2 0,3-2 40,1 2-24,-3 0-24,12 12 48,-6-5 24,-7-3-96,-4-1 80,2 1 0,0 1-8,3 2 0,14 9 16,-17-10-24,-2 8-8,2-16 8,-2 17 32,4-17-24,-2 16 8,1-12-72,1 12 64,0-12 0,3 12-16,8-3 16,0 2-8,-6 1-96,-1-12-56,1 12-32,8-8-16,-10 10 208,15 4-208,-3-17-40,-12 14-72,12-3 8,-10-9-88,9 12-40,2 1 440,-6-2-497,4-1-175,-1-1-64,-1 1-136,3 1-128,0 1 1000,3 2-1064,-6-2-169,3 3-119,-3-4-72,3 0-121,-1 4-63,1-3-32,-1 3 247,1 0-3432,5 0 4825</inkml:trace>
  <inkml:trace contextRef="#ctx0" brushRef="#br0" timeOffset="1">381 468 10642,'0'2'1840,"0"1"-288,0 1-503,0 0-289,3-2-240,-2-2-520,-2 3 376,5-1-40,-4 0 24,0 0 64,0 0 64,0-2-488,0 1 537,0 1-25,0 2-56,0-2 16,0 0-56,0 1-416,0-3 392,0 4-32,0 2-32,0-1-32,0-1-24,0 1 24,0-4-296,0 4 256,-2 0-32,0 1 25,1-1-57,-1 3 24,1-4-216,0-1 264,-1 12-40,0-10 40,0 3-32,-1 8-104,-3-10-128,6-6 144,-3 18-40,-1-11-32,0 12 80,0-12 24,1 10-40,1-12-136,-2 4 184,1-1-56,-3 12-88,1-5 152,-1-8-104,3 7-88,2-10 104,-2 2 96,-3 12-168,3-12 64,-1 14 56,0-5-64,4-14-88,-4 3 120,1 15-48,1-14-40,-2 10-16,1-10-16,1 3 0,0-1 72,-2-1-16,2 1 24,1 10-48,-1-14 8,0 4-40,2-6 24,-2 6-32,0 0 88,2-1-32,0-1-32,0 1 24,0-5-40,0 3-32,-2 2 8,2-1 24,0 1 0,0-2 40,0-3-40,0-1 48,0 2-32,0-2-56,0 2 48,4-2-40,-4 2 72,0-2-40,0 2 64,4 0-96,-1-1 40,1-1-48,0 0 32,-3 0 8,1 0 24,2 0-32,-4 0-16,6-3-16,-3 3 16,2-3 24,-4 2 16,4-3 0,1 4 8,-1-3 8,-1-1-32,2 4 0,-5-1 0,3-2 24,2 0-88,-1 3 64,1 0 24,-1-4 48,4 4-72,-3 0 32,-6 0-16,5 0-56,1-4-16,-1 4 104,1 0-48,-6 0-32,15-3 56,-12 3-104,3 0 56,9 0 48,-12 0-40,-1 0 16,2 0 80,1 0-120,12 0 0,-13 0 72,10 0-8,-11 1-24,-2 0 64,14-1 24,-10 1-56,12-1-40,-12 2 0,14 0 8,-19-2 0,5 0-16,12 2-40,-12 0 56,15 0 24,-5-1-16,-12 1-8,0 0 96,19 2-96,-17-1 0,14 3 24,-14-2-40,12-1 16,-16-3 24,14 4 41,-9 0-33,12 1 16,-12-1-24,12 1-64,-12 1 40,10-2-40,-12 1 40,10 1-24,-10-1 56,6-2-32,-5-2 56,-1 4-56,1 1-8,10-1 0,-15 1-8,5-1 16,-4-4 0,4 2 32,0 3-72,1-3 96,-3-1-16,1 0-16,-2-1-24,0 0 56,2 1-104,-1-1 56,1 1-8,-4 0-32,3-2 32,-2 0-8,2 2-56,-3-2 56,0 0 16,0 0-48,4 0 48,-4 0-8,0 0 16,0 0-56,0 0 48,0 0 16,4-4-48,-4 4 24,0 0 48,3 0-8,-3-3-40,0-1 16,0 4-24,0-4 8,0 4-8,0-3 8,0 3-48,0-6 56,0 1-8,4-1-16,-4 4 16,0-1 72,0-1-136,0 0 48,0 0 40,4-1-88,-4 1 64,0 2 64,3-3-56,-3-1-32,0 1 48,4-1-16,-4 1 0,1 4-8,2-4 16,2-11-56,-1 12 40,1-1 8,-1-10-24,-2 13 16,0 0 40,1-13-48,1 10-24,2-15 32,-3 16 0,2-11 0,-4 14 8,4-5-24,1-12-32,-1 12 56,-1-14-32,2 14 24,-5 1 0,3-8 56,0 7-145,-1-14 98,1 17 7,0-14-24,-2 13 8,-1 2 64,3-14-96,0 12 40,-1-12-24,-3 12 40,0-1 16,1 4-40,2-13-32,-3 10-8,0-1-1,0-1 9,0-9 56,0 15-24,0 0 49,0-3-73,0-1 7,0 0-47,0 1-56,0 3 120,0 0-96,0-4-88,0 0 24,0 4-64,0-3-96,0 3-32,0 0 352,0 0-480,0 0-40,0 0-40,0 0-16,0 0-64,0 0 3416,0 0-6289,4 0 2657,-4 0-184,0 0-192,0 0-129,0 0-279,0 0 1640,0 0-1904,0 0-193,4 1-79,-4 1 471,3 0-3304,-3-2 5009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41 8065,'0'0'744,"0"0"153,0 0-897,0 0 920,0 0-176,0 0-64,0 0-120,0 0-112,0 0-8,0 0-72,0-4-39,0 0 39,0 1-32,-2-1-72,1 2-264,0 0 320,-1 2-120,2-3-16,-1-1 32,-1 4-56,2-3-160,0 2 176,-2 1 8,2-3-88,-2 3-24,2 0 16,0 0-32,-1-2-56,0 0 88,1 2-40,-2 0 16,0 0 48,1-4 24,-1 4-136,2 0 192,0 0-16,-2 0-16,0 0 56,0 0-72,0 0 24,2 0-168,0 0 152,0 0-56,0 0 145,0 0-57,0 0 48,0 0-1137,0 0 2042,0 0-985,0 2 40,0 0 32,0 2-40,0-3-184,0-1 232,0 4-8,0 0-80,4-1 72,-4 1-24,4 0 8,-4-4-200,3 3 184,1 1-56,2 0 0,-3-2 48,1 3 24,-2-3-200,0 0 192,1 1 0,1 3-64,2 0-24,-3-1 48,3 0-152,-6-4 152,5 4 17,1 1-1,-1-1 16,10 2-40,-15 1 24,2-3-168,2 5 152,1-7-32,10 5 48,-12 6-56,3-8 72,6-1-184,-7-3 168,-2 13-80,12-10 64,-11 10-56,12-9-48,-10 14 72,-6-18-120,16 1 96,-10 16-56,12-12 120,-12 10-32,14-10-64,-13 2-64,1 0 128,-3 6-88,17 0-48,-7-8 96,0 12-16,-10-13-72,-5-5 56,22 21 40,-7-15-64,-10 15-24,17-7 8,-7 0-48,-11-10 32,7 6-16,-6 4-8,16 2 32,-7-3 56,-8 3-40,7-8-24,-6-3 56,-1 8-24,12 1 8,-12 0-56,12 1 8,-14-8-32,-4-8 40,18 22-32,-13-8-16,12-6 80,-13 12-16,12-5-8,-14-13-8,0 1 56,3 14-96,10-12 104,-11 3-104,-1 8 40,2-11 0,-4-4-24,5 13-80,-1-8 112,1-1 0,-1 1-8,-1 1 0,-3-5 0,-2 2-24,4 1-56,-3-1 32,0 0 32,4-2 8,-4 0 8,0-1 0,0 3 8,0-2 24,0 0-32,0-2 0,0 0-40,-2 1-8,0-1-8,1 0 0,-3 0 80,0 0-64,3 0 40,-1 0-24,-2 0-56,-2-3 72,1-1 48,-1 0-56,2 2 16,3 1 56,-5-5-104,-8 1 32,10-10 16,-2 11 8,-8-10-40,12 12 32,-2 0-56,-3-15 0,-10 12 32,12-17 0,-12 16 24,13-5 0,1 0 16,-16-5-48,12-3 40,-15 1-40,7-2-8,1 3 40,12 15-56,-15-18-24,1 0 8,-5 1-8,3-1 24,0 2-32,-3-2 0,3-3 0,-4 3-8,2 0 40,-2 0 8,8 8 48,7 5-24,-15-9-32,2-1 24,4 1-24,-3 1-8,3 10 16,15 4 48,-15-19-88,1 15-48,1-12 48,-1 12 8,8-1 16,-1 0 64,-3-3-16,4 6-56,-8-3 96,10 1-48,-10 1 24,9-1-8,1 1-64,-10 0 72,13 1-24,-3 3 24,-1-4 8,5 3-8,-3-2-24,-2 0-56,3 3 80,-1-4-40,2 0 16,1 2 24,0 0 64,-2 2-64,1-3 24,-2 3-32,0 0-16,3-4 24,1 4-8,0 0-24,0-4 32,-2 4-8,2 0 0,0 0-8,0 0 16,0 0-8,0 0-32,0 0 32,0 0 16,0 0-24,0 0 32,0 0-32,0 0-8,0 2 16,0 0 0,3 0 16,-2-2-8,-2 2 24,5 1-72,0 1 40,-1 2-32,1-1 16,-2-2 24,0 0 32,1 2-40,1 1 40,0 1-8,1-1 8,0 7-32,-4-12 16,4 1-32,1 4 24,-1 10-48,12-10 48,-13 1 32,-3-2-40,3 7-16,13-7 8,-12 10-32,10 0 32,-10-10 24,8 7-16,-7-6 72,-1 2-40,12 10 0,-12-10-16,17 14 32,-7-6 32,-14-15-80,15 15 48,0 0-16,1 3-16,1-1 24,1 0-8,-12-10-32,4 3 64,7 7-16,-1 1-48,1-1 16,1 0 0,-5-4-16,-10-11 24,15 17 32,-3-1-40,1-1 16,-1 0 16,-1-1-8,-12-14-40,10 9 56,-7-5-32,14 11 0,-16-10 32,11 10-48,-12-15-8,-1 0 48,4 4-40,10 8 24,-12-10 0,0 10 0,1-10-32,-5-5 0,6 8-72,-3-3 16,1 1 48,0-1-24,-4 1 48,1-5-16,1 2 16,-2 0-80,0-1 40,0 0-40,0 0 32,0-2 32,0 0-48,0 0-16,-2 0 8,-1 0-40,-3-4 48,3-1 0,2 4 48,-4-2 0,0-3-40,-3-10 32,-7 12 16,12-11-40,-1 13 32,0-1 0,-10-16-72,8 5 8,-12-3 16,10-1 0,-9 2 48,14 13-8,-13-19-32,-3-2-8,1 2 48,-1-3-16,-3-1 0,17 20 16,-12-12-40,-7-6-56,1-2 8,-3 1-8,2-1 48,7 9 48,8 8-49,-15-15-39,0 0 64,2 0-64,-2 1-16,4 0 24,19 22 80,-20-18-176,1-1 24,1 2 40,-1-1 16,2 1 32,11 11 64,-3-1-56,-6-7-72,1 10-8,8-13 80,-12 14-8,15-1 64,3 4 0,-16-4-16,12-1-56,-12 1 16,12 1-8,-3 0 8,7 4 56,-5 0 0,-1 0-32,-1 0 0,3 0 48,-1 0-24,4 0 8,1 0 56,-1 2-64,0 2 80,0-2-56,0 3 0,2 1-16,0-6 64,0 5-72,0 10 24,0-11 16,0 1-8,6 3 32,-4-3-56,1 4 112,3-3-56,-1 1 80,12 10-24,-14-12-56,9 8-56,-9-9 160,1 3-104,11 12 24,-10-5 48,12-6-72,-12 12 48,-4-18-104,18 11 56,-4 1-56,0 3 96,-1-1-24,1 3 32,-6-11-104,-1 0 113,8 11-49,-1-1 0,2 4 8,1-2-24,-5 0-48,-11-18 64,14 20 16,1-1-16,-1 1-8,1 0 0,-1 2-8,-11-18-48,7 10 24,5 6 32,-3 0 16,3-2-24,-3 0 24,-4-8-72,-5-5 104,10 9-24,0 3 8,-10-5 16,15 1-48,-16 0-32,-4-15-24,17 7 48,-14 12-64,3-14 72,-1 1-40,1 1 0,-4-4-16,1 1 24,3 2-56,-1-1 48,-1-1-16,-4 0 8,3-3-8,-2 0 0,-1 0-16,0-1-8,0 2 0,0-2-40,0 0 64,0 0-64,0 0-32,0 0 48,-2 0 16,0 0-8,-1-2 40,1 1 8,-4-3-56,0-2 48,-1 1-88,-9-10 40,10 12 48,6 2-72,-15-15-8,8 10 32,-10-12 0,1 3 16,-1-1-24,1-1 32,-3 1-40,1-3 16,0 1 0,-3-4-24,8 5 72,8 12-88,-15-17-16,0-4-24,-1 2-17,1 0 57,-2 0-16,20 22 104,-18-18-96,0-2-16,0-2 0,-1 2-8,3 0 16,8 11 104,0 0-56,-11-11-72,3 2 56,0-1-16,-1 1 24,4 4 64,14 14-64,-16-17-8,-1 3 56,3-1-40,-1 1 0,1 1-8,7 0-32,-12 10 8,13-15 80,-11 14-8,12-10 32,-5 13-16,5 2 72,1-5-40,-2 1-64,-1 1 32,3 1-16,-1 3-8,6 0 24,-3 0 56,1 0-64,0 0 16,0 0 32,2 1-56,0 1 16,0 0 24,0 4-56,0-1 80,0 2 8,4 1-24,-1 5-32,-3-10 104,4 3-48,2 9 32,-1-8 24,12 11-16,-14-3-8,0-12-88,11 11 128,-9 0-56,14 1 24,-5 3 24,1 1 0,-6-7-120,-3-2 128,10 12 8,1-2-56,1 4-8,3 0 9,-2 0-81,-18-22 72,21 29 16,-2-2-72,2 1 64,0 1-24,2 0 8,-16-20-64,6 10 88,10 8-80,0 2 32,0-1-16,-2-5 32,0 5-8,2-3-8,-4 1-40,2 0-16,-3-3-32,1-3 16,-18-20 32,14 18-40,3 2-40,1-1 40,-4-3-96,1 1-32,-9-11 168,1 0-233,-4 7-111,15-8-48,-5 10-120,-11-12-112,11 9 624,-12-11-736,1 2-152,10 1-160,-10-1-233,2-1-247,-1-2-160,-3-2 1688,2 2-1865,10-2-95,-14 0 391,6-4-3432,-6 4 5001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15 8737,'0'-3'881,"0"3"47,0-4-96,0 4-96,0-2-736,0 0 664,0 2-112,0-3-72,0 3-63,0 0 15,0 0-24,0 0-408,0 0 416,0 0-32,0 0-16,0 0-16,0 0-32,0 0-2160,0 0 4032,-2 0-1912,2 0 56,-2 1-40,2 1-32,0 0-264,0-2 256,0 4-63,0 0 15,0 1 16,0-1 16,0 1 0,0-4-240,0 4 216,-2 0-24,2 3 16,0 6 64,0-8-40,0-2-232,0-1 288,-2 16-32,2-14 24,0 14-56,0-5-8,0-7-216,0-6 200,0 19-104,0-5 64,0 1 8,0 1 0,0-1 0,0-10-168,0 7 136,0 5-56,0 0-40,0 3 41,4 1 39,-4-7-120,0-8 112,0 17-24,0-2 72,4 3-160,-4 1 96,0 2-32,0-28-64,3 27-48,-3 3 80,4-1-40,-4 1 16,4-1 0,-4-14-8,0-1 48,0 16-40,0-3 80,0-1-72,0 0-24,0-5 8,0-18 8,0 19-48,0 0 136,0-2-88,0-1-32,0-3-48,0-11 72,0 8-104,0-5 56,-2 12 40,2-13 40,-2 8-8,1-11-24,0-2 48,-1 3-40,0 3-80,1-1 0,-1-2-48,-2 1 48,4-6 72,-2 2-24,-1 0-128,1-1 88,0-1-56,0 0-49,1 0 169,0 0-112,1 0-96,-2 0 184,0-3-200,2-1 16,0 1 208,0 2-192,-1-4-192,1-1 304,-2-8-160,2 10 8,0-14 48,0 17 184,0-4-288,0-13 120,0 3 80,-2 0-8,2-3 32,0-1 64,-2-1-88,2-4 24,0 0-40,0-1-8,-2-1 112,2 24-120,0-25-8,-2-5-24,2 1 32,-1-2 24,1 0 0,0 23 96,0-11-56,-2-11-80,0-1 88,0 2-32,0 0 24,0 9 56,1 12 32,-3-19-64,0 0 96,2 1-64,1 4-16,-3 0 8,3 22 8,0-14-64,-1-6 48,-1 5 48,1 1-24,-2 1 0,3 7-8,0 1 24,-1 2-24,-1-10 8,1 11 0,0-1 8,0 0-16,2 4 0,-2-4 16,0 1 8,1 0 8,1 4 40,0-3-8,0 2-64,0 1 48,0 0-16,0 0 8,0 0 8,0 0 40,0 0-344,0 3 584,0-2-288,0 1 24,0 2-24,0 1 24,0 1-8,0 1-32,0 1-16,0 6 40,0-8 0,0 9-8,0-12-40,0 1 64,0 13-64,0-10 56,3 13-24,-3-5-24,0-2-8,0-10 8,0 16-64,0-1 80,0 2-40,0 2 32,0-1 40,0 4-48,0-1 0,0 4 16,0-2-16,0-1 16,0-8-24,0-4 40,0 14-16,0 5 24,0 1-48,0 0 24,0-1-24,0-31-8,-2 32-8,2-4 40,-1 3 0,1-3 8,-2 1-48,2-22 16,0 11-24,0 7-32,-2-2 192,2 0-128,-2-2 8,2-7-16,0-10 80,0 13-200,-2-1 248,0-1-120,1-8-8,-1 10 8,2-16-8,-2 2-88,0 14 64,0-12 32,2 1 32,-2-1-48,1-4 8,1 1 32,0 1-56,0-2 88,-2-1-112,0-1 0,0 0 48,2 0-48,0 0-144,-2-3 184,0-3-80,1-9-56,-1 12 16,1-2 128,0-9-160,1 9 32,-2-15 80,0 5 0,0-2 24,1 5 24,0 6-8,0-16-56,-1 0 136,0-4-152,0 0 40,0-1 8,2 26 32,0-28-160,-2 0 48,1-2 80,-1-2 0,2-2-16,-1 20 48,0-5 32,-1-17-120,0 0 152,-1 0-104,-3 4-56,2 7 96,3 19-64,-5-26-169,1 0 129,-1 0 0,0 2-16,-1 1 0,6 25 120,-3-19-128,-2-2 16,1 2 64,-1 2 8,1 2 16,1 9 24,2 2 32,-4-8-8,1 1 0,-1 1-8,3 9 0,-1-7-16,4 12-16,-4 1 32,3-6 16,-1 2 8,2 1 56,-2 3 56,2 0-152,0 0 160,-2 0 16,2 0 105,0 0-81,0 0 16,0 1-216,0 0 224,0 2-96,0 3 32,0-3-80,0 3-16,4-1-64,-4 1-8,3 1 8,-3 10 0,4-12 56,-4 3-56,0 0 0,0 0 64,4-2-40,-4 12-24,0-3 56,3 0-40,-3 1-16,0-14 0,0 16 8,4 1-32,-4 5 32,0-2 24,0 4-16,0-19-16,0 13-8,0 8-48,0 1 16,0 1 32,0 1 8,0-14 0,0-3 32,0 19-8,0-2 120,0 3-120,0-1 0,0 0 0,0-33-24,0 33-96,0-2 48,0-3 72,0-1-16,0-3 0,0-14-8,0 4 96,0 6-88,-2 2 96,0-1-24,-1-7-24,1-2-56,2-9 40,-2 3-32,0 1 96,0 8-104,1-12 48,-1 3-16,1-5-32,0 5-48,-3 0 32,2-5-8,1 1 8,1-2-24,0 0 40,0 0 40,-2 0-24,0-3-32,0-1 0,0-2-64,0-8 80,2 14-88,-1-4-32,-1-14 32,0 12-24,0-14-48,-2 3-24,4 12 184,-2-6-240,-1-8-32,1-1 160,0-2-96,-2 2 8,3 4 200,1 10-160,-2-16-145,0 0 249,0-4-128,0 0 40,0 0 16,2 23 128,-1-21-256,1-4 128,0-1 24,0-1 8,0 1-8,0 14 104,0 1-64,0-16-48,-2 1 32,2-1-16,0 1-8,-2 3 104,2 23-72,-2-23-32,0-2 48,0 2 16,-1 1 8,1 1-24,1 18 56,-2-12-72,0-4-24,-1 0 8,-2 2 80,3 3 0,0 5 8,2 6 0,-1-11 16,0 1 8,-1 10-48,-3-11 16,2 12-8,4 5 16,-3-4-64,-1-1 48,2-1 48,0 3 0,1 3 8,-1 0-40,0 0 104,0 0-48,0 0 16,-1 1 56,1 1-16,0 3-112,2-4 128,-4 4-8,2 3 0,-1 6-32,1-8 40,-2 12 24,4-15-152,-2 9 112,-1 4 32,1 3 24,-2 1 24,2 2-8,1-9-184,0-2 160,0 13-56,-1 4-32,0-3-32,0 5 0,2-2-40,0-27 32,-2 32-32,2 0 88,-2 0-72,2 2 1,0 2-1,0-24-16,0 11-33,0 13 41,0-4 81,0 2-65,0 0-16,0-12-8,0-15 48,0 27-64,4-4 232,-4-1-96,0-3 8,4 1 0,-4-25-128,0 19 0,0 1 56,3 0 24,-3 0-8,4-7-16,-4-7-56,0 0 120,4 6-56,-4 0 40,0-8-88,0 10 40,3-12-56,-3-5 48,0 6-80,0 9 104,0-14-88,0 1 0,4 0 24,-4-2-8,0 0-56,4 0-48,-4 0 32,0 0-96,0-4-32,0 1 200,0 1-168,0-15-48,0 14 136,0-12-96,0 9 0,0-12-9,0 17 185,0-13-328,-2-2 72,0-1 24,0-1-40,0-2 0,1 11 272,-1-5-296,0-6-56,0-2 112,0 0-144,0-2-48,1 4 432,1 14-448,-2-21-160,0 1 79,0-3 65,0-3 24,-1-1 32,2 27 408,-2-21-376,-1-10-16,1 3-8,1-3 8,-2 0 8,2 17 384,0 5-368,-1-20 16,-1 2 64,0 2-17,1-2 17,-1 5 288,4 26-304,-4-25-8,1-1 48,-1 4 40,0 0 72,1 2 40,2 17 112,0-8-48,-1-6 16,-2 5 32,2 8 32,1-12 72,-1 16-104,2 0 192,-2-3 80,0 1 112,2 0 40,-2 4 89,2 0 23,0 0-536,0 0 552,0 4-56,0 1-8,0 3-32,0 7-16,0-13-440,0 1 456,0 14-56,4-10 56,-4 15-47,0-7-41,3 1-368,-2-14 352,-1 18-80,0 1 0,3 1-32,-3 2-16,0-1 8,0-15-232,0 14 192,4 7 0,-4 4 24,0 0 24,0-1-8,0-10-232,0-9 248,0 20 0,0 5-8,0-1-32,0 2-32,0 1 0,0-38-176,0 35 56,0 1 32,0-1 17,0 0-49,4-2 16,-4-21-72,0 5 24,3 16-24,-3-4 104,4 2-128,-4-1 8,0-9 16,0-17-48,0 27-233,4-5 41,-4-1-264,0-1-208,0-4-240,0-18 952,0 12-1256,0 5-185,0-3-215,3-1-104,-3 1 247,2-10 1513,0-1-4945,-2-7 4945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1434 258 12354,'4'0'1240,"-4"0"-463,4 0-241,-1 0-224,1 0-40,0 0 80,-4 0 40,0 0 32,0 0 64,0 0-88,3 0-16,-3 0-88,0 0-56,0 0-16,1 0-224,2 0 113,-3 0-1,0 0-40,0 0-16,0 0 16,0 0-72,0 0 112,-2 0-40,0 0 32,1 0 48,-3 1-40,1 1-112,2-2 168,-2 2-40,-1 4 96,-2-3-96,3 3-32,-3-1 40,5-3-136,-3 4-16,-4 1 120,1 8 24,1-10-24,1 10 88,1-12-192,1-1 176,-5 15-8,1-10 8,-8 12-96,11-12 8,-3 12-88,7-18 112,-16 14-72,10-8-40,-9 15 56,10-3-32,-14 1 32,17-13-56,-3 8 104,-15 7-72,5 2 24,-1-2-24,-3 6 16,8-9-48,6-11 48,-16 18-8,1 7 8,-2-3-64,-2 1 32,-2 0-32,23-27 16,-19 22-40,-4 8 24,2 1 16,-4 2 16,3 0 0,12-19-16,0 1 24,-13 14-56,2-2 176,0 2-160,2-2 24,2-2-8,16-24 24,-18 28-200,0-4 304,0-3-128,2 0-8,2-3 0,13-16 8,-7 10-136,-4 5 80,-1-1 48,2-3 8,-1 0 16,5-7-16,5-5 48,-9 9-32,8 1-8,-9-1-24,10-8 48,-9 10-40,15-17 8,-5 5 8,-3 10-56,-8-11-8,12 1 32,-1 1-32,2-5 56,0 1-8,-2 2-80,-1 0 136,2-2-160,3-2 0,-1 0 112,2 0-96,-2-6-184,2 1 200,0-1-80,0-9-32,0 12 48,1 0 144,3-9-208,2 7 0,-2-19 120,1 9-16,10-2 40,-13 8 64,0 2 8,14-10-48,-10-3 104,10 0-96,-10-2 32,15-1 0,-20 22 0,15-21-88,1-2 120,1-4-48,-1 1-16,-1-5 16,-9 22 16,7-11-48,6-10 24,0 1 64,2-3-40,-2 0-32,-4 10 32,-10 13 8,18-28-48,-2 4 144,2-2-88,0-3-8,-2 2 0,-19 34-8,16-32-112,2-4 88,-1 2 24,-2 1-48,-1 1 48,-9 18 0,0-1 40,7-14-48,0 1 128,-1 2-120,-8 1-8,13 3 8,-16 21 40,12-20-120,-10 0 96,12 2-40,-14 3-24,3-1 48,-2 16 0,9-8 24,-13-3-48,3 9 24,1-10 0,0 12 0,-2 1 0,-1 1 48,3-4-16,-4 2 24,4 1-24,-4-1-16,0 4 40,0 0-56,0-4 8,0 4-16,0 0 32,0 0-48,0 0 40,0 0-16,0 0 56,0 0-32,0 0 128,0 2-120,-2 0-24,0 1-8,2-2 56,-2 4-136,-3 1 152,1 1-64,-2 12-24,-1-14 16,6-2 0,-5 11-88,-11 0 80,10 1 16,-10 3 0,2 3 56,1-1-16,6 0 16,-14 0 48,8 2-96,-3 4 0,0-3-16,16-22-8,-18 27-80,1 1 88,-4-1 8,0 3 0,0 0-16,14-21 8,-8 10-8,-8 9-40,0 2 8,0 1 56,0-3-24,6-8 8,10-13 24,-15 22-24,-1-1 80,0-1-72,0 1-16,2-1-8,22-28 16,-22 26-112,0-1 40,3-1 80,1-2 0,1 0-8,10-12 0,0 1 24,-8 7-40,8 2 120,-12-3-80,14 1 24,-12-3-32,12 0-104,-10-8 144,13 8-80,-4-10 0,1 1 0,4-5 24,-4 3-88,0 2 48,-1-1 72,1-1-48,3-2 48,1-1-32,0 0 40,-1-1-104,2 0 96,0 0-72,0 0-24,0-4 64,0 4-32,0-15-48,4 12 0,2-3 24,-1-16-16,1 7 24,8-1 16,-10-1-32,2-3 136,10 0-120,-10-2 16,10 0 16,-10-1-96,12 1 208,-3-2-128,-1-1-24,1-3 8,-12 24 48,13-19-192,2-7 120,2 3 0,2-3 48,0-1 8,-9 13 16,-4 5 0,13-19 8,2-1-8,0 0 0,-2 0-48,-3 3 48,-17 27 0,20-30-40,-2 0 48,0 0 56,-2 0-40,3 3-8,-15 20-16,6-11 8,6-9-56,-1 3-32,0 1 80,-3 2 32,-10 7-32,-2 10 16,16-15 104,-12 4-8,10-1-144,-12 14 48,1-15-32,-4 17 16,13 2-80,-14-15 40,6 12 40,-3-2-24,1 1 0,-2 2 24,0 0 40,1 0-8,1-1 152,-4 4-136,4 0 16,-4 0-64,0 0 80,0 0-160,0 0 208,0 2-16,-2 1-104,0 3 64,1-4-72,-2 3-40,0 3 32,-3 8 56,1-8-8,-10 12 32,8-5-48,-12 5 24,3 2 16,-1 2-72,-1 0 24,-2 3 8,19-26-24,-21 24-32,0 4 64,0 3 24,0-1-80,-2 2 40,15-20-16,-6 5 0,-10 17-40,-3-4 160,2 6-80,-3-2 0,8-7-40,16-21 56,-24 30-112,-1-2 128,3 0-72,-1-2 0,4 0 8,20-28-8,-17 23-32,-3 5 32,3-3 40,-1-1 24,4-3-24,0-2 88,1 0-56,0-1 8,3-2-16,-1-1-8,8-4-56,7-16 56,-15 17-24,9-2 72,-10-8-56,10 10-16,-1-12-16,5-3-16,-1 2-40,-5 3 48,1-1 8,-1-1-16,3-1 8,-1-2-8,5-2-32,-1 0 152,0 0-176,2-6-24,0 1 8,0 4 72,0-15-192,0 10 96,0-10 56,5 1-24,1-1-16,-1-1 40,12-3-80,-13-2 136,10 0-112,-8-2 8,14-2 24,-5-5-96,1 3 144,3-1-88,-1-4 8,2 0-48,-15 23 144,11-19-184,6-8 56,0 0 24,2-3 48,0 1-8,-9 13 64,-7 10-48,20-26-16,-2 0 96,1-3-64,1 3 16,0 0 0,1-2-104,-1 3 80,-1 1 24,-3 1 24,0 2 0,-2 2 16,-4 2-48,-1 2 200,-12 5-192,16-1 24,-18 11-8,-3 12 24,15-17-208,-11 5 248,-1 1-72,3 10 24,-1-12 16,-4 14-32,4 2 0,-1-4 32,-4 1 40,0 4 32,0 0 40,0 0-144,0 0 184,0 6-32,-2 1-8,-4 8-96,-8-1 0,8 0-48,6-13 24,-18 17-16,10 5 88,-12 0-16,2 5-32,-4 1 40,0 1 0,-4 3-40,0 0 168,0 2-112,-1 2-16,7-12-88,12-15 176,-21 27-112,1-1 200,1 1-152,1 0-48,2 0-24,21-34-40,-20 29-96,-1 2 96,0 0 32,2 1 8,0-2-8,12-19-32,-2 3 40,-10 16-16,0-2 96,0-3-96,2 1-8,0-3 16,1 0-120,-1 1 176,3-1-112,-1-4-40,0 2 0,1-4-152,-1 0 32,1 4-64,2-2-88,1-1-80,4-9 416,5-4-512,-10 12-176,1-3-81,6-1-247,-10-8-264,11 9 1280,6-16-1568,-15 5-473,10 12 17,-1-13-3409,7-5 5433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1059 326 8009,'0'0'792,"4"0"-528,-1-4 0,-3 1-47,1 2-217,2-2 152,-3-1-64,0 1 16,4-1 8,-4 0 72,0-1 56,0-1 32,0-9 64,0 12-24,-2-3 24,0 1 8,2 4-344,-2-13 288,-2 10-8,1-1 8,-3-14-8,1 16 32,2-4-312,0-3 328,-2 7-47,-3-14-1,-6 12-32,10-12 0,-1 13-248,4 2 256,-15-16-32,10 13 8,-10-12-16,8 11 0,-10-10 24,17 15-240,-5-2 216,-15-11-40,7 10 0,-1-11-24,-2 11 16,9 1-168,2 1 216,-13-13-16,1 12-24,-2-1 40,0-2-48,3 1-168,15 5 216,-16-4 0,-2 0-39,-1 4 39,1 0-24,0 0 16,14 0-208,-7 0 232,-7 0-64,0 0 16,2 0 24,-1 2 8,5 0-216,8-2 240,-14 4-32,0 0 16,-1 1-104,1 1 16,0-1 64,18-4-200,-16 4 136,-4 9 24,1-10 40,1 11-56,2-10 64,9 2-208,-1 1 216,-10-1-16,0 12 0,-2-5-80,3-6 48,3 11-168,14-16 136,-14 12-47,-1-1 7,0 5-32,3-3-8,-1 1 64,11-13-120,-7 10 96,-3 3-56,-1 3 16,0 0-16,0 2 16,12-8-56,1-6 72,-13 14 32,10 2 16,-10 0-64,9 0 72,1 0-128,-1 2 32,1-2 32,-1-2 32,5 2 48,-1-1-40,2 0 24,0-1-56,0-2 32,3 0-24,3 0-16,-2-3-64,-3-14 64,18 18-16,-14-1 24,12-2-8,-12 1 8,17 1-16,-18-17-56,9 12 40,4 6-64,1-3 48,0-2-16,3 1 32,-10-7-40,-2-3 64,13 7-48,0 1 24,2 0-56,-2-8 56,3 11-40,-24-18 8,21 6 16,0 12 32,-2-12-16,2 10 16,-2-10-24,-12-4-32,6 3-8,7 1-32,-3-1 64,2 1-48,2 1 48,-7-3-24,-10-2 48,16 3-96,-1 1 80,0-4-8,0-1-32,2 1 72,-19-2-64,17 0 0,2 0-64,0-3 72,2-1-16,-1 0-16,-12 2 24,2-1 8,11-12-8,0 9 48,2-10 8,0 10-24,-2-13-32,-21 16 0,27-11-40,-1-5 32,2 1 48,-1-1-40,-3 1-32,-20 14 32,14-10-40,3-7-72,2 1 72,-4 0 32,-2-2 16,-7 10-8,-6 6 32,10-15 24,-3-1 0,1 2-96,-9 0 24,10 0 0,-16 19 16,6-15-48,-1-4 40,10 1 16,-11 1 8,1-2-56,-3 12 40,2-4-24,1-10-16,-1-1 56,-1 1 0,1 0 0,-4 5-16,0 12 16,0-15-112,0 0 80,-2 3 0,-3-1 40,-10 1-16,10 3-48,-14-5-8,3 5 8,-1-1 24,-1 9 0,5-4 16,4 2 32,-13 2-48,-2 1 32,-2-10-16,0 15 24,-1-5-24,25 5 16,-28-6-24,1 1 8,-2-1-48,-1 1 8,3 1 16,19 3 24,-9-2-32,-9 0-72,2-1-16,0 4-160,-1-4-104,9 4 384,12 0-488,-20 0-200,2 0-113,2-4-231,0 4-200,2 0-328,2-3-353,-3 3-271,3 0-49,1 0 249,3 0 576,6 0 1408,1 0-817,0 0 337,-10 0-3569,17 0 4049</inkml:trace>
  <inkml:trace contextRef="#ctx0" brushRef="#br0" timeOffset="3">968 549 7201,'-2'0'72,"0"0"0,0 0 32,-1-3 56,1 3 144,0 0 40,0 0 72,2 0 16,-2 0-79,1 0 7,1 0-32,-2 0 0,0 0 40,0 0 0,2 0 32,0 0-8,-2 0 0,0 0 24,1 0-416,1 0 392,-2 0-48,0 0-48,0 0 1,0 0-49,0 0 32,2 0-280,-2 0 288,1 0-56,-3 0 40,2 0-16,-2 0-16,3 0-240,1 0 248,-2 0-24,-2 0 32,2 0 24,-1 0-64,-1 1 48,4 0-264,-2 0 208,-2 1-72,1 2 104,-1-2-56,0-1 16,2 0-200,1 0 248,-3 1-55,0 2 23,-1 0-80,1 1 40,-1-2-176,5-2 120,-6 2 0,1 3-40,-3-2 56,1 1 32,1 1-32,5-5-136,-3 3 232,-2 2-152,1-1 72,-3 1-24,1 1 0,3-2-128,3-3 160,-7 6-72,1-3 56,0 3-96,-1-1 48,3 0-16,4-6-80,-6 6 48,2-2 24,-1 3-24,-1-3-8,1 1-16,4-4-24,-1 1 88,-3 3-24,1-1 32,-1 1-32,1-1-32,2 0-32,2-4 88,-3 4-64,-1-3 64,1 4-48,-1-3-32,-1 1-8,6-3 0,-2 3-32,-3 0 32,3 0 16,-2 1 16,1-3-8,1 2 40,-2-2-32,2 0 40,0-1-64,1 1 8,-1 0-16,2-2 8,-2 0 0,2 0-16,-2 0 0,0 0 0,0 0-8,2 1 16,0 0 16,0-1-32,0 0 72,-1 0-72,1 0 32,-2 0-16,2 0 48,0 0-136,0 0 192,0-4-112,0 4 32,0 0-24,0-3-88,0 3 56,0-4 56,0 4 16,0-3-40,0 2 32,0 1-80,-2-4 80,2 1-16,0 3 0,0 0-16,0 0 40,0 0-104,0 0 96,-2-4-40,2 4 0,0-4 16,0 4-8,0 0-32,0-3-16,-2 3 40,2-4 24,-2 4-24,2 0 8,0 0 56,0-4-88,-1 4 64,1-3-40,-2 3 0,2-4 56,0 4-48,0 0-40,0-4 24,0 1 16,-2 3 8,1-2-8,0 0 16,1 2-8,-2-4 24,2 1-40,-2-1 16,2 1-8,0 2 16,-1 1-40,-1-3 32,0-1-8,0 0-24,0 1-24,0-1 24,0 0-8,1 1 8,-1-1 40,0 0-8,0 2-8,0 1 16,-1-3 0,1-2-24,-2 3 40,0-3-8,3 1-24,1 5 8,-4-4 8,0-2-72,1 1 48,1-1 0,-4 1 32,5 3-24,-1-2 8,-2-1-64,-2-1 32,4-8 16,-1 14 8,0-4 0,2 2 40,-3-2-32,-1-1 8,1-1-32,1 1 0,-1-1 32,3 6-16,-2-5-64,-2 1 40,1-1 16,0-1-8,-1 1 0,3 2 16,0 0 48,-2-1-40,-1-1-8,1-1 0,1 1 8,-2 0-8,4 4-16,-1-4 8,-1-1 56,1 3-48,-2-3-8,2 2 24,1 3-16,-1-1-16,0-2 0,-4-1 32,4 1-40,1 0-24,-1 2 48,2 1-8,-2-3 8,0 0 64,0 1-40,-2-1-24,3 4-24,1 0 24,-4-4-32,2 4 8,0-5 0,0 1 48,1 0-72,-1 4 48,0 0 32,0 0-24,-2-3 72,3 3-48,-1-4-8,0 4-24,2 0 56,-2-4-120,0 4 104,0 0-56,1-3 0,1 3 8,0 0-24,-2-4 8,0 4 56,2 0-24,-2 0 0,2 0-8,0 0 64,-2 0-72,2 0 24,-2 0 0,2-4-32,0 4 16,0 0 8,0 0 56,0 0-8,0 0-32,0 0-176,0 0 352,0 0-152,0 0-24,0 0-296,4 0 600,-4 0-320,0 0 112,0 0-104,0 0 16,4 0 16,-4 0-48,0 0-72,3 0 64,-3 0 16,4 0-24,-4 0 72,2 0-56,0 0 72,1 0-40,-3 0-40,4 0-32,-1 0 40,-2 0 16,-1 0 8,3 0-56,1 0 88,-4 0-80,4 0 8,-3 0 16,1 0 24,2-3-80,-4 3 88,4 0-8,0-4-8,-2 4-16,-1 0 32,3 0-24,0-4 64,-1 1-88,1 3 32,0-4-32,-4 4 16,5 0-48,-1 0 24,-1-4 24,1 0 56,0 4-56,-3-1 0,1-1 64,2 2-55,2-4 23,-1 4-8,-1 0-24,0-3 0,-3 2 48,5-2-56,-1 3-8,1-4 64,-1-1-56,10 1-56,-15 3 64,0-2 40,6 0-88,-1-1 0,1 0 104,-1 1-64,-1 0 8,-2 2 56,12-5 16,-14 1-48,6-1-56,-1 1 0,1-1 32,-6 6 8,6-5-40,-1-1 72,1 1-16,-1-1-56,1 3 16,-5 1 16,1 0 16,4-4-56,-1 1 64,1-1-16,-3 1-16,2 1 8,-4 2 32,3-1-8,-1-1-40,1-2-32,2 3 48,-3-3 0,-2 6 0,2-5-8,1 1-16,-1 0 24,-3 1-48,4-1 72,-4 2-24,0 0 64,4-1-72,-1-1 40,1 4-88,-4 0 8,0-3 48,0 2 8,0 1-32,4-3 64,-4 3-16,0 0-32,0 0 8,0 0-8,0 0 0,0 0-24,0 0 24,0 0 24,0 0 24,0 0-72,0 0 72,0 0 0,0 0 8,0 0-32,0 0-128,0 0 208,0 0-128,0 0-32,0 0 32,0 0 8,0 0 72,0 0-40,0 0-32,0 0 56,0 0-56,0 0 40,0 1 0,0-1 16,0 0-80,0 0 40,0 2 16,0-2 16,0 1-24,0 0 24,0 1-8,0-2 16,3 2-8,-3-2-24,0 0 8,0 0-32,0 0-16,4 0 48,-4 0-8,0 0-8,0 2-16,0-1 64,0 1-48,0-2 16,0 2 24,0-2-32,0 0-8,0 0-16,0 2 24,0 0 0,0-2 0,0 0 24,0 2-16,4-2-32,-4 0-8,0 0 72,0 1-40,0 0 0,3 0 32,-3 1-16,0 0-8,0 0 32,4 0-32,-4 0-8,0-1 32,0 1-40,0 0 8,4 2 32,-4-1 56,3 3-72,1-2 16,-4-3 0,4 3-8,-4 0 40,3 1 0,1 1-24,0-1-72,-4 1 72,3-1-8,1 1 16,-1-2-48,-2-3 112,3 5-56,1-1 8,1 1-40,-3 1 8,3 1 48,-6-8-80,3 7 16,3 8 8,-1-12 0,-1 3-56,2 1 72,-4-4-40,1 0 40,3 4-48,-1-1 112,1-1-104,-1 3 24,8-2-24,-11-5 0,-2 14-56,5-12 120,1 3-48,-1-3 24,1 3-40,0-1-40,-3 1-32,1 0 16,0-1 56,-1-1-32,1-2 32,-2-1 72,3 3 0,-1 0-80,0-1 16,-1 1 0,-3-2-8,0-2-24,4 4 0,-4-3 8,0 1-32,4 0 40,-4 2 48,0-2-40,3-1-32,-3 1 136,0-2-168,0 2 32,0 0 32,0-2-48,0 2-184,0 2 112,0-3-96,0-1-24,0 2-64,0 0-81,0 2-79,0-2-32,0-1-192,0 1-184,0 0 872,0 0-1040,0 0-249,0 0-79,0-1-152,-2 1-25,2 2 1545,0-4-1568,-1 4 24,1-3 184,0 1 319,-2 0 345,0-2 296,0 0-1080,0 0-2529,2 0 4009</inkml:trace>
  <inkml:trace contextRef="#ctx0" brushRef="#br0" timeOffset="4">699 288 7241,'0'0'96,"0"0"-32,0-3 64,0 2-128,0 1 192,0-3 40,0 3 72,0 0 8,0-4 24,4 4 16,-4-4-7,0 4 23,4 0 8,-4 0 16,0-3-392,0 3 448,3 0 0,-3 0 32,0-4-16,4 4-32,-4 0-8,1 0-424,2 0 376,-3 0-55,0 0 39,0-4-16,0 4 48,0 0-392,0 0 432,0 0-40,0 0-24,0 0-64,0 0 48,0 2-32,0-2-320,0 2 336,0 0-24,-2 2-48,0-1 8,0 1 9,2-2-281,-2 2 312,1-1-16,-1 1 24,0 1-8,-2 1 16,3 0-328,0-5 280,0 7 8,-3-3 16,2 2-80,-2 8 40,3-9-64,0-3-200,0 8 96,-1-5 48,-2 10-16,2-8 16,1 10 16,-2-14-160,2 0 144,-1 16-16,0-13 96,0 13-96,2-5 33,-1 1-161,1-15 176,0 17-128,0-3 64,-2 1-16,2-1-8,0 3 8,0-12-96,0 5 120,0 4-64,0-8 40,-2 13-56,2-5 48,0-4-88,0-7 96,0 3-120,0 8 104,0-10-72,0 12 0,0-12 16,0-3-24,4 11-16,-4-7-40,0-1 32,0 1 8,0-1-16,0-2 32,0 0-72,0 2-48,0-3-40,0 2-104,0-1-24,3 1 288,-3-4-361,0 4-119,0-2-8,0-1-152,0 1-160,0 0-96,0 0-160,4 0-121,-4-2-31,0 0-120,0 0-25,0 0 1353,0 0-1272,0 0 32,0-4 128,0 0 31,0-1 273,0-1 216,0 6 592,4-16-360,-4 12 208,0-1-3809,0 5 3961</inkml:trace>
  <inkml:trace contextRef="#ctx0" brushRef="#br0" timeOffset="5">929 507 7449,'4'0'272,"-4"0"128,0 0 104,0 0-504,0 0 536,0 0-71,4 0-105,-4 0-80,0 0-40,0 0-48,0 0-192,0 0 200,0 0 8,0 0 40,0 0 32,0 0 32,0 0-1560,0 0 2832,0 0-1288,-2 0 64,0 0-64,0 0-8,0 0 8,2 0-296,-3 0 208,-1 0 17,-2 0-33,1 0 16,-1 0 16,3 0-224,1 0 216,-4-4 8,-8 4-24,8-3-40,1 3 24,-13-4-184,17 4 192,-4 0 8,-14 0-40,12 0 32,-11-4-16,10 4-16,0-1-160,-6-1 208,-1 2-96,1-4 40,-3 4 24,2 0-32,3-3-144,8 2 232,-14-2-56,1 3 8,0-4 0,1 0-48,1 4 1,14 0-137,-13 0 128,-2 0-16,1 0 24,1 0 0,-1-3 0,11 3-136,0 0 176,-16 0-40,15 0 56,-14 0-72,14 0-8,-8 0-112,11 0 80,-3 0-56,-3 0 0,-6-4 8,10 4 32,-2 0-40,5 0-24,-3 0 80,-2 0-80,1 0 48,-1 0-56,4 0-56,1 0 64,1 0-56,-2 0-136,0-4 16,0 4-192,0 0-96,2 0-185,0 0 649,0 0-896,0 0-152,4 0-208,0 0-161,-1 0-167,-1 1 1584,0 0-1704,3 1 143,10 0 377,-11 0 376,14 3-3401,-18-5 4209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4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1150 162 11722,'5'0'1008,"-5"0"-1008,6 0 608,-1 2-200,1-2-208,-1 0-112,1 0 73,-5-2-161,1 0 288,2-2 80,0 1 152,-4-3 16,3 1-32,-3 0-504,0 4 488,4-16-104,-4 17-16,0-5-32,0-10-56,-2 15 48,0-5-103,-3-10-41,-1 15 40,-8-6-56,8 1 48,-4 2-216,4 0 216,-9-2-48,0-1 128,-1 1-152,1-1 8,-3 1-152,17 5 136,-19-6-112,0 3 80,-2-1 32,0 0 48,0 1-56,13 1-128,-6 0 168,-9-2-64,0 1 80,0 3-64,0-4 48,6 4-168,12 0 272,-19 0-160,1 0 200,-2 0-104,2 2-48,0 0 24,20-2-184,-14 3 64,-8 1 33,4 0 23,0 1 16,0 1 8,10-2-144,2-1 184,-12 4-24,2 1-32,-2 6-16,0-8-16,0 1-96,20-7 112,-20 15-40,-2 0 192,-2-1-200,0 3 0,-1 3 40,19-14-104,-10 8-40,-8 9 120,-1 0 32,3 3 16,-2-2-80,11-6-48,8-10 160,-13 19-88,0 3 56,-1-1-24,1 3-56,0-1 32,19-29-80,-15 27 32,2 0 40,8 5 32,-10-3 0,12 0-8,1-18-96,0 3 120,-2 14-72,1-1 112,2-1-96,2-2 8,0-3-72,0-19 112,6 24-88,10-2 56,-12 1 0,16-3-8,-5 0-16,-11-19-56,10 12 16,7 5-56,1 0 0,3 0 72,3-3-8,-12-6-24,-6-4 88,21 11 16,0 0 16,2-1-120,2-3 0,0-1-40,-35-15 40,37 7-176,2 13 184,1-12-16,2 6 0,1-10 32,-27-2-24,10 2-24,16-1-24,-1-1 192,-1 0-152,2-2 16,-11 0-8,-21 0 56,30-4-200,1 1 168,-3-12 0,3 11-24,-6-12 16,-30 13-16,23 0 0,3-17-80,-1 5 64,-1-1-8,-1-3 32,-14 9-8,-1 0 72,13-10-80,0-4 80,1 2-112,-1-2-8,-2 0 48,-22 22-16,22-24-104,-4 1 168,2-5-80,-2 1 0,0-1 16,-14 22 16,7-13-80,1-10 32,1 0 48,-9-3-40,-1 1-8,5 12 48,-5 11 16,-5-23-56,4 0 72,-4 2-40,0-1 16,0 1 16,0 29-24,0-27-72,-4-2-56,-2 1-16,-8 1-80,6 3-16,-1 15 240,-2-2-280,-4-11-144,-3 0 24,1 4-208,-1 2-32,3 4 640,12 11-681,-18-2-215,-1-16 192,-1 16-296,0-14-192,1 16-241,16 1 1433,-13-2-1816,-5-10-40,-2 14-9,0-4 313,-1 0 456,10 4 1096,6 0-657,-18 0-3463,29 0 4120</inkml:trace>
  <inkml:trace contextRef="#ctx0" brushRef="#br0" timeOffset="5">979 306 8129,'0'2'632,"0"-2"193,0 2 71,0 0-80,0-2-816,0 2 688,3-1-128,-3 1 0,4 0-88,0 2 25,-4-2-497,0-1 472,0 1-16,3 2 112,1-2-104,-4 0 32,4-1-56,-4 0-440,3 0 320,1 1 32,0 2 0,-1-2 0,1 3-16,-2-3-336,0 0 393,3 2-129,-1-1 56,1 1-24,-1 1-56,1-1-240,-4-4 280,2 6-40,3-1 72,-1 1-72,1-1 16,-1 1-40,-3-5-216,2 5 136,1 0 40,1 1 8,-1-2 16,1 3 0,-3-4-200,-1-1 208,4 4-56,9 8 104,-12-11-136,1 3-39,2 1-9,-6-8-72,5 7-56,1 8 80,-1-12 72,1 3-8,-3 1-40,-1-5-48,2 2 128,-1 3-112,1 8 8,2-13 0,-3 3 0,-3 1 48,4-1-56,0 2 128,-4-1-112,3 0-32,-3-1 24,0-4-24,0 2-88,0 0 48,0 1 40,0-2 16,0 3-24,0-3 8,0 0 8,0 0 24,0 2 56,0-3-72,-1 1 24,-1 0-40,2-2-8,-2 2-120,0 0 304,0 0-224,0 1 56,0-1 8,2-1-16,-1 0-192,-3 1 192,2-2 48,0 0-72,-1 2 8,1-2 16,2 0 24,-4 2-112,0-2 128,-1 0-32,1 1-40,1 1 48,2-2-16,-4 0-24,1 2 0,1-2 32,-3 0 0,1 2-16,2-2 8,0 0 24,-2 2-8,-1 0 56,-1-1-72,1 1 0,0 0 0,5-2 0,-6 2-128,-1 0 160,1 0-16,-8-1-16,11 1 24,3-1-24,-5 2-24,-12 1-40,12-1 8,-1 1 72,-10 1-56,14-1 40,1-2 48,-17 4 0,5-1 8,-1 1-16,8-1-8,-14 1 16,21-6-48,-14 5-40,-1 1 40,0 1-24,1 8 16,-1-13 16,9 0-8,-3 1 8,-6 4-32,8 1 40,-13 6-16,5-10 0,9 8 0,5-9 56,-18 1-88,12 3 104,-10 0-64,10 1-16,-9-1 16,13-6-8,0 5-88,-12 2 72,10-1 8,-3 0 8,-6-1 24,12-3-24,0-1 64,-3 4-40,-1-1 8,0-1 16,1 0-32,2 1-16,2-5 64,-2 2-48,1 0 0,0 0-40,0 0 0,0 0 32,2-2-8,0 0 8,0 0-40,-2 0 104,2 0-96,0 0-24,0 0 136,0 0-160,0 0 80,0 0 16,0 0-56,0-4-16,0 4 48,0-4-24,0 4-16,0-4 32,0 4 40,4-3-16,-4-1 8,0 0-64,0 1 56,0-3-24,0 1-16,3 0 24,-2 4 48,-1-4-88,0 1 128,0 0-56,0-1-64,0-1 32,0 5 0,0-3-104,0-2 40,0 1 0,0-1 72,0 1 8,0 1-16,0 2 32,0-13 16,-2 15 128,0-5-160,0-1 0,0 1 8,2 5-24,-3-15-200,1 15 168,-2-5-8,-1-1 40,1 1-32,2 3 32,-1-2 8,-3-1 0,0-1 72,3 1-24,-3-1-72,2 2 16,3 3-8,-5-5-80,1 1 112,1-10-16,-1 11 32,1 0 0,3 4-40,-4-5-24,2-1 0,-3 1-24,1-1 32,-1 1 16,4-3 0,0 1 64,-1 7-64,-3-5 80,4-1-56,-1 1-64,-1 1 40,4 4 24,-4-6-128,1 1 168,-1-1-72,2 1 8,0-1 16,1 5-16,-1-1-80,0-4 40,0 3 32,2-1-48,-2 0-176,2 2 232,0 0-248,0-1-161,0 3 33,0-4-152,0 4-64,0-4-104,0 4 696,0 0-872,0 0-16,0 0-169,4-3-199,0 3-224,-3 0 1480,1 0-1577,-2 0-95,4 0-8,-4 0 247,4 0 393,-4 1 1040,0 0-4529,0-1 4529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5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1277 347 9498,'0'0'328,"3"0"40,1 0-40,-4-3-32,1 2-296,2-2 320,-3-2 0,3-1 56,-3-9 64,4 10 32,-4-3-472,0 1 576,4 3 16,-4-14 113,3 14-33,-3-12-48,0 11-624,0 4 592,0-15-128,0 10-8,0-14-48,0 5 0,-2 10-24,0-3-384,-1-6 377,-3 8-65,-1-16 16,-8 17-56,8-16 8,-5 17-280,7 3 336,-11-17-64,1 14 96,-3-13-88,-2 14-24,1-14 0,17 15-256,-18 0 120,0-3 8,0-12 40,-4 14-16,2-1-16,10 2-136,0 0 184,-12-1-96,-4 3 160,3-4-112,-1 4 17,3 0-153,20 0 184,-23 0-112,2 0 168,-1 0-56,-1 4-16,-2-1-8,22-1-160,-15 2 88,-7 11 8,1-10 24,1 2 0,-4 10-16,12-13-104,9-3 136,-21 18-64,-1-1 64,0-1-40,0 3-24,-1 0 16,31-19-88,-31 15 0,1 6 8,0 0 56,-1 2-24,3 2-16,17-16-24,-5 5 64,-11 13-64,2-1 24,1 1 8,-1 3 16,8-8-48,14-18 72,-18 22 16,3 5-40,1-7 0,3 3-8,0 0-16,13-24-24,-10 17 80,6 5-88,-10 0 24,14-4 48,0 4-32,1-11-32,0-5 128,-1 14-56,2 2-80,0-4 0,6 0 0,12 1 8,-18-22 16,6 23 16,18-2-32,-10 2 16,7-2 32,-1 0-16,-12-13-32,8 8 64,9 7-136,5 0 32,1 0 56,4-2-56,-8-6 40,-17-10 112,30 14-128,1 2-56,5-5 112,2-1-48,1-1-16,-44-14 24,42 3 56,1 11-112,-1-9 16,1-1 56,-2 1-8,-24-6-8,2 1 32,18 1-56,-1-2 0,-3 0 8,-3 0 40,-1-5-24,-31 5 0,34-6 48,-2-10-72,0 10 8,-2-9 40,0 10-64,-24 0 40,17-10-8,5 0-96,2-2-24,-1 1 96,-3-4 8,-1-1 88,-1 1-8,-3-2-112,0 0 0,-2-2 0,-2-2 40,-19 26 16,18-23 24,0-3-88,-1 2 64,-1-2-24,-2-5 0,-9 19 24,4-6 40,5-16-88,-10 2 16,14-1 32,-16 0 0,0 6 0,-2 21 0,3-29-24,-4-2-24,0-1 0,-2 1 40,-4-2-24,5 32 32,-12-23-48,5-6-56,-14 1 8,6 3-128,-5 5-104,9 12 328,2 4-416,-15-15-120,-3 1 64,-3 3-65,-2 0-71,-1 2 608,33 19-808,-38-17-296,2 3-304,-3 10-385,-1-14-207,-1 14-65,27-1 2065,-12-3-1896,-15 5 464,-3-1 479,1 1 345,2 1-3609,42 3 4217</inkml:trace>
  <inkml:trace contextRef="#ctx0" brushRef="#br0" timeOffset="5">989 689 6913,'0'0'848,"0"0"-472,0-6 192,3 6 177,-3-4 47,0 4-16,0 0-40,0 0-32,0 0 8,0 0 24,0 0-7,0 0-729,-2 0 728,2 0-88,-1 0 8,1 0-72,-2 0 0,1 0-576,0 0 560,-1 0-39,0 0 47,0 0-64,1 0 8,-1 2-512,2-2 440,-2 0-40,-4 0-40,5 0-24,-3 2 16,0 0-40,3-2-312,-1 2 272,-4 0-64,2-2 0,-1 0 9,-1 2 23,3-2-240,1 0 256,-13 1-16,10-1-96,-10 2 48,9 0-8,-10 0 16,16-2-200,-8 2 216,-10 0-120,11-1 16,-12 1-8,5 2 0,8-3-104,-3 2 136,-6 0-88,-1-1 32,-1 2 32,2-2 40,3 0-152,8-1 208,-13 3-72,3 0-16,-5 1-48,4-3 0,1 4 32,11-5-104,-9-1 48,-3 4-16,-1 2 24,8-3 16,-10 1 0,14-3-72,1 0 120,-16 1 8,14 1-104,-12 1 40,10 1-32,-8-1-32,13-4 24,-3 4-32,-10-1 32,10-1 0,-3 0-40,1 0 64,3-1-48,-7 0-8,9 1-24,-3 1 16,-1-1 64,1-2-24,3 0-24,2 0 72,-2 0-24,-2 0-104,3 0 40,1 0 0,0 0 48,0 0-32,0 0 80,0 0-160,0 0 48,0 0-160,3 0-24,-3 0 216,0 0-152,6 0-208,-3 0-8,3 0-64,-1 0-160,8 0 592,-11 0-600,2 0-40,1 0-193,10-3-71,-11 3-144,1 0-152,-1-1 1200,7-2-1296,-7-1-209,1 4-159,10 0-137,-15-4-95,3 4 1896,-1 0-1784,4 0 423,-1 0 417,1 0-2208,-6 0 3152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 8377,'0'0'224,"0"0"32,0 0-256,0 0 264,4-4-32,-4 4 1,0-3-49,0 3 16,0 0 64,0 0-16,0 0 0,0 0 24,0 0 32,0 0-304,0 0 360,0 0 88,0 2-56,0-1 96,0 1-8,0 4-24,0-4-456,0 1 521,0 5-121,-2-1 32,0 0 64,0 8-8,0-11-488,1-2 520,-1 12-72,0-6-104,2 10-56,0-3-32,-2 1-40,2-15-216,-2 15 224,1 0-55,-1 5 55,0-5 24,0 1-48,1-10-200,0 2 192,-1 8-128,1 1-48,-1 4 0,0-1 40,0-6-56,2-12 104,-2 15-16,0 1 0,1-3-48,-1 1 0,0 1-48,1-14 8,0 9 0,-1 7-8,0-5-32,2 3 48,-1-3-32,1-10 0,0 16-48,-2-16-56,0 10-136,0-10-128,0 10 392,2-15-561,-2 4-175,0 1-176,1 3-168,-1-3-232,-2-1-193,3-2 1505,-2 1-1608,0 3 112,-1-1 447,0 3 353,3-3-3377,1-5 4073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11 7881,'0'0'1969,"0"0"-25,4 0-288,0 0-359,1 0-505,1 0-160,8-3-144,-14 3-72,6 0 0,0 0-40,-1 0 32,10 0 8,-12 0 25,2 0-441,-4 0 448,15-4-64,-16 4-56,6 0 32,9 0-104,-12 0-8,1 0-248,7 0 272,-7-4-160,10 4 88,-10 0-24,11 0-8,-13 0-168,0 0 264,12 0-88,-10 0-24,12 0 16,-12 0-40,2 0 16,-6 0-144,14 0 128,-10 0-104,2 2 64,10 0 25,-12 0-25,-2-1-88,1 0 120,3 2-104,-1 3-32,1-1 56,9 1 32,-15-2-72,0-3 72,3 5-24,1-1-64,0 1-32,-1 1 64,-3 8 24,1-14-40,2 3 72,-3 11-96,4-8 32,-4 10 48,0-10 16,2 5-72,-1-3 160,-1-2-32,0 17-128,0-6 0,-2 3 48,1-2-48,1-18-16,-2 19 48,-2 0-96,-1 0 24,-1 1 80,1-1 24,3-13-64,-2 6 120,-1 7-88,-3-1 0,1-1 8,-1 2 24,-4-5-64,8-9 8,-2 14 16,-10 0 32,10-2-88,-8 1 64,8 1-48,5-17 16,-14 11-96,9 0 88,-10-6 48,8 10-24,-10-12 32,14 3-48,0 0 16,-14-4-40,3 10-24,8-9-16,-11 1 64,5 6 0,11-11-24,-4 0 48,-10 1-48,10-1 24,-12 0 0,12-2 0,1 0 0,-8 0 16,7 0-104,-8 2 72,8-2-8,-1 0 48,-3 0-24,5 0 32,0-4-40,-1 0 72,-1-1-144,-1-1 32,3-8-8,-1 14-104,3-6 72,1 2 56,0-1 0,0-1 8,1 1 24,0-4-8,0 5-64,1-1 8,0-1 32,0-9 56,0 15-24,0 0 48,3-5-24,1-1-8,1 1-56,-1-1 16,2 1 24,-3 4 0,8-4-80,-7 0 96,2-1-24,12 3-8,-18-1 80,8 4-64,-1 0 8,-4 0 16,12-4 56,-9 4-80,14 0 8,-15 0 40,15 0-104,-14 0 48,12 2 32,-12 0-16,12 3 16,-12 1 24,14 1-112,-5-1 136,-10-3-88,15 3-32,-16-2 48,-2-3 48,20 7-184,-7 8 104,-1-12 24,1 2-112,0-1 48,-13-4 72,11 2-104,3 2-80,1 1 136,-3-1-89,1 1-23,-8-3 160,1-1-104,8 4-144,3-2-104,-3 1-8,3 1-112,-3-5 472,-14-1-560,17 2 0,-1 0-40,2-2-120,-1 2-41,4 0-39,-17-2 800,9 0-944,9 0-72,-1 0-32,0-6-105,2 3-23,-8 0 1176,-10 2-1200,21-3-16,-3-1-57,5-1 129,-1-9-3441,-29 15 4585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 10362,'0'0'1944,"0"0"-1944,0 0 1448,0-4-567,4 4-369,2 0-136,-1 0-32,-1 0 40,-2 0-384,1 0 432,1 0 16,0 0 16,1-4 88,-1 1 25,0 3-577,-3 0 576,5-4-56,-3 4-128,3 0 0,11 0-8,-14 0 16,-2 0-400,4-4 376,0 4-112,12 0 32,-14 0 8,12 0 32,-12 0-336,0 0 384,13 0-127,-10 2-57,10 0 8,-10 0-32,11 1-176,-16-2 192,5 2-40,12 1-128,-12 1 64,14 1-24,-15 0 32,3-1-96,5 4 144,-8-7-168,12 4 40,-14-1 8,12 1 56,-12-1-80,-2-3 128,4 5-48,1 1-80,8-1-24,-14 0 56,4 8 32,-4-14-64,4 4 40,-4 0-88,4 10 0,-4-10 32,0 3 32,0-1-16,0 0 64,0-1-24,0 1-104,0 8 72,-2-11 0,-3 2-8,4-5 16,-3 16 48,-1-12-112,-1 10 48,-1-10-40,0 10 48,5-13-8,-4 2 24,-1 10-136,2-8 48,-3 1 40,1 1 48,2-4-24,2-1 80,-11 4 0,10-1-104,-1-1 0,-1 1 56,-1-1-48,6-5 16,-4 6 80,0-1-168,-1-1 88,2-2 16,-1 2-72,3-4 56,0 1 96,0 1-144,-1 4-64,1-4 120,-2 1 0,3 0-8,0-2 72,0 1 0,-1 0-136,0-2 32,2 0 24,0 0 56,0 0-48,0 0 56,0 0-64,0 0-32,4 0 40,-4 1-32,3 1 64,1 0-24,1 0-64,-1 0 72,2 0 16,-1-1-32,-5-1 16,4 2 24,1 0-96,1-2 32,-1 2 24,1 2-40,-1-3 40,5 1 88,-7 2-160,3-2 0,-1 1 80,1 3-8,6-2 0,-8-2 88,0 3-48,2 1-64,-1-1 0,10 10 0,-12-10 56,-2-4-32,4 6 8,12 7-72,-14-8 56,3 9 0,8-10 56,-6-2-48,-16 11 64,14-9-56,-1 19-32,1-9 0,-1 0 40,-1-2-16,-4-12 0,4 5 40,-4 10-80,0-10 8,0 12 24,0-10-64,-1-3 72,0 8-16,-3-6-64,-1 10 0,-1-12 80,-8 12 16,10-13-16,2-3 72,-3 16 8,-12-13-32,11 3-8,-8 0-16,6 1-40,8-8 16,-18 14 24,1-10-96,3 2 16,-1 1 48,-1-2-40,9-2 48,-3 0 8,-7 3-16,-1-1 16,1-1-16,1-1-32,2 0 40,11-2-112,-13 3-160,1-2-72,0-2-152,1 1-185,6-1-159,4 0 840,-12 0-1088,9 0-192,-10 0-209,12 0-223,-3-3-280,4 1 1992,1 0-2209,-3-3-63,1-1 399,3 1-3200,2 5 5073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13:2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2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471 115 7801,'0'0'1897,"0"0"-89,-2 1-1808,2-1 1592,-2 2-551,0-2-409,1 0-264,-1 0-192,0 2-48,1-2-128,0 2 112,-3 0-8,1-2 40,-1 0 96,-2 0 0,3 0-240,1 0 336,-4 0-8,1 0-48,-2 2 0,-1-2 0,1 1-280,7-1 216,-8 2-32,-6 2-32,10 1-24,-3-3 40,-8 2 17,13-3-185,-2 0 216,-12 4-88,10 1 32,-1-1 0,-9 1 0,10-2-160,4-3 208,-14 7-16,10-5-64,-10 3-16,10 1 8,-12 8-24,15-13-96,-9 3 152,5 10-64,-10-9 32,10 8 0,-12-8-8,16 1-112,-1 0 168,-13-1-56,10 14 80,-11-12-64,12 10-32,-10-12-96,14-5 96,-4 16-72,-8-2 16,8-1 32,-11 3 16,12 1 0,3-14-88,-2 7 120,-10 7-56,10 1 64,-1-1-32,1 0-16,0-6-80,2-7 176,0 12-80,-1-1-56,1 1 104,0 1-64,2 0 16,0-16-96,0 13 145,0 2-121,0-3 64,4 1-8,1 2-32,-2-10-48,0 2 88,2 9-80,10-3-16,-11 0 48,1-8 0,9 8-40,-11-11 40,0 1 8,14 12 80,-11-14-176,12 3 96,-3 1-72,-10-1-80,15-1 112,-3 1-24,-12-1 64,19-1-64,-14-3 16,-3 0 48,9 1-40,1 0-8,1-2 16,-1 0-8,1 0-8,-18 0-24,17-4-8,1 0 0,-1-1 0,1-1 0,-1-9-32,-11 14 64,4-1-24,7-4-48,-2-8 24,-1 10 48,3-2 16,-2-12 32,-1 12 0,1-8-24,-10 8-64,14-10-8,-14 10-8,-2 4 56,9-12-48,-8 8-8,1-10 40,1 10 16,-1-9 48,-3 13-48,0 1-8,2-14 8,-1 11 56,-3-1-152,0-1 56,0-8 40,0 13-56,0-2-49,0-3 49,-1 3 56,-3-3 0,-2 1-32,5 4 32,-3-2 16,-2-3-88,-1 3 40,0-1 24,-8 0 8,11 2 0,2 1 48,-12-3-48,8 4 8,-10 0 0,8-4 8,-6 4-24,13 0 8,-4-3-16,-12 3-40,12 0 16,-12 0 64,10 0-48,-8 0 72,10 0-96,-3 0 88,1 0-8,-9 0-48,11 0 16,4 0 24,-5 1-128,-8 1 56,12 0-112,-4 0-56,3 0-40,2-2 256,-2 0-360,1 2-32,0-2-56,1 2-88,-1-2-64,1 0 600,0 0-696,1 0-169,0 1-95,0 1-232,4-2-136,-1 2 1328,-3-2-1409,6 0-127,10 0 0,-12 2 87,13-2 121,-12 0 352,3 1 976,6 0-4401,-14-1 4401</inkml:trace>
  <inkml:trace contextRef="#ctx0" brushRef="#br0" timeOffset="1756">1205 111 8977,'0'2'1905,"-2"-1"-1905,2 0 1816,0 2-544,-2 3-503,2-1-265,-2-1-144,0 0-96,0-1 48,-1 3-56,-3-1 88,1 3 80,-3-1 56,-2 3-480,6-5 592,-2 0-55,-9 12-41,8-10-24,-13 12-72,5-5 40,14-13-440,-13 13 344,0 2-32,-1 3 64,-3 1-80,1 0 8,9-10-304,-2 4 272,-9 12-72,1 3 48,-1-3-32,1 4-24,3-8-192,12-17 169,-16 21-89,1 5 64,1 0-48,1-1-8,1 1-32,12-24-56,-10 19 24,-2 5-48,0 1 16,8-1 56,-12 0 0,16-13-48,1-6 96,-15 17-24,12 1-112,-10-5 8,10 1 0,-2-2 32,6-22-48,-4 18 0,-3 2-160,3-2-48,-1-1-121,1-3-103,1 1-32,2-12-176,0 14-40,2-14-40,0 3-48,0-3-9,0 1-71,6-3-144,-1-1-96,1 0-104,9 0-73,-13-2 1313,-1 0-1312,14 0-24,-9-4 63,12-1 161,-12-1 280,5-3 832,0 0-4233,-11 9 4233</inkml:trace>
  <inkml:trace contextRef="#ctx0" brushRef="#br0" timeOffset="1757">1081 839 11746,'0'4'2769,"4"3"-673,0 8-1112,1-10-416,-2-2-568,0 0 304,2 2-120,1 3-119,-3-5-17,3 1 72,-3-2-120,-2-2 136,2 2 128,3-2 24,-2 0 64,-1 0 8,1 0-40,-4 0-320,0 0 296,4 0-152,-1 0-40,1 0-32,0-4-8,-1 2-64,-1 0 80,4-3 8,-1-1-72,10-8 16,-15 10 48,5-11-88,-4 14 8,13-3 72,-10-15-112,1 14-16,10-19 64,-11 9-48,-2 8 40,1-2 40,12-6-32,-11-2 40,1 1-24,1-1 32,8-1-8,-10-1-72,2 5 152,-1-6-168,1 3 8,-1 0 8,-4 14 24,13-12-120,-14-1 56,5 1 64,1-2-16,9 3-16,-13 5 32,-1 3-8,3-9-56,1 10-32,-1-16 24,0 7 0,-1 8 72,-3 6-80,6-16 32,-2 12-48,1-2 0,-1-8 16,-1 14 24,-1-2 56,0 0-56,2 2 8,-4-4 48,0 4-48,0 0 64,4 0 16,-4 0-72,0 2 80,3 2-64,-3 1-8,0 3 24,0-8 8,0 18-64,0-11 8,-2 12 88,1-12-72,-1 13 56,1-16-16,0 0 40,-1 18-48,0-4 48,0-1-32,0-1 32,2-1-40,0-13 48,-1 5-8,1 17 40,0-7-32,0-3 32,0 3 32,1-13-112,1 7 72,-2 3-32,4 1 0,0-8 8,-1 12 32,0-16-80,-2-1 128,3 13-40,-1-9-64,1-1-16,0 1 0,-1-1 0,-2-5-8,2 2 32,3 0-32,-1 0-8,1-2-16,8 0 8,-12 0 16,0 0 16,4-4-72,10-2 80,-12-10-48,16 12-8,-16-12 32,-2 12 32,20-2-120,-8-14 80,1 6 0,3-3 0,-1 0 40,-14 13-32,12-14 0,4 0-88,1-2 8,-2 0-16,-1 1-16,-6 7 112,-4 4-56,8-14-48,2 3-40,-3-3 24,-8 2 0,15 0 120,-20 20-128,4-22 16,16 3-32,-16-1 32,12 4 8,-12-1 8,0 15 96,5-1-104,-6-18-40,1 16 80,1-12-24,-1 14 40,-2-1 48,-2 2 8,2-14-80,1 16 96,-4-4-24,0 0-24,0 4 48,0 0-24,0 0-16,0 0-24,0 0 64,0 2-16,0 1-8,0 0 64,0 2-56,-2 10 32,-1-10-24,-1 3 16,1 7-32,2-14-8,-4 7 24,-1 10-24,1-3 24,-3-1 16,1 3-8,3-12-24,-7 7 32,6 6-72,-1 2 32,-10 2-8,10 0 40,-1-2 8,-8 1-32,10-1 8,-10 0 0,9 4 24,-8-2 24,13-20-56,-4 22 40,-11 0-112,10 0 72,-1 0-16,-8 0 8,13-14 8,-2 3 72,-3 13-88,-9 0 0,10-4-40,-1 0-80,-5-6 136,9-12-144,1 17-112,-1 1-89,-1-4-23,-2 0-120,4-1-80,2-16 568,-1 3-656,-1 15-216,2-14-96,0 3-105,0-3-127,3 1-40,12-3-80,-11-1-41,14 0 329,-3-2-3449,-15 0 4481</inkml:trace>
  <inkml:trace contextRef="#ctx0" brushRef="#br0" timeOffset="1758">2319 115 11954,'0'3'2521,"0"3"-1017,0 8-776,0-8-728,0-6 400,0 15-272,0-10-120,0 12 32,-2-12-56,-2 3 16,-1 8 88,-1-10-64,1 8 72,-1-6 72,1 10-48,-6-12-120,7-5 168,-1 20-80,-3-3 0,-8-3-24,10 1-48,-1-1 64,4-13-80,-11 11 24,9 1-48,-12 3 48,12 1-64,-12-1-24,14-8 64,1-2-104,-13 10-160,9-2-160,-1-1-168,-8-6-208,10 9 800,5-16-960,-8 5-177,3 8-199,-2-8 0,1-1-40,-1 3 39,5-7 1337,-2 3-984,0 2-3577,4-6 4561</inkml:trace>
  <inkml:trace contextRef="#ctx0" brushRef="#br0" timeOffset="1759">2236 420 13186,'4'0'1905,"0"2"-905,1-1-360,-1 1-328,-1 0-128,1 0-56,0-2-72,-1 0 32,-3 0 64,0-4 40,4-1-192,-4 5 248,0-15 24,0 11-88,0-1 41,0-12-25,0 12-88,0 1-112,0-7 128,-2 7-80,0-14-24,1 12 48,-3-10 8,1 12-80,2 2 72,-4-12-40,1 8-72,-1-14 16,-1 14 0,0-14 16,6 19 8,-5-3 24,-2-13-72,1 12 56,1-12-8,-1 12 0,4-3 0,-1-3 48,-5 6-112,3-12 96,-1 12-72,-1-14 8,2 15 32,4 3-24,-2-16-120,-1 13 8,2-12-56,-2 12 7,3-10-15,0 13 200,0-2-184,1-12-32,0 11 32,0-10 56,0 14-40,0-3 168,0 0-72,0-2-32,0-1 8,0 3 32,3-1-8,1 0 72,-4 4-48,0 0 24,4 0 0,1-3 24,-1 3 24,1 0-24,-3 0 0,2 0 40,0 0-48,-1 1 32,3 1 0,-2 2-8,-2 0-16,-1-3 48,5 5-56,-3 1-8,1 8 40,0-10 16,-1 10-8,-2-14-32,2 2 112,1 13-64,-4-10 56,3 14 80,-3-12-8,4 10 40,-4-3 0,0 1-80,4 1 32,-4-3 9,0 0-177,0-13 128,0 14 80,0-10-72,0 16 40,0-5 16,0-9-64,0 0-128,0 9 240,4-9-112,-4 11 0,0-12 24,3 10-48,0-12-104,-2-2 128,3 5 16,-4 12 24,3-14-88,1 2 0,0 1-24,-4-8-56,0 4-16,3 1 0,1-1 40,0 1 24,1-3-8,-3-1-40,0 0 120,3 1-104,1-2 16,9 0-48,-15 0-24,4 0 40,-3 0 40,16-4-32,-14 4 0,3-4 8,-1 1-24,10-3 8,-11-12 24,1 14-56,1-1 64,10-1-24,-12-9-8,-1 13 0,-1 1 40,13-5-72,-11-10 32,0 12 8,1-2-8,0-10 0,-4 16 24,4 0-40,1-6 8,-1 1-8,-1-1-8,-1 1 40,-1 3-16,0-2-16,-2-10-16,4 14 72,0-4-56,-1 0 16,-3 2 0,0 1 40,4-5-80,-4 6 24,0-4 48,0 1-40,0-1 16,0 4-8,0-15-8,0 15-80,-2 0 128,0-3-64,-1-1 56,0 2-32,0 0 40,-4-3-104,-8 5 56,8-4-32,-12 0 16,4 1 0,1 3 24,-1-4 8,0 4 8,-1 0 16,-1 0-48,12 0 16,-6 0 0,-8 0-40,3 0 32,-1 0 16,1 0-24,6 1 16,5 0-8,-2 1-40,-14 3-32,14-1-96,-11 0-192,12 1-152,6-5 520,-15 4-768,10 1-177,-1 1-95,-1 1-208,-8 1-248,15-5 1496,-2 1-1617,-3 3-111,-1 10 24,1-12 271,-1 3-3432,6-8 4865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12.96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954 216 9337,'0'0'1513,"-1"-4"55,1 4-256,0-3-367,0 3-289,0 0-200,0 0-168,0-4-48,0 0 40,0 1 16,-1 2-296,0-4 384,-1 0-24,0-1 16,0-9 24,0 12-47,0 0-353,1 0 360,-3-12-56,-1 12-96,1-1-16,-2-11-16,1 12-176,5 3 160,-8-15 16,1 11-32,2-1 16,-3-12-24,-6 17 0,12-2-136,0-1 136,-5-3-64,-10-9-8,11 12 0,-8-3 24,10 2-88,2 3 104,-5-3 16,-10-1 0,12 1-40,-10 0 16,10 0-24,-10 1 24,9-1-16,-10 0 24,10 1-8,-10 3-8,13 0-88,0 0 128,-13 0-64,10 0 8,-10 0 40,8 0-56,-8 0-56,14 0 104,-13 0-48,10 0-32,-14 2 48,14-1 8,-14 3 24,16-3-104,-8 2 72,-4 0-32,0 3-24,1 0 49,-1-1 47,5 4-112,3-3 96,-7-3 0,-5 5 0,3 6-56,1-8 80,-2 9-24,17-15-96,-16 7 72,-1 10 24,1-12-48,-1 12 48,1-3-16,10-11-80,-3 2 96,-8 15-72,10-13-16,-11 12 56,3-12-56,9 6-8,5-9 80,-18 3-8,12 13-56,-12-5 40,12 1-8,-10-1-16,15-12-32,-1 9 80,-14 4-80,10 3 48,-9-3-40,10 3 0,-3-8-8,1-2 96,3 9-16,-10 3-24,10-1 56,-3 0-24,1-3-88,7-16 80,-7 20 48,-1-1-64,1 0-16,1 2-32,1-3 32,4-14-48,-2 8 56,-2 7-24,-1-1-8,2-1 0,3 0-8,-1-5-16,2-7 48,-4 8 24,0 3-40,3 0-16,-1 1 56,0-1-80,0-1 48,2 1-64,0-3 32,0 3 32,0-2-8,0-8-32,0 2 72,0 10-80,0-5 64,4 5-24,-1-3-8,1-2-24,-4-11 32,4 15-40,1-1 16,1-1 16,10 1-16,-12-1 32,11 1-56,-10 1-8,14 1 56,-14-3-32,17 1 16,-7-1 40,0-1-40,-1 2 8,3-1 40,0-1-56,1-8-8,-18-7 0,20 17 8,0-10-64,1 10 72,-1-12-8,2 2-56,-14 0 48,6 3 48,8-4-128,2 1 112,-2 0-16,2 1-24,-7-4 8,-12-3 16,19 6-56,0-1 40,-2-2-24,4-1 40,-3 1-48,-19-4 32,16 2-8,6 2-40,-2-3 16,2 1 48,0-2-24,-12 0 8,-3 0 48,15 0-8,2-3-48,-3-1 0,3 0 8,-3 1 0,-23 3-56,26-4 32,1-2 56,-3-8-64,2 8 88,-2-10-32,-19 14-24,9 0-56,8-17 16,0 14-16,0-15 8,-2 5 48,0-2 40,-1 1-72,-1-2 112,0 1-96,2-3 8,-4 1 64,-16 18-56,13-18-48,2-3 40,-3 2 8,-8 0-16,14-1 40,-17 12-24,0-2 64,13-9-48,-12-2 0,1 2-48,10-1 40,-12 4-8,-2 12-16,2-15 8,3-2-40,-2 0 40,-1-2 8,1 0 24,-4 19-24,0-14 32,0-5-112,0-1 56,0 1 16,0-2-16,-2-2 80,-3 1-72,-1 1 40,-9-1 0,10 4-48,-14 1 32,19 22-8,-5-22-40,-15 2 0,3-2 40,1 2-24,-3 0-24,12 12 48,-6-5 24,-7-3-96,-4-1 80,2 1 0,0 1-8,3 2 0,14 9 16,-17-10-24,-2 8-8,2-16 8,-2 17 32,4-17-24,-2 16 8,1-12-72,1 12 64,0-12 0,3 12-16,8-3 16,0 2-8,-6 1-96,-1-12-56,1 12-32,8-8-16,-10 10 208,15 4-208,-3-17-40,-12 14-72,12-3 8,-10-9-88,9 12-40,2 1 440,-6-2-497,4-1-175,-1-1-64,-1 1-136,3 1-128,0 1 1000,3 2-1064,-6-2-169,3 3-119,-3-4-72,3 0-121,-1 4-63,1-3-32,-1 3 247,1 0-3432,5 0 4825</inkml:trace>
  <inkml:trace contextRef="#ctx0" brushRef="#br0" timeOffset="931">381 468 10642,'0'2'1840,"0"1"-288,0 1-503,0 0-289,3-2-240,-2-2-520,-2 3 376,5-1-40,-4 0 24,0 0 64,0 0 64,0-2-488,0 1 537,0 1-25,0 2-56,0-2 16,0 0-56,0 1-416,0-3 392,0 4-32,0 2-32,0-1-32,0-1-24,0 1 24,0-4-296,0 4 256,-2 0-32,0 1 25,1-1-57,-1 3 24,1-4-216,0-1 264,-1 12-40,0-10 40,0 3-32,-1 8-104,-3-10-128,6-6 144,-3 18-40,-1-11-32,0 12 80,0-12 24,1 10-40,1-12-136,-2 4 184,1-1-56,-3 12-88,1-5 152,-1-8-104,3 7-88,2-10 104,-2 2 96,-3 12-168,3-12 64,-1 14 56,0-5-64,4-14-88,-4 3 120,1 15-48,1-14-40,-2 10-16,1-10-16,1 3 0,0-1 72,-2-1-16,2 1 24,1 10-48,-1-14 8,0 4-40,2-6 24,-2 6-32,0 0 88,2-1-32,0-1-32,0 1 24,0-5-40,0 3-32,-2 2 8,2-1 24,0 1 0,0-2 40,0-3-40,0-1 48,0 2-32,0-2-56,0 2 48,4-2-40,-4 2 72,0-2-40,0 2 64,4 0-96,-1-1 40,1-1-48,0 0 32,-3 0 8,1 0 24,2 0-32,-4 0-16,6-3-16,-3 3 16,2-3 24,-4 2 16,4-3 0,1 4 8,-1-3 8,-1-1-32,2 4 0,-5-1 0,3-2 24,2 0-88,-1 3 64,1 0 24,-1-4 48,4 4-72,-3 0 32,-6 0-16,5 0-56,1-4-16,-1 4 104,1 0-48,-6 0-32,15-3 56,-12 3-104,3 0 56,9 0 48,-12 0-40,-1 0 16,2 0 80,1 0-120,12 0 0,-13 0 72,10 0-8,-11 1-24,-2 0 64,14-1 24,-10 1-56,12-1-40,-12 2 0,14 0 8,-19-2 0,5 0-16,12 2-40,-12 0 56,15 0 24,-5-1-16,-12 1-8,0 0 96,19 2-96,-17-1 0,14 3 24,-14-2-40,12-1 16,-16-3 24,14 4 41,-9 0-33,12 1 16,-12-1-24,12 1-64,-12 1 40,10-2-40,-12 1 40,10 1-24,-10-1 56,6-2-32,-5-2 56,-1 4-56,1 1-8,10-1 0,-15 1-8,5-1 16,-4-4 0,4 2 32,0 3-72,1-3 96,-3-1-16,1 0-16,-2-1-24,0 0 56,2 1-104,-1-1 56,1 1-8,-4 0-32,3-2 32,-2 0-8,2 2-56,-3-2 56,0 0 16,0 0-48,4 0 48,-4 0-8,0 0 16,0 0-56,0 0 48,0 0 16,4-4-48,-4 4 24,0 0 48,3 0-8,-3-3-40,0-1 16,0 4-24,0-4 8,0 4-8,0-3 8,0 3-48,0-6 56,0 1-8,4-1-16,-4 4 16,0-1 72,0-1-136,0 0 48,0 0 40,4-1-88,-4 1 64,0 2 64,3-3-56,-3-1-32,0 1 48,4-1-16,-4 1 0,1 4-8,2-4 16,2-11-56,-1 12 40,1-1 8,-1-10-24,-2 13 16,0 0 40,1-13-48,1 10-24,2-15 32,-3 16 0,2-11 0,-4 14 8,4-5-24,1-12-32,-1 12 56,-1-14-32,2 14 24,-5 1 0,3-8 56,0 7-145,-1-14 98,1 17 7,0-14-24,-2 13 8,-1 2 64,3-14-96,0 12 40,-1-12-24,-3 12 40,0-1 16,1 4-40,2-13-32,-3 10-8,0-1-1,0-1 9,0-9 56,0 15-24,0 0 49,0-3-73,0-1 7,0 0-47,0 1-56,0 3 120,0 0-96,0-4-88,0 0 24,0 4-64,0-3-96,0 3-32,0 0 352,0 0-480,0 0-40,0 0-40,0 0-16,0 0-64,0 0 3416,0 0-6289,4 0 2657,-4 0-184,0 0-192,0 0-129,0 0-279,0 0 1640,0 0-1904,0 0-193,4 1-79,-4 1 471,3 0-3304,-3-2 5009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22.62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1060 326 8009,'0'0'792,"4"0"-528,-1-4 0,-3 1-47,1 2-217,2-2 152,-3-1-64,0 1 16,4-1 8,-4 0 72,0-1 56,0-1 32,0-9 64,0 12-24,-2-3 24,0 1 8,2 4-344,-2-13 288,-2 10-8,1-1 8,-3-14-8,1 16 32,2-4-312,0-3 328,-2 7-47,-3-14-1,-6 12-32,10-12 0,-1 13-248,4 2 256,-15-16-32,10 13 8,-10-12-16,8 11 0,-10-10 24,17 15-240,-5-2 216,-15-11-40,7 10 0,-1-11-24,-2 11 16,9 1-168,2 1 216,-13-13-16,1 12-24,-2-1 40,0-2-48,3 1-168,15 5 216,-16-4 0,-2 0-39,-1 4 39,1 0-24,0 0 16,14 0-208,-7 0 232,-7 0-64,0 0 16,2 0 24,-1 2 8,5 0-216,8-2 240,-14 4-32,0 0 16,-1 1-104,1 1 16,0-1 64,18-4-200,-16 4 136,-4 9 24,1-10 40,1 11-56,2-10 64,9 2-208,-1 1 216,-10-1-16,0 12 0,-2-5-80,3-6 48,3 11-168,14-16 136,-14 12-47,-1-1 7,0 5-32,3-3-8,-1 1 64,11-13-120,-7 10 96,-3 3-56,-1 3 16,0 0-16,0 2 16,12-8-56,1-6 72,-13 14 32,10 2 16,-10 0-64,9 0 72,1 0-128,-1 2 32,1-2 32,-1-2 32,5 2 48,-1-1-40,2 0 24,0-1-56,0-2 32,3 0-24,3 0-16,-2-3-64,-3-14 64,18 18-16,-14-1 24,12-2-8,-12 1 8,17 1-16,-18-17-56,9 12 40,4 6-64,1-3 48,0-2-16,3 1 32,-10-7-40,-2-3 64,13 7-48,0 1 24,2 0-56,-2-8 56,3 11-40,-24-18 8,21 6 16,0 12 32,-2-12-16,2 10 16,-2-10-24,-12-4-32,6 3-8,7 1-32,-3-1 64,2 1-48,2 1 48,-7-3-24,-10-2 48,16 3-96,-1 1 80,0-4-8,0-1-32,2 1 72,-19-2-64,17 0 0,2 0-64,0-3 72,2-1-16,-1 0-16,-12 2 24,2-1 8,11-12-8,0 9 48,2-10 8,0 10-24,-2-13-32,-21 16 0,27-11-40,-1-5 32,2 1 48,-1-1-40,-3 1-32,-20 14 32,14-10-40,3-7-72,2 1 72,-4 0 32,-2-2 16,-7 10-8,-6 6 32,10-15 24,-3-1 0,1 2-96,-9 0 24,10 0 0,-16 19 16,6-15-48,-1-4 40,10 1 16,-11 1 8,1-2-56,-3 12 40,2-4-24,1-10-16,-1-1 56,-1 1 0,1 0 0,-4 5-16,0 12 16,0-15-112,0 0 80,-2 3 0,-3-1 40,-10 1-16,10 3-48,-14-5-8,3 5 8,-1-1 24,-1 9 0,5-4 16,4 2 32,-13 2-48,-2 1 32,-2-10-16,0 15 24,-1-5-24,25 5 16,-28-6-24,1 1 8,-2-1-48,-1 1 8,3 1 16,19 3 24,-9-2-32,-9 0-72,2-1-16,0 4-160,-1-4-104,9 4 384,12 0-488,-20 0-200,2 0-113,2-4-231,0 4-200,2 0-328,2-3-353,-3 3-271,3 0-49,1 0 249,3 0 576,6 0 1408,1 0-817,0 0 337,-10 0-3569,17 0 4049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23.83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1150 163 11722,'5'0'1008,"-5"0"-1008,6 0 608,-1 2-200,1-2-208,-1 0-112,1 0 73,-5-2-161,1 0 288,2-2 80,0 1 152,-4-3 16,3 1-32,-3 0-504,0 4 488,4-16-104,-4 17-16,0-5-32,0-10-56,-2 15 48,0-5-103,-3-10-41,-1 15 40,-8-6-56,8 1 48,-4 2-216,4 0 216,-9-2-48,0-1 128,-1 1-152,1-1 8,-3 1-152,17 5 136,-19-6-112,0 3 80,-2-1 32,0 0 48,0 1-56,13 1-128,-6 0 168,-9-2-64,0 1 80,0 3-64,0-4 48,6 4-168,12 0 272,-19 0-160,1 0 200,-2 0-104,2 2-48,0 0 24,20-2-184,-14 3 64,-8 1 33,4 0 23,0 1 16,0 1 8,10-2-144,2-1 184,-12 4-24,2 1-32,-2 6-16,0-8-16,0 1-96,20-7 112,-20 15-40,-2 0 192,-2-1-200,0 3 0,-1 3 40,19-14-104,-10 8-40,-8 9 120,-1 0 32,3 3 16,-2-2-80,11-6-48,8-10 160,-13 19-88,0 3 56,-1-1-24,1 3-56,0-1 32,19-29-80,-15 27 32,2 0 40,8 5 32,-10-3 0,12 0-8,1-18-96,0 3 120,-2 14-72,1-1 112,2-1-96,2-2 8,0-3-72,0-19 112,6 24-88,10-2 56,-12 1 0,16-3-8,-5 0-16,-11-19-56,10 12 16,7 5-56,1 0 0,3 0 72,3-3-8,-12-6-24,-6-4 88,21 11 16,0 0 16,2-1-120,2-3 0,0-1-40,-35-15 40,37 7-176,2 13 184,1-12-16,2 6 0,1-10 32,-27-2-24,10 2-24,16-1-24,-1-1 192,-1 0-152,2-2 16,-11 0-8,-21 0 56,30-4-200,1 1 168,-3-12 0,3 11-24,-6-12 16,-30 13-16,23 0 0,3-17-80,-1 5 64,-1-1-8,-1-3 32,-14 9-8,-1 0 72,13-10-80,0-4 80,1 2-112,-1-2-8,-2 0 48,-22 22-16,22-24-104,-4 1 168,2-5-80,-2 1 0,0-1 16,-14 22 16,7-13-80,1-10 32,1 0 48,-9-3-40,-1 1-8,5 12 48,-5 11 16,-5-23-56,4 0 72,-4 2-40,0-1 16,0 1 16,0 29-24,0-27-72,-4-2-56,-2 1-16,-8 1-80,6 3-16,-1 15 240,-2-2-280,-4-11-144,-3 0 24,1 4-208,-1 2-32,3 4 640,12 11-681,-18-2-215,-1-16 192,-1 16-296,0-14-192,1 16-241,16 1 1433,-13-2-1816,-5-10-40,-2 14-9,0-4 313,-1 0 456,10 4 1096,6 0-657,-18 0-3463,29 0 4120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24.72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1277 348 9498,'0'0'328,"3"0"40,1 0-40,-4-3-32,1 2-296,2-2 320,-3-2 0,3-1 56,-3-9 64,4 10 32,-4-3-472,0 1 576,4 3 16,-4-14 113,3 14-33,-3-12-48,0 11-624,0 4 592,0-15-128,0 10-8,0-14-48,0 5 0,-2 10-24,0-3-384,-1-6 377,-3 8-65,-1-16 16,-8 17-56,8-16 8,-5 17-280,7 3 336,-11-17-64,1 14 96,-3-13-88,-2 14-24,1-14 0,17 15-256,-18 0 120,0-3 8,0-12 40,-4 14-16,2-1-16,10 2-136,0 0 184,-12-1-96,-4 3 160,3-4-112,-1 4 17,3 0-153,20 0 184,-23 0-112,2 0 168,-1 0-56,-1 4-16,-2-1-8,22-1-160,-15 2 88,-7 11 8,1-10 24,1 2 0,-4 10-16,12-13-104,9-3 136,-21 18-64,-1-1 64,0-1-40,0 3-24,-1 0 16,31-19-88,-31 15 0,1 6 8,0 0 56,-1 2-24,3 2-16,17-16-24,-5 5 64,-11 13-64,2-1 24,1 1 8,-1 3 16,8-8-48,14-18 72,-18 22 16,3 5-40,1-7 0,3 3-8,0 0-16,13-24-24,-10 17 80,6 5-88,-10 0 24,14-4 48,0 4-32,1-11-32,0-5 128,-1 14-56,2 2-80,0-4 0,6 0 0,12 1 8,-18-22 16,6 23 16,18-2-32,-10 2 16,7-2 32,-1 0-16,-12-13-32,8 8 64,9 7-136,5 0 32,1 0 56,4-2-56,-8-6 40,-17-10 112,30 14-128,1 2-56,5-5 112,2-1-48,1-1-16,-44-14 24,42 3 56,1 11-112,-1-9 16,1-1 56,-2 1-8,-24-6-8,2 1 32,18 1-56,-1-2 0,-3 0 8,-3 0 40,-1-5-24,-31 5 0,34-6 48,-2-10-72,0 10 8,-2-9 40,0 10-64,-24 0 40,17-10-8,5 0-96,2-2-24,-1 1 96,-3-4 8,-1-1 88,-1 1-8,-3-2-112,0 0 0,-2-2 0,-2-2 40,-19 26 16,18-23 24,0-3-88,-1 2 64,-1-2-24,-2-5 0,-9 19 24,4-6 40,5-16-88,-10 2 16,14-1 32,-16 0 0,0 6 0,-2 21 0,3-29-24,-4-2-24,0-1 0,-2 1 40,-4-2-24,5 32 32,-12-23-48,5-6-56,-14 1 8,6 3-128,-5 5-104,9 12 328,2 4-416,-15-15-120,-3 1 64,-3 3-65,-2 0-71,-1 2 608,33 19-808,-38-17-296,2 3-304,-3 10-385,-1-14-207,-1 14-65,27-1 2065,-12-3-1896,-15 5 464,-3-1 479,1 1 345,2 1-3609,42 3 4217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29.68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587 357 7201,'-2'0'72,"0"0"0,0 0 32,-1-3 56,1 3 144,0 0 40,0 0 72,2 0 16,-2 0-79,1 0 7,1 0-32,-2 0 0,0 0 40,0 0 0,2 0 32,0 0-8,-2 0 0,0 0 24,1 0-416,1 0 392,-2 0-48,0 0-48,0 0 1,0 0-49,0 0 32,2 0-280,-2 0 288,1 0-56,-3 0 40,2 0-16,-2 0-16,3 0-240,1 0 248,-2 0-24,-2 0 32,2 0 24,-1 0-64,-1 1 48,4 0-264,-2 0 208,-2 1-72,1 2 104,-1-2-56,0-1 16,2 0-200,1 0 248,-3 1-55,0 2 23,-1 0-80,1 1 40,-1-2-176,5-2 120,-6 2 0,1 3-40,-3-2 56,1 1 32,1 1-32,5-5-136,-3 3 232,-2 2-152,1-1 72,-3 1-24,1 1 0,3-2-128,3-3 160,-7 6-72,1-3 56,0 3-96,-1-1 48,3 0-16,4-6-80,-6 6 48,2-2 24,-1 3-24,-1-3-8,1 1-16,4-4-24,-1 1 88,-3 3-24,1-1 32,-1 1-32,1-1-32,2 0-32,2-4 88,-3 4-64,-1-3 64,1 4-48,-1-3-32,-1 1-8,6-3 0,-2 3-32,-3 0 32,3 0 16,-2 1 16,1-3-8,1 2 40,-2-2-32,2 0 40,0-1-64,1 1 8,-1 0-16,2-2 8,-2 0 0,2 0-16,-2 0 0,0 0 0,0 0-8,2 1 16,0 0 16,0-1-32,0 0 72,-1 0-72,1 0 32,-2 0-16,2 0 48,0 0-136,0 0 192,0-4-112,0 4 32,0 0-24,0-3-88,0 3 56,0-4 56,0 4 16,0-3-40,0 2 32,0 1-80,-2-4 80,2 1-16,0 3 0,0 0-16,0 0 40,0 0-104,0 0 96,-2-4-40,2 4 0,0-4 16,0 4-8,0 0-32,0-3-16,-2 3 40,2-4 24,-2 4-24,2 0 8,0 0 56,0-4-88,-1 4 64,1-3-40,-2 3 0,2-4 56,0 4-48,0 0-40,0-4 24,0 1 16,-2 3 8,1-2-8,0 0 16,1 2-8,-2-4 24,2 1-40,-2-1 16,2 1-8,0 2 16,-1 1-40,-1-3 32,0-1-8,0 0-24,0 1-24,0-1 24,0 0-8,1 1 8,-1-1 40,0 0-8,0 2-8,0 1 16,-1-3 0,1-2-24,-2 3 40,0-3-8,3 1-24,1 5 8,-4-4 8,0-2-72,1 1 48,1-1 0,-4 1 32,5 3-24,-1-2 8,-2-1-64,-2-1 32,4-8 16,-1 14 8,0-4 0,2 2 40,-3-2-32,-1-1 8,1-1-32,1 1 0,-1-1 32,3 6-16,-2-5-64,-2 1 40,1-1 16,0-1-8,-1 1 0,3 2 16,0 0 48,-2-1-40,-1-1-8,1-1 0,1 1 8,-2 0-8,4 4-16,-1-4 8,-1-1 56,1 3-48,-2-3-8,2 2 24,1 3-16,-1-1-16,0-2 0,-4-1 32,4 1-40,1 0-24,-1 2 48,2 1-8,-2-3 8,0 0 64,0 1-40,-2-1-24,3 4-24,1 0 24,-4-4-32,2 4 8,0-5 0,0 1 48,1 0-72,-1 4 48,0 0 32,0 0-24,-2-3 72,3 3-48,-1-4-8,0 4-24,2 0 56,-2-4-120,0 4 104,0 0-56,1-3 0,1 3 8,0 0-24,-2-4 8,0 4 56,2 0-24,-2 0 0,2 0-8,0 0 64,-2 0-72,2 0 24,-2 0 0,2-4-32,0 4 16,0 0 8,0 0 56,0 0-8,0 0-32,0 0-176,0 0 352,0 0-152,0 0-24,0 0-296,4 0 600,-4 0-320,0 0 112,0 0-104,0 0 16,4 0 16,-4 0-48,0 0-72,3 0 64,-3 0 16,4 0-24,-4 0 72,2 0-56,0 0 72,1 0-40,-3 0-40,4 0-32,-1 0 40,-2 0 16,-1 0 8,3 0-56,1 0 88,-4 0-80,4 0 8,-3 0 16,1 0 24,2-3-80,-4 3 88,4 0-8,0-4-8,-2 4-16,-1 0 32,3 0-24,0-4 64,-1 1-88,1 3 32,0-4-32,-4 4 16,5 0-48,-1 0 24,-1-4 24,1 0 56,0 4-56,-3-1 0,1-1 64,2 2-55,2-4 23,-1 4-8,-1 0-24,0-3 0,-3 2 48,5-2-56,-1 3-8,1-4 64,-1-1-56,10 1-56,-15 3 64,0-2 40,6 0-88,-1-1 0,1 0 104,-1 1-64,-1 0 8,-2 2 56,12-5 16,-14 1-48,6-1-56,-1 1 0,1-1 32,-6 6 8,6-5-40,-1-1 72,1 1-16,-1-1-56,1 3 16,-5 1 16,1 0 16,4-4-56,-1 1 64,1-1-16,-3 1-16,2 1 8,-4 2 32,3-1-8,-1-1-40,1-2-32,2 3 48,-3-3 0,-2 6 0,2-5-8,1 1-16,-1 0 24,-3 1-48,4-1 72,-4 2-24,0 0 64,4-1-72,-1-1 40,1 4-88,-4 0 8,0-3 48,0 2 8,0 1-32,4-3 64,-4 3-16,0 0-32,0 0 8,0 0-8,0 0 0,0 0-24,0 0 24,0 0 24,0 0 24,0 0-72,0 0 72,0 0 0,0 0 8,0 0-32,0 0-128,0 0 208,0 0-128,0 0-32,0 0 32,0 0 8,0 0 72,0 0-40,0 0-32,0 0 56,0 0-56,0 0 40,0 1 0,0-1 16,0 0-80,0 0 40,0 2 16,0-2 16,0 1-24,0 0 24,0 1-8,0-2 16,3 2-8,-3-2-24,0 0 8,0 0-32,0 0-16,4 0 48,-4 0-8,0 0-8,0 2-16,0-1 64,0 1-48,0-2 16,0 2 24,0-2-32,0 0-8,0 0-16,0 2 24,0 0 0,0-2 0,0 0 24,0 2-16,4-2-32,-4 0-8,0 0 72,0 1-40,0 0 0,3 0 32,-3 1-16,0 0-8,0 0 32,4 0-32,-4 0-8,0-1 32,0 1-40,0 0 8,4 2 32,-4-1 56,3 3-72,1-2 16,-4-3 0,4 3-8,-4 0 40,3 1 0,1 1-24,0-1-72,-4 1 72,3-1-8,1 1 16,-1-2-48,-2-3 112,3 5-56,1-1 8,1 1-40,-3 1 8,3 1 48,-6-8-80,3 7 16,3 8 8,-1-12 0,-1 3-56,2 1 72,-4-4-40,1 0 40,3 4-48,-1-1 112,1-1-104,-1 3 24,8-2-24,-11-5 0,-2 14-56,5-12 120,1 3-48,-1-3 24,1 3-40,0-1-40,-3 1-32,1 0 16,0-1 56,-1-1-32,1-2 32,-2-1 72,3 3 0,-1 0-80,0-1 16,-1 1 0,-3-2-8,0-2-24,4 4 0,-4-3 8,0 1-32,4 0 40,-4 2 48,0-2-40,3-1-32,-3 1 136,0-2-168,0 2 32,0 0 32,0-2-48,0 2-184,0 2 112,0-3-96,0-1-24,0 2-64,0 0-81,0 2-79,0-2-32,0-1-192,0 1-184,0 0 872,0 0-1040,0 0-249,0 0-79,0-1-152,-2 1-25,2 2 1545,0-4-1568,-1 4 24,1-3 184,0 1 319,-2 0 345,0-2 296,0 0-1080,0 0-2529,2 0 4009</inkml:trace>
  <inkml:trace contextRef="#ctx0" brushRef="#br0" timeOffset="457">318 96 7241,'0'0'96,"0"0"-32,0-3 64,0 2-128,0 1 192,0-3 40,0 3 72,0 0 8,0-4 24,4 4 16,-4-4-7,0 4 23,4 0 8,-4 0 16,0-3-392,0 3 448,3 0 0,-3 0 32,0-4-16,4 4-32,-4 0-8,1 0-424,2 0 376,-3 0-55,0 0 39,0-4-16,0 4 48,0 0-392,0 0 432,0 0-40,0 0-24,0 0-64,0 0 48,0 2-32,0-2-320,0 2 336,0 0-24,-2 2-48,0-1 8,0 1 9,2-2-281,-2 2 312,1-1-16,-1 1 24,0 1-8,-2 1 16,3 0-328,0-5 280,0 7 8,-3-3 16,2 2-80,-2 8 40,3-9-64,0-3-200,0 8 96,-1-5 48,-2 10-16,2-8 16,1 10 16,-2-14-160,2 0 144,-1 16-16,0-13 96,0 13-96,2-5 33,-1 1-161,1-15 176,0 17-128,0-3 64,-2 1-16,2-1-8,0 3 8,0-12-96,0 5 120,0 4-64,0-8 40,-2 13-56,2-5 48,0-4-88,0-7 96,0 3-120,0 8 104,0-10-72,0 12 0,0-12 16,0-3-24,4 11-16,-4-7-40,0-1 32,0 1 8,0-1-16,0-2 32,0 0-72,0 2-48,0-3-40,0 2-104,0-1-24,3 1 288,-3-4-361,0 4-119,0-2-8,0-1-152,0 1-160,0 0-96,0 0-160,4 0-121,-4-2-31,0 0-120,0 0-25,0 0 1353,0 0-1272,0 0 32,0-4 128,0 0 31,0-1 273,0-1 216,0 6 592,4-16-360,-4 12 208,0-1-3809,0 5 3961</inkml:trace>
  <inkml:trace contextRef="#ctx0" brushRef="#br0" timeOffset="908">548 315 7449,'4'0'272,"-4"0"128,0 0 104,0 0-504,0 0 536,0 0-71,4 0-105,-4 0-80,0 0-40,0 0-48,0 0-192,0 0 200,0 0 8,0 0 40,0 0 32,0 0 32,0 0-1560,0 0 2832,0 0-1288,-2 0 64,0 0-64,0 0-8,0 0 8,2 0-296,-3 0 208,-1 0 17,-2 0-33,1 0 16,-1 0 16,3 0-224,1 0 216,-4-4 8,-8 4-24,8-3-40,1 3 24,-13-4-184,17 4 192,-4 0 8,-14 0-40,12 0 32,-11-4-16,10 4-16,0-1-160,-6-1 208,-1 2-96,1-4 40,-3 4 24,2 0-32,3-3-144,8 2 232,-14-2-56,1 3 8,0-4 0,1 0-48,1 4 1,14 0-137,-13 0 128,-2 0-16,1 0 24,1 0 0,-1-3 0,11 3-136,0 0 176,-16 0-40,15 0 56,-14 0-72,14 0-8,-8 0-112,11 0 80,-3 0-56,-3 0 0,-6-4 8,10 4 32,-2 0-40,5 0-24,-3 0 80,-2 0-80,1 0 48,-1 0-56,4 0-56,1 0 64,1 0-56,-2 0-136,0-4 16,0 4-192,0 0-96,2 0-185,0 0 649,0 0-896,0 0-152,4 0-208,0 0-161,-1 0-167,-1 1 1584,0 0-1704,3 1 143,10 0 377,-11 0 376,14 3-3401,-18-5 4209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32.38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521 0 8129,'0'2'632,"0"-2"193,0 2 71,0 0-80,0-2-816,0 2 688,3-1-128,-3 1 0,4 0-88,0 2 25,-4-2-497,0-1 472,0 1-16,3 2 112,1-2-104,-4 0 32,4-1-56,-4 0-440,3 0 320,1 1 32,0 2 0,-1-2 0,1 3-16,-2-3-336,0 0 393,3 2-129,-1-1 56,1 1-24,-1 1-56,1-1-240,-4-4 280,2 6-40,3-1 72,-1 1-72,1-1 16,-1 1-40,-3-5-216,2 5 136,1 0 40,1 1 8,-1-2 16,1 3 0,-3-4-200,-1-1 208,4 4-56,9 8 104,-12-11-136,1 3-39,2 1-9,-6-8-72,5 7-56,1 8 80,-1-12 72,1 3-8,-3 1-40,-1-5-48,2 2 128,-1 3-112,1 8 8,2-13 0,-3 3 0,-3 1 48,4-1-56,0 2 128,-4-1-112,3 0-32,-3-1 24,0-4-24,0 2-88,0 0 48,0 1 40,0-2 16,0 3-24,0-3 8,0 0 8,0 0 24,0 2 56,0-3-72,-1 1 24,-1 0-40,2-2-8,-2 2-120,0 0 304,0 0-224,0 1 56,0-1 8,2-1-16,-1 0-192,-3 1 192,2-2 48,0 0-72,-1 2 8,1-2 16,2 0 24,-4 2-112,0-2 128,-1 0-32,1 1-40,1 1 48,2-2-16,-4 0-24,1 2 0,1-2 32,-3 0 0,1 2-16,2-2 8,0 0 24,-2 2-8,-1 0 56,-1-1-72,1 1 0,0 0 0,5-2 0,-6 2-128,-1 0 160,1 0-16,-8-1-16,11 1 24,3-1-24,-5 2-24,-12 1-40,12-1 8,-1 1 72,-10 1-56,14-1 40,1-2 48,-17 4 0,5-1 8,-1 1-16,8-1-8,-14 1 16,21-6-48,-14 5-40,-1 1 40,0 1-24,1 8 16,-1-13 16,9 0-8,-3 1 8,-6 4-32,8 1 40,-13 6-16,5-10 0,9 8 0,5-9 56,-18 1-88,12 3 104,-10 0-64,10 1-16,-9-1 16,13-6-8,0 5-88,-12 2 72,10-1 8,-3 0 8,-6-1 24,12-3-24,0-1 64,-3 4-40,-1-1 8,0-1 16,1 0-32,2 1-16,2-5 64,-2 2-48,1 0 0,0 0-40,0 0 0,0 0 32,2-2-8,0 0 8,0 0-40,-2 0 104,2 0-96,0 0-24,0 0 136,0 0-160,0 0 80,0 0 16,0 0-56,0-4-16,0 4 48,0-4-24,0 4-16,0-4 32,0 4 40,4-3-16,-4-1 8,0 0-64,0 1 56,0-3-24,0 1-16,3 0 24,-2 4 48,-1-4-88,0 1 128,0 0-56,0-1-64,0-1 32,0 5 0,0-3-104,0-2 40,0 1 0,0-1 72,0 1 8,0 1-16,0 2 32,0-13 16,-2 15 128,0-5-160,0-1 0,0 1 8,2 5-24,-3-15-200,1 15 168,-2-5-8,-1-1 40,1 1-32,2 3 32,-1-2 8,-3-1 0,0-1 72,3 1-24,-3-1-72,2 2 16,3 3-8,-5-5-80,1 1 112,1-10-16,-1 11 32,1 0 0,3 4-40,-4-5-24,2-1 0,-3 1-24,1-1 32,-1 1 16,4-3 0,0 1 64,-1 7-64,-3-5 80,4-1-56,-1 1-64,-1 1 40,4 4 24,-4-6-128,1 1 168,-1-1-72,2 1 8,0-1 16,1 5-16,-1-1-80,0-4 40,0 3 32,2-1-48,-2 0-176,2 2 232,0 0-248,0-1-161,0 3 33,0-4-152,0 4-64,0-4-104,0 4 696,0 0-872,0 0-16,0 0-169,4-3-199,0 3-224,-3 0 1480,1 0-1577,-2 0-95,4 0-8,-4 0 247,4 0 393,-4 1 1040,0 0-4529,0-1 4529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33.279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582 10 6913,'0'0'848,"0"0"-472,0-6 192,3 6 177,-3-4 47,0 4-16,0 0-40,0 0-32,0 0 8,0 0 24,0 0-7,0 0-729,-2 0 728,2 0-88,-1 0 8,1 0-72,-2 0 0,1 0-576,0 0 560,-1 0-39,0 0 47,0 0-64,1 0 8,-1 2-512,2-2 440,-2 0-40,-4 0-40,5 0-24,-3 2 16,0 0-40,3-2-312,-1 2 272,-4 0-64,2-2 0,-1 0 9,-1 2 23,3-2-240,1 0 256,-13 1-16,10-1-96,-10 2 48,9 0-8,-10 0 16,16-2-200,-8 2 216,-10 0-120,11-1 16,-12 1-8,5 2 0,8-3-104,-3 2 136,-6 0-88,-1-1 32,-1 2 32,2-2 40,3 0-152,8-1 208,-13 3-72,3 0-16,-5 1-48,4-3 0,1 4 32,11-5-104,-9-1 48,-3 4-16,-1 2 24,8-3 16,-10 1 0,14-3-72,1 0 120,-16 1 8,14 1-104,-12 1 40,10 1-32,-8-1-32,13-4 24,-3 4-32,-10-1 32,10-1 0,-3 0-40,1 0 64,3-1-48,-7 0-8,9 1-24,-3 1 16,-1-1 64,1-2-24,3 0-24,2 0 72,-2 0-24,-2 0-104,3 0 40,1 0 0,0 0 48,0 0-32,0 0 80,0 0-160,0 0 48,0 0-160,3 0-24,-3 0 216,0 0-152,6 0-208,-3 0-8,3 0-64,-1 0-160,8 0 592,-11 0-600,2 0-40,1 0-193,10-3-71,-11 3-144,1 0-152,-1-1 1200,7-2-1296,-7-1-209,1 4-159,10 0-137,-15-4-95,3 4 1896,-1 0-1784,4 0 423,-1 0 417,1 0-2208,-6 0 3152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3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41 8065,'0'0'744,"0"0"153,0 0-897,0 0 920,0 0-176,0 0-64,0 0-120,0 0-112,0 0-8,0 0-72,0-4-39,0 0 39,0 1-32,-2-1-72,1 2-264,0 0 320,-1 2-120,2-3-16,-1-1 32,-1 4-56,2-3-160,0 2 176,-2 1 8,2-3-88,-2 3-24,2 0 16,0 0-32,-1-2-56,0 0 88,1 2-40,-2 0 16,0 0 48,1-4 24,-1 4-136,2 0 192,0 0-16,-2 0-16,0 0 56,0 0-72,0 0 24,2 0-168,0 0 152,0 0-56,0 0 145,0 0-57,0 0 48,0 0-1137,0 0 2042,0 0-985,0 2 40,0 0 32,0 2-40,0-3-184,0-1 232,0 4-8,0 0-80,4-1 72,-4 1-24,4 0 8,-4-4-200,3 3 184,1 1-56,2 0 0,-3-2 48,1 3 24,-2-3-200,0 0 192,1 1 0,1 3-64,2 0-24,-3-1 48,3 0-152,-6-4 152,5 4 17,1 1-1,-1-1 16,10 2-40,-15 1 24,2-3-168,2 5 152,1-7-32,10 5 48,-12 6-56,3-8 72,6-1-184,-7-3 168,-2 13-80,12-10 64,-11 10-56,12-9-48,-10 14 72,-6-18-120,16 1 96,-10 16-56,12-12 120,-12 10-32,14-10-64,-13 2-64,1 0 128,-3 6-88,17 0-48,-7-8 96,0 12-16,-10-13-72,-5-5 56,22 21 40,-7-15-64,-10 15-24,17-7 8,-7 0-48,-11-10 32,7 6-16,-6 4-8,16 2 32,-7-3 56,-8 3-40,7-8-24,-6-3 56,-1 8-24,12 1 8,-12 0-56,12 1 8,-14-8-32,-4-8 40,18 22-32,-13-8-16,12-6 80,-13 12-16,12-5-8,-14-13-8,0 1 56,3 14-96,10-12 104,-11 3-104,-1 8 40,2-11 0,-4-4-24,5 13-80,-1-8 112,1-1 0,-1 1-8,-1 1 0,-3-5 0,-2 2-24,4 1-56,-3-1 32,0 0 32,4-2 8,-4 0 8,0-1 0,0 3 8,0-2 24,0 0-32,0-2 0,0 0-40,-2 1-8,0-1-8,1 0 0,-3 0 80,0 0-64,3 0 40,-1 0-24,-2 0-56,-2-3 72,1-1 48,-1 0-56,2 2 16,3 1 56,-5-5-104,-8 1 32,10-10 16,-2 11 8,-8-10-40,12 12 32,-2 0-56,-3-15 0,-10 12 32,12-17 0,-12 16 24,13-5 0,1 0 16,-16-5-48,12-3 40,-15 1-40,7-2-8,1 3 40,12 15-56,-15-18-24,1 0 8,-5 1-8,3-1 24,0 2-32,-3-2 0,3-3 0,-4 3-8,2 0 40,-2 0 8,8 8 48,7 5-24,-15-9-32,2-1 24,4 1-24,-3 1-8,3 10 16,15 4 48,-15-19-88,1 15-48,1-12 48,-1 12 8,8-1 16,-1 0 64,-3-3-16,4 6-56,-8-3 96,10 1-48,-10 1 24,9-1-8,1 1-64,-10 0 72,13 1-24,-3 3 24,-1-4 8,5 3-8,-3-2-24,-2 0-56,3 3 80,-1-4-40,2 0 16,1 2 24,0 0 64,-2 2-64,1-3 24,-2 3-32,0 0-16,3-4 24,1 4-8,0 0-24,0-4 32,-2 4-8,2 0 0,0 0-8,0 0 16,0 0-8,0 0-32,0 0 32,0 0 16,0 0-24,0 0 32,0 0-32,0 0-8,0 2 16,0 0 0,3 0 16,-2-2-8,-2 2 24,5 1-72,0 1 40,-1 2-32,1-1 16,-2-2 24,0 0 32,1 2-40,1 1 40,0 1-8,1-1 8,0 7-32,-4-12 16,4 1-32,1 4 24,-1 10-48,12-10 48,-13 1 32,-3-2-40,3 7-16,13-7 8,-12 10-32,10 0 32,-10-10 24,8 7-16,-7-6 72,-1 2-40,12 10 0,-12-10-16,17 14 32,-7-6 32,-14-15-80,15 15 48,0 0-16,1 3-16,1-1 24,1 0-8,-12-10-32,4 3 64,7 7-16,-1 1-48,1-1 16,1 0 0,-5-4-16,-10-11 24,15 17 32,-3-1-40,1-1 16,-1 0 16,-1-1-8,-12-14-40,10 9 56,-7-5-32,14 11 0,-16-10 32,11 10-48,-12-15-8,-1 0 48,4 4-40,10 8 24,-12-10 0,0 10 0,1-10-32,-5-5 0,6 8-72,-3-3 16,1 1 48,0-1-24,-4 1 48,1-5-16,1 2 16,-2 0-80,0-1 40,0 0-40,0 0 32,0-2 32,0 0-48,0 0-16,-2 0 8,-1 0-40,-3-4 48,3-1 0,2 4 48,-4-2 0,0-3-40,-3-10 32,-7 12 16,12-11-40,-1 13 32,0-1 0,-10-16-72,8 5 8,-12-3 16,10-1 0,-9 2 48,14 13-8,-13-19-32,-3-2-8,1 2 48,-1-3-16,-3-1 0,17 20 16,-12-12-40,-7-6-56,1-2 8,-3 1-8,2-1 48,7 9 48,8 8-49,-15-15-39,0 0 64,2 0-64,-2 1-16,4 0 24,19 22 80,-20-18-176,1-1 24,1 2 40,-1-1 16,2 1 32,11 11 64,-3-1-56,-6-7-72,1 10-8,8-13 80,-12 14-8,15-1 64,3 4 0,-16-4-16,12-1-56,-12 1 16,12 1-8,-3 0 8,7 4 56,-5 0 0,-1 0-32,-1 0 0,3 0 48,-1 0-24,4 0 8,1 0 56,-1 2-64,0 2 80,0-2-56,0 3 0,2 1-16,0-6 64,0 5-72,0 10 24,0-11 16,0 1-8,6 3 32,-4-3-56,1 4 112,3-3-56,-1 1 80,12 10-24,-14-12-56,9 8-56,-9-9 160,1 3-104,11 12 24,-10-5 48,12-6-72,-12 12 48,-4-18-104,18 11 56,-4 1-56,0 3 96,-1-1-24,1 3 32,-6-11-104,-1 0 113,8 11-49,-1-1 0,2 4 8,1-2-24,-5 0-48,-11-18 64,14 20 16,1-1-16,-1 1-8,1 0 0,-1 2-8,-11-18-48,7 10 24,5 6 32,-3 0 16,3-2-24,-3 0 24,-4-8-72,-5-5 104,10 9-24,0 3 8,-10-5 16,15 1-48,-16 0-32,-4-15-24,17 7 48,-14 12-64,3-14 72,-1 1-40,1 1 0,-4-4-16,1 1 24,3 2-56,-1-1 48,-1-1-16,-4 0 8,3-3-8,-2 0 0,-1 0-16,0-1-8,0 2 0,0-2-40,0 0 64,0 0-64,0 0-32,0 0 48,-2 0 16,0 0-8,-1-2 40,1 1 8,-4-3-56,0-2 48,-1 1-88,-9-10 40,10 12 48,6 2-72,-15-15-8,8 10 32,-10-12 0,1 3 16,-1-1-24,1-1 32,-3 1-40,1-3 16,0 1 0,-3-4-24,8 5 72,8 12-88,-15-17-16,0-4-24,-1 2-17,1 0 57,-2 0-16,20 22 104,-18-18-96,0-2-16,0-2 0,-1 2-8,3 0 16,8 11 104,0 0-56,-11-11-72,3 2 56,0-1-16,-1 1 24,4 4 64,14 14-64,-16-17-8,-1 3 56,3-1-40,-1 1 0,1 1-8,7 0-32,-12 10 8,13-15 80,-11 14-8,12-10 32,-5 13-16,5 2 72,1-5-40,-2 1-64,-1 1 32,3 1-16,-1 3-8,6 0 24,-3 0 56,1 0-64,0 0 16,0 0 32,2 1-56,0 1 16,0 0 24,0 4-56,0-1 80,0 2 8,4 1-24,-1 5-32,-3-10 104,4 3-48,2 9 32,-1-8 24,12 11-16,-14-3-8,0-12-88,11 11 128,-9 0-56,14 1 24,-5 3 24,1 1 0,-6-7-120,-3-2 128,10 12 8,1-2-56,1 4-8,3 0 9,-2 0-81,-18-22 72,21 29 16,-2-2-72,2 1 64,0 1-24,2 0 8,-16-20-64,6 10 88,10 8-80,0 2 32,0-1-16,-2-5 32,0 5-8,2-3-8,-4 1-40,2 0-16,-3-3-32,1-3 16,-18-20 32,14 18-40,3 2-40,1-1 40,-4-3-96,1 1-32,-9-11 168,1 0-233,-4 7-111,15-8-48,-5 10-120,-11-12-112,11 9 624,-12-11-736,1 2-152,10 1-160,-10-1-233,2-1-247,-1-2-160,-3-2 1688,2 2-1865,10-2-95,-14 0 391,6-4-3432,-6 4 5001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4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1434 258 12354,'4'0'1240,"-4"0"-463,4 0-241,-1 0-224,1 0-40,0 0 80,-4 0 40,0 0 32,0 0 64,0 0-88,3 0-16,-3 0-88,0 0-56,0 0-16,1 0-224,2 0 113,-3 0-1,0 0-40,0 0-16,0 0 16,0 0-72,0 0 112,-2 0-40,0 0 32,1 0 48,-3 1-40,1 1-112,2-2 168,-2 2-40,-1 4 96,-2-3-96,3 3-32,-3-1 40,5-3-136,-3 4-16,-4 1 120,1 8 24,1-10-24,1 10 88,1-12-192,1-1 176,-5 15-8,1-10 8,-8 12-96,11-12 8,-3 12-88,7-18 112,-16 14-72,10-8-40,-9 15 56,10-3-32,-14 1 32,17-13-56,-3 8 104,-15 7-72,5 2 24,-1-2-24,-3 6 16,8-9-48,6-11 48,-16 18-8,1 7 8,-2-3-64,-2 1 32,-2 0-32,23-27 16,-19 22-40,-4 8 24,2 1 16,-4 2 16,3 0 0,12-19-16,0 1 24,-13 14-56,2-2 176,0 2-160,2-2 24,2-2-8,16-24 24,-18 28-200,0-4 304,0-3-128,2 0-8,2-3 0,13-16 8,-7 10-136,-4 5 80,-1-1 48,2-3 8,-1 0 16,5-7-16,5-5 48,-9 9-32,8 1-8,-9-1-24,10-8 48,-9 10-40,15-17 8,-5 5 8,-3 10-56,-8-11-8,12 1 32,-1 1-32,2-5 56,0 1-8,-2 2-80,-1 0 136,2-2-160,3-2 0,-1 0 112,2 0-96,-2-6-184,2 1 200,0-1-80,0-9-32,0 12 48,1 0 144,3-9-208,2 7 0,-2-19 120,1 9-16,10-2 40,-13 8 64,0 2 8,14-10-48,-10-3 104,10 0-96,-10-2 32,15-1 0,-20 22 0,15-21-88,1-2 120,1-4-48,-1 1-16,-1-5 16,-9 22 16,7-11-48,6-10 24,0 1 64,2-3-40,-2 0-32,-4 10 32,-10 13 8,18-28-48,-2 4 144,2-2-88,0-3-8,-2 2 0,-19 34-8,16-32-112,2-4 88,-1 2 24,-2 1-48,-1 1 48,-9 18 0,0-1 40,7-14-48,0 1 128,-1 2-120,-8 1-8,13 3 8,-16 21 40,12-20-120,-10 0 96,12 2-40,-14 3-24,3-1 48,-2 16 0,9-8 24,-13-3-48,3 9 24,1-10 0,0 12 0,-2 1 0,-1 1 48,3-4-16,-4 2 24,4 1-24,-4-1-16,0 4 40,0 0-56,0-4 8,0 4-16,0 0 32,0 0-48,0 0 40,0 0-16,0 0 56,0 0-32,0 0 128,0 2-120,-2 0-24,0 1-8,2-2 56,-2 4-136,-3 1 152,1 1-64,-2 12-24,-1-14 16,6-2 0,-5 11-88,-11 0 80,10 1 16,-10 3 0,2 3 56,1-1-16,6 0 16,-14 0 48,8 2-96,-3 4 0,0-3-16,16-22-8,-18 27-80,1 1 88,-4-1 8,0 3 0,0 0-16,14-21 8,-8 10-8,-8 9-40,0 2 8,0 1 56,0-3-24,6-8 8,10-13 24,-15 22-24,-1-1 80,0-1-72,0 1-16,2-1-8,22-28 16,-22 26-112,0-1 40,3-1 80,1-2 0,1 0-8,10-12 0,0 1 24,-8 7-40,8 2 120,-12-3-80,14 1 24,-12-3-32,12 0-104,-10-8 144,13 8-80,-4-10 0,1 1 0,4-5 24,-4 3-88,0 2 48,-1-1 72,1-1-48,3-2 48,1-1-32,0 0 40,-1-1-104,2 0 96,0 0-72,0 0-24,0-4 64,0 4-32,0-15-48,4 12 0,2-3 24,-1-16-16,1 7 24,8-1 16,-10-1-32,2-3 136,10 0-120,-10-2 16,10 0 16,-10-1-96,12 1 208,-3-2-128,-1-1-24,1-3 8,-12 24 48,13-19-192,2-7 120,2 3 0,2-3 48,0-1 8,-9 13 16,-4 5 0,13-19 8,2-1-8,0 0 0,-2 0-48,-3 3 48,-17 27 0,20-30-40,-2 0 48,0 0 56,-2 0-40,3 3-8,-15 20-16,6-11 8,6-9-56,-1 3-32,0 1 80,-3 2 32,-10 7-32,-2 10 16,16-15 104,-12 4-8,10-1-144,-12 14 48,1-15-32,-4 17 16,13 2-80,-14-15 40,6 12 40,-3-2-24,1 1 0,-2 2 24,0 0 40,1 0-8,1-1 152,-4 4-136,4 0 16,-4 0-64,0 0 80,0 0-160,0 0 208,0 2-16,-2 1-104,0 3 64,1-4-72,-2 3-40,0 3 32,-3 8 56,1-8-8,-10 12 32,8-5-48,-12 5 24,3 2 16,-1 2-72,-1 0 24,-2 3 8,19-26-24,-21 24-32,0 4 64,0 3 24,0-1-80,-2 2 40,15-20-16,-6 5 0,-10 17-40,-3-4 160,2 6-80,-3-2 0,8-7-40,16-21 56,-24 30-112,-1-2 128,3 0-72,-1-2 0,4 0 8,20-28-8,-17 23-32,-3 5 32,3-3 40,-1-1 24,4-3-24,0-2 88,1 0-56,0-1 8,3-2-16,-1-1-8,8-4-56,7-16 56,-15 17-24,9-2 72,-10-8-56,10 10-16,-1-12-16,5-3-16,-1 2-40,-5 3 48,1-1 8,-1-1-16,3-1 8,-1-2-8,5-2-32,-1 0 152,0 0-176,2-6-24,0 1 8,0 4 72,0-15-192,0 10 96,0-10 56,5 1-24,1-1-16,-1-1 40,12-3-80,-13-2 136,10 0-112,-8-2 8,14-2 24,-5-5-96,1 3 144,3-1-88,-1-4 8,2 0-48,-15 23 144,11-19-184,6-8 56,0 0 24,2-3 48,0 1-8,-9 13 64,-7 10-48,20-26-16,-2 0 96,1-3-64,1 3 16,0 0 0,1-2-104,-1 3 80,-1 1 24,-3 1 24,0 2 0,-2 2 16,-4 2-48,-1 2 200,-12 5-192,16-1 24,-18 11-8,-3 12 24,15-17-208,-11 5 248,-1 1-72,3 10 24,-1-12 16,-4 14-32,4 2 0,-1-4 32,-4 1 40,0 4 32,0 0 40,0 0-144,0 0 184,0 6-32,-2 1-8,-4 8-96,-8-1 0,8 0-48,6-13 24,-18 17-16,10 5 88,-12 0-16,2 5-32,-4 1 40,0 1 0,-4 3-40,0 0 168,0 2-112,-1 2-16,7-12-88,12-15 176,-21 27-112,1-1 200,1 1-152,1 0-48,2 0-24,21-34-40,-20 29-96,-1 2 96,0 0 32,2 1 8,0-2-8,12-19-32,-2 3 40,-10 16-16,0-2 96,0-3-96,2 1-8,0-3 16,1 0-120,-1 1 176,3-1-112,-1-4-40,0 2 0,1-4-152,-1 0 32,1 4-64,2-2-88,1-1-80,4-9 416,5-4-512,-10 12-176,1-3-81,6-1-247,-10-8-264,11 9 1280,6-16-1568,-15 5-473,10 12 17,-1-13-3409,7-5 5433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0:47.99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1308 328 8481,'3'0'1305,"1"-4"-177,0-1-272,1-1-224,-1 2-128,0-1-72,-1-1-64,1 3 9,0-3 7,-1 1 32,-3-1 8,1 5-424,2-3 456,-3-2-80,0-9-48,0 15 8,4-3-40,-4-1-296,0 2 296,0-1-24,0-3-80,0 2-32,0 1-8,0-1-56,0 4-96,-2-6 120,0 1-40,-3-1 24,1 1 32,-2-1-15,5 5-121,-1-1 152,-2-2-48,0-1-24,-1-1 32,-1 0 0,2 2-112,3 3 88,-5-16 16,-1 17-48,1-5-8,1-1 8,-1-8 32,5 13-88,-3-2 80,-4-3-48,3-8 8,-2 10-16,1-1 24,3-5-48,1 3 88,-6 3-8,1-1-16,-8-1-8,10 1 8,-9-9-64,13 13 80,-5 1-16,-1-5 0,-9-1 16,10 1-24,-11 1 40,15 3-96,-3-2 80,-13 0-16,10-1 8,-12 4 8,5-4 8,10 4-88,3 0 120,-20 0-16,15-4-64,-15 4 88,5 0-56,0 0 48,15 0-120,-14 2 160,-2 0-120,-1 0 48,1 2-8,0 1-8,10-3-72,-1 0 120,-9 3-80,-1-1 32,1 2-40,-1-1 16,1 0-48,16-4 72,-16 4-64,-1 1 32,-1-1 24,2 1 8,-1-1 56,15-3-128,-10 4 144,-6 1-80,1 0-8,1 1 40,0 6-16,7-10-80,5-2 153,-12 5-9,-1 8-72,1-10 32,1 3 0,1 10 16,15-18-120,-15 6 152,-2 10-96,1-8 64,1 10-24,-1-3 0,10-9-96,-2 2 168,-6 7-72,-2-8-32,1 16 40,1-7-40,3-4-64,9-9 104,-11 15 24,6 1-56,-12-3 56,13 1-32,-12 3 32,5-2 16,8 1-104,-12 1 24,12-2 24,-12 3 0,12-5-8,-12 2 0,12 1-56,-10-3 24,10 3 40,-7-2-88,12-16 64,-5 16 16,-9-1-104,10 3 72,-2-3-24,-8 3 0,13-1 64,-3 0-80,-3 1 56,1-1 8,1 1-16,1-8-56,3-6 144,-4 12-128,1-1 0,-1 1 40,3-3-80,1 5 104,2-17-80,-2 14 56,0 3-64,0-3 48,2 3 8,0-3 8,0-7-56,0-1 96,0 10-40,0-1 16,0-1-40,0 1-8,4-2-24,-4-14 56,6 16-40,-1-1 56,-1 1-24,1-2 0,1 1 0,-5-12-48,1 7 25,4 4-9,9-8-24,-15 13 64,5-13-24,5 6-32,-5-7 80,-1 1 0,1 12 8,12-12-48,-14 10-80,12-10 48,-14-7-8,4 18-48,9-12 0,-8 12 144,12-12-104,-14 10 0,4-13 8,2 0 64,-4 13-112,14-10 48,-5 9 8,-10-10 16,13 7-24,-14-9 64,11 2 0,0 3-72,1 6 24,-1-10 8,2 3-16,-15-5-8,14 4 24,0 1-72,1 0 0,0 1 40,1-1 16,-7-2-8,-4-2 56,12 4-56,1-2 56,0 1-32,0-2-32,2 1 8,-22-5 0,23 4-88,0-1 8,-2 1 48,3-2 32,-2 2 24,-14-3-24,8 1 64,6 0-72,-2 4 24,0-4-40,2-1-8,-5 1 32,-12-2 96,15 0-80,1 0 32,-3 0-40,0 0-48,3 0 32,-20 0 8,16 0-16,3 0-64,-1-3 64,1-3 0,0 0 8,-9 4 8,-2-1 48,12-3-80,-3 1 56,2-10-72,0 12 24,-3-10 24,-15 11 0,18-4-72,-2-12 56,1 12-40,1-16 24,-2 6 16,-12 11 16,7-7-32,7-4 0,-2-5-24,1 3 0,-3-4 32,-3 7 24,-7 8 40,12-15-64,1-2 0,-1 0 24,-2 0-65,1-3 89,-16 25-24,15-26 16,-2-1-88,1-1 96,0-1-40,-10 0-32,12 1 72,-12-1-80,10 2 56,-11-1 0,1 1 0,0 5 0,-4 18 40,2-21-40,1-1 32,0 3-24,1 1-24,-1-4-24,-3 24 40,2-16-56,-3-2 24,0 0-40,-2 4 64,-2-3 16,1 11-8,1 2-8,-4-12 72,1 3-40,-1 1-56,-1-1 24,0 1 8,6 16-96,-15-17-8,10-1-48,-10 1-48,8 1-48,-10-1-96,15 15 344,-1-2-376,-13-19-136,2 8-88,8-2-64,-13 1-112,14 12 776,4 2-809,-16-18-119,11 5-120,-10 1-40,12-1-137,-12 0-111,15 14 1336,-1-13-1552,-14 0-313,11-1-111,-1-2 56,0 1-1289,3 9 3209,0-1-4801,4 8 4801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1.58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1040 180 9562,'0'0'1432,"0"0"-384,0 0-392,0 0-280,0-2-376,0 1 264,0 1-128,0-4-24,0 4 0,0-4 48,0 1 65,0-1-1,0 0 24,0 1 32,0-1-40,0-2 16,0 4-256,0-1 240,-2-3-88,0 1 64,-1 1-64,-1 0 8,1 2-160,2 1 160,-4-5-72,1 1 40,-2-1-24,1 3 16,-1-1 8,5 3-128,-5-2 104,-9 0-32,10-1 24,-3-2 16,-8 1-24,13 2-88,0 0 136,-13 0-56,10-3 0,-12 2 16,12-1-24,-11 0-72,16 4 88,-14-2-24,-1-3 8,1 1 8,-1-1 16,-1 2-8,13 3-88,-7-1 88,-5-2-16,-1 0 24,1 1 1,-1 3 31,4-3-128,8 2 160,-14 1-32,3 0 24,-3 0 24,1 0-32,-2 0 32,1 0-48,1 2-32,-2 0 24,1 1-24,1 1 64,9-2-160,-2 0 160,-6 1-32,-1 1 24,1 2-8,1-1 32,1 0-176,11-4 128,-12 13-24,-3-10 32,1 3-88,1 10 96,1-11-16,12-3-128,-10 8 88,-1-5 48,-2 12-8,1-3 0,1 0-8,5-7-120,3-2 160,-9 9-32,1 2-16,0-1 8,1 1-40,-1 1-80,15-18 72,-15 18-8,8-1-40,-11 1 32,10 1 32,-10-1-47,15-11-41,-2 5 48,-9 8-56,8-2 56,-8 2 24,10-1 8,0-4-80,2-10 152,-5 15-96,1-1 16,1-1 8,-1 2-32,5-3 0,0-14-48,0 14 80,-1 1-40,2 1 32,0 1 0,0 0-16,4-1 56,-1-1-32,3-1 80,9 1-64,-12 0-40,2-3-56,-4-13 56,13 22-72,-8-6 120,10 4-24,-10-2-40,16-1 24,-20-13-64,2 8 16,18 4 8,-6-1 56,-1-2-48,1-1 16,-6-4-48,-5-5 80,14 10-64,1-8 88,-2 12-72,2-14 24,-1 12-16,-19-17-40,18 5 16,4 10-40,0-13 16,2 3 48,0 1-48,-12-4 8,2 1 72,10 3-104,0-4 112,1-1-80,1-1 8,-2 0-8,-20 0 56,25 0-120,1 0 112,-1-3-64,-1-1 0,1-1-48,-22 1 64,17-7-80,6 7 8,1-12 72,-2 12-16,3-14-16,-12 9 32,-7 3 56,18 0-96,4-16 88,-4 8-24,-1-5-64,-1 3 40,-29 16-16,29-21-48,-1 3 40,-2 0 24,-2-1-8,-2-1 40,-14 13-32,6-6 24,6-6-80,-3 1 56,-1 3-24,-1-1-16,-11 4 40,-3 9 16,18-12-56,-14-5 8,12 4 16,-13-1 8,10 0 8,-13 17 0,2-5-24,1-19-48,1 6 16,-1 3 32,-1-3 16,-3 8 8,0 3 32,0-10-24,0 1 24,0-1-80,-1-1 48,-4 3 0,4 13-32,-6-14-64,-10-2 144,2-1-136,1-1 56,-5 1 24,13 14 8,-8-8-104,-10-5 48,-1-1 0,-5 1-16,1 0-72,8 5 144,12 7-128,-24-10-96,4 1-96,-3-3-16,1 3-121,2-2-79,27 16 536,-27-14-584,-3-2-160,3 2-96,3 10-184,-1-15-217,3 14-199,2-12-320,-2 14-257,3-11-199,3 12 247,3-2 1969,12 4-5233,3 1 5233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2.73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1065 237 11386,'0'0'1696,"6"0"-768,-1-3-383,-3 0-545,0 2 320,-2-3-152,3 1 8,1-1-120,-4 0 120,4 1 16,-4 3-192,0-6 184,0 1 128,0-12-40,0 13 0,0-10-40,0 11-232,0 0 208,-4-12-88,0 12 144,-1-14-152,-1 14 48,2-9-160,3 9 176,-14-1-144,12-1 208,-5-1-168,-7-10-16,10 12-16,2 3-40,-11-4-72,7-9 104,-11 10 64,3-2-40,0 1 16,7 2-72,2 0 88,-11-2-96,-1-1 105,-1 3-81,3-3 40,-2 3-56,17 2 112,-17-2-88,-2-1 168,-2 4-112,0 0-16,-2 0 56,17 0-120,-8 0 8,-9 2 48,0 0 176,2 1-120,-2 3 40,7-2-152,10-2 168,-17 3-136,0 10 152,0-12-56,0 5 16,2 8-32,20-14-112,-22 2 48,2 14-24,-2-10 88,1 12 16,-1-2 8,12-8-136,0 0 168,-12 11-112,-2-1 104,2 0-144,-2 4 88,6-2-104,17-18 112,-21 22-96,2 1 248,1-1-168,3 0-8,1 1-8,13-21-80,-8 14-48,5 7 64,-14 1 0,14 0 72,-11 1 0,14-11-88,2-7 104,-13 19 72,12-1 80,-3-1-128,1 1 16,1 1-31,4-30-113,-4 27-32,2 3 88,2 1 48,0 0-64,4 1-8,-2-21-32,2 7 72,1 13-56,14-5 104,-14 0-56,15-2 16,-7-4-80,-9-15 88,12 19-104,5 0 152,2-4-136,1-1 0,4-5 40,-23-11-40,19 9-88,10-6 64,0 8 32,3-10 0,4 0 32,-18-3-40,-2 0 56,25 0-24,3-1 80,3 0-88,1-3-24,-3-13 0,-46 15 8,49-4-96,-2-17 200,1 3-96,-2 3-8,-3-5-32,1-1-104,-4-1 72,-3-3 104,-3 2-64,-1-2-16,-13 8 32,-15 10 48,21-21-112,-3 1 112,-1-1-16,-4 1-24,-2 4-8,-20 23 24,17-25-32,-1 0-64,-1-1 80,-9 1-24,14-2 8,-18 16 8,1-3 40,12-11-80,-11-2 200,1-1-200,-1-1-16,-1 4 56,-2 21-40,2-24-160,-3-2 256,0 1-56,-3 1 16,-3-1-72,2 24 56,-8-15-176,6-7 48,-16 2-72,4 2-33,-5 1-15,8 7 248,7 8-248,-18-14-72,-4 0-40,-1 5-96,0 0-16,-4 3-16,35 14 488,-35-15-560,-2 10-96,-1-12-160,1 13-169,-4-1-215,26 3 1200,-8 0-1440,-18-2-281,1 1-183,1 3 136,2 0-3474,37 0 5242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3.70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1170 447 9858,'0'0'1776,"4"-4"-824,-4-1-376,0-1-200,0-8-88,0 10 1,0-2-17,0-10 104,0 12 80,0-12 16,-1 13-472,0 0 488,-1-15-56,-2 12-96,-1-12 56,-1 3-24,1 10-368,5 5 304,-6-19 16,-1 16-64,2-3-39,-10-10 15,11 10-32,2 1-200,-3-5 160,-12 7 0,10-3 0,-10-9 24,10 12-16,-6 0-168,8 2 160,-10-4-8,-2 1 104,1-2-80,-3 3-40,1-1 8,17 4-144,-18-4-8,-3 4 32,0 0 64,0 0-16,-2 0 16,12 0-88,-2 0 144,-10 0-24,-2 2 24,1 4-8,1-1-32,2 0-104,18-4 136,-24 6-24,3 8 48,-3-10-8,0 10-32,3-8-8,18-3-112,-14 9 40,-7-6 24,-1 15-8,1-5 64,-1-1 24,13-3-144,6-5 160,-17 12-15,-1 2-113,1-2 0,-1 4 8,0-4-40,28-20 64,-25 24-8,1 0-16,-2 4 24,2 1-8,0-1 32,4 3-8,2-2-80,1 1 56,2 1 48,1-2-16,8-4-88,4-18 136,-12 24-24,8 0-40,0 4 32,1-2-8,1 0-16,4-27-80,-2 23 72,1 6-80,1 2 56,0 0-32,3-4 64,0-17-80,0-3 88,15 17-96,-12-1-8,16-1 24,-4 1 24,-1-3-32,-15-24 80,20 22-40,5 0-96,1-2 40,5-2 0,2 0 32,-25-15-16,15 8 96,13 6-120,3-3-8,3-1 32,2-8-16,-12 6 16,-18-7 24,33-1-64,3 10-32,-3-13 8,5 2 80,-1-3 16,-48-1-32,45 0 64,4 0-136,-5-5 72,1-13 32,-2 12 8,-28-4-40,4-2 136,20-3-160,-2 1 72,-1-5-56,-5-1 24,-4 0-16,-27 16 64,34-22-64,-4 1 0,2-3 32,-4 0-16,-6-3 16,-21 24-32,14-17 64,4-7-152,-4-1 48,0 1 40,-3-2-24,-7 10 24,-4 9 88,0-23-56,14 2-32,-16-5-32,11 1 16,-15-1-8,0 39 24,3-40-16,-3 0-40,0-1 64,0 1-16,-2-1 0,0 25 8,-1-8 16,-12-17-128,8-1 96,-13-3-32,1 6 16,5 6 32,10 24 8,-18-31-184,-2 6-32,-2 2-200,-5 0-112,-2 4-57,28 24 577,-27-22-760,-5-2-144,-1 3-168,-1 2-264,0 0-257,17 13 1593,4 2-1920,-23-11-425,1 0-55,1 3-3409,39 17 5809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45.88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273 4 6553,'0'0'1664,"0"0"-207,0-4-41,0 4-104,0 0-248,3 0-1064,-2 0 793,2 0-161,1 0-160,0 0-96,-4 0 16,0 0-16,1 0-376,1 0 448,-2 0-32,0 0-24,0 0 40,0 0-32,0 0-400,0 0 401,0 0-17,0 0-64,0 0-80,0 0 24,0 0-72,0 0-1993,0 0 3770,0 2-1833,0 0 0,0 0 24,0-2 0,0 1-160,0 0 216,0 1-104,-2-2 24,1 0 56,-1 2 16,0-1-208,2-1 224,-2 6-24,0-2-72,-1 1 8,1-1 48,-2 1 0,3-4-184,-2 2 200,0 1-63,1 1 31,-4 1 8,5-1 24,-2-1-200,2 0 192,-5 10-32,3-10-16,-1 1-24,-2 3 32,3-1-152,3-7 144,-4 15-24,-1-10-8,-1 12-8,1-12 16,-1 12 0,4-15-120,-1 1 104,-3 14-48,0-10 0,-1 12 32,2-14 72,-1 9-160,4-9 184,-5 2-32,1 13-72,1-5-16,-1 0-16,-1-8 24,6-5-72,-4 14 120,0-8-96,-2 10 56,1-10-8,1 10-48,2-15-24,0-1 120,-2 17-48,-3-14 24,3 14-32,-1-14 0,1 11-64,5-13 48,-6 2-48,2 10 80,1-10-112,-3 3 16,1 6-8,4-12 24,-2 2-88,-1 3 40,1 1-40,-1-1 104,0-1 8,2-2-24,1-1 120,-3 4-40,0-1-64,2-1 0,-1 1-80,1-3 72,2-2-8,-2 2 0,0 1-56,0 0 72,1-1 0,-1 1-32,2-3 16,0 0 48,0 1-40,0-1 0,0-1 24,0 0 24,0 0-56,0 0 16,0 0 16,0 0 48,0 0-40,0 0-16,0 0-216,0 0 352,3 0-216,1 0 16,0 0 24,-1 0 48,1 0 80,0 0-32,-1-3-40,3 3-24,0 0-24,-3 0 8,-3 0-32,6-4 32,-3 4-24,1 0 64,0 0 0,1 0 0,1 0 8,-3 2-72,3 0 136,-1-2-80,1 2-16,-2 0-16,-2-1 48,3 3-56,1 0 32,10-1 41,-12 1-1,1-2-40,-4-2-24,4 5 80,10-1-104,-10-2 64,10 3-8,-10 1-8,3-3-24,1-1 104,-4 4-80,14-1 88,-14-1-128,14 2 0,-6-2 16,-12-3 32,14 5-104,0-3 152,-10 1-48,16 1-24,-16-1 0,0-2-8,10 2-32,-9 1 24,14 3 16,-14-3-16,12 1 8,-14-3 0,-3-1 24,16 4-24,-12-1 40,10 2-40,-11 1 0,1-1 0,-5-7-24,6 6-8,-1-1 8,1 1 32,9-1-8,-15 1 8,2-4-8,1 1 48,3 3-104,-1-1 96,-1-1-32,1 0-40,-2-1 32,-2-3 32,3 4-56,-1 0 40,-3-1-16,4-1-56,-4 0-8,1-2 64,2 2-184,-3 0-8,3 0-9,-3-1-31,4 1-16,-4-2-56,0 0-136,0 0-40,0 0-152,0 0-104,0 0 736,0 0-856,0 0-161,0 0-15,0 0-88,0-3-8,-2-1-113,1 3 1241,-1-2-1400,-2 0-192,0-3-153,-1 1-55,1-1 40,0 2 1760,3 2-1601,-5-3 417,4-1-3441,2 6 4625</inkml:trace>
  <inkml:trace contextRef="#ctx0" brushRef="#br0" timeOffset="825">745 210 6849,'0'0'520,"0"0"-520,0 0 712,4 0 24,-4 0 41,4 0-41,-4 0-64,0 0-672,0 0 672,0 0-96,0 0-24,0 0-16,0 0 16,0 0 9,0 0-4010,0 0 7426,0 0-3521,0 2 0,0-2-32,0 2-8,0-2-416,0 0 440,0 2-96,-2-1-8,0 1 0,-2 0-24,3 2-312,1-4 361,-4 3-17,2 1-80,-2 0 48,1 0-64,-3-1-32,5-2-216,-1 0 256,-4 3-104,2-2 32,1-1 56,-1 1-48,0 0 56,1-2-72,-1 2-96,0-2 48,-1 0-56,1 0 72,4 0-144,-4 0 184,1 0-104,1 0 88,-2 0-72,1-4-24,1 2-72,0 1 120,-2 1-32,1-4 0,1 0 32,0 1-56,0 0-64,2 2 32,-2-3 16,0 0-72,1 1 64,1-3-24,0 1 16,0 4-32,0-4 48,0 0-72,0-1 73,0 1-49,0-1 16,0-3-16,0 3 48,0 3-56,0-1 8,0-1 40,3-10-16,1 15-8,-4 0-16,4-6 48,-1-8-120,1 10 80,0-2 0,-3 4-8,1-1 72,2-3-64,1 1-32,-1 1 32,0 4 32,0-2-40,-3 1 56,3 1 24,0 0-48,-1 0 16,1 0 8,0 0-64,-3 0 8,3 0 40,0 0-96,0 0 32,-1 0 56,1 0-40,-2 1 8,0-1 88,1 2-40,1 0-40,0 2 48,-1-1-40,-3 1-16,0-4 8,4 6-8,0-1-16,-4 1 16,0-1 8,3 3 40,-3-7-48,0 3-24,0 2-24,0-1 8,0 2 40,0 1 24,0-3-24,0-3 32,0 6-16,-1-1-40,-1 0 48,-2 1-32,0-1 48,4-6-40,-2 3 64,-3 2-80,1 1 64,-1-1-40,1-1-8,1-3 0,1 0 72,-2 2-72,0-1 80,1-1-56,-3 0-16,3 0-8,2-2 88,-4 2-96,-1 0 32,3-2 24,-3 0-16,2 0 16,4 0-48,-3 0 48,-1 0-88,-1 0 80,3 0-40,-2 0-8,1-3 8,1 2 72,-2 1-72,0-4 16,2 1 40,1-3 0,-1 2-80,0-1 64,0-1-96,0 1 32,0-10 96,0 15-88,2-2 16,-1-1 80,1-3-136,0-9 32,0 12 48,0-3-56,0 2 32,0 3 64,0-16-72,0 13 40,3-1-16,-3-10-48,4 12 64,-4-1-80,4-2-16,-1-8 56,1 10-32,0 0 56,-2 2-16,-1 1 40,3-3-40,0-2-16,-1 1 8,3 1 32,-3 1-24,-2 3 8,-1 0-16,5-4-80,-1 4 32,-1 0 40,3 0 16,-5 0 0,2 0 32,0 0-112,1 0 32,0 2 16,-4 3 8,0-2 24,0-2 64,3 4-72,1-1 8,-4 0 0,0 1-24,0-1 24,0-3 0,0 3-32,0 0-56,0 2 40,0-3 56,0 3 32,0-1 16,0-1-56,-2 2-24,0-5-24,-1 5 96,-1-1-48,4-5 32,-2 4 0,-1 2-16,-1-1-24,-2-1 8,3 1-32,1-4 32,-2 0-24,0 1-56,3 4 48,-3-3 8,0 1 96,3-2-72,0 0 48,0-1-24,-1 1-24,0 0-72,-2-2-32,2 2-112,2-2 216,-1 2-344,1-2-209,-2 2-47,2-2-112,-2 1-112,2-1 824,0 0-888,0 0-208,-2 0-89,2 0-111,-2 0-128,2 0 1424,0 0-1497,0 0-95,0-3 16,0 3 63,0 0 257,0-4-3529,0 4 4785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0.56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287 9 6833,'0'0'184,"0"0"120,0 0-304,0 0 456,0 0 136,0 0 56,0 0-7,4 0 31,-1 0 32,-3 0 16,4 0 24,-4 0 48,0 0-7,4 0-9,-2 0-776,0 0 800,1 2-112,1 0 80,-4 0-128,4 0-56,-4-1-584,0-1 593,3 4-161,1-2 96,0 0-88,-1 1-32,1-1-24,-3 0-384,2 2 320,0 1-16,1-1 16,2 1-24,-3-1-56,-1-1-240,0 0 312,2 2-64,-1-1-56,1 1 33,0 1-57,1-1-168,-5-5 128,4 6 32,-1-1-56,3 1 0,-2-1 32,1 1 0,-3-3-136,2 1 112,-1 4-24,3-3 64,-1 1-72,-1 8 24,0-10-104,-2-2 96,3 5-96,1 8 120,8-11-64,-10 1-32,2 1 56,-5-5-80,14 12 0,-11-11 32,1 4 16,1 1-24,8-1 32,-12-4-56,0 1 40,4 3 48,-1-1-64,10 3-48,-11-3 40,-1 0-16,-3-4-48,6 4 40,-1-1 24,1 0-16,-1-1 40,1 3-24,-5-5-16,2 3 8,2 2-64,-1-1 16,-1-1 32,1 1 0,-4-1 8,0-2 56,4 3-24,-4-3 72,3 4-88,-3-4-24,4 3 0,-4-4 8,0 4-56,0-2 24,4-1 56,-4 0-24,0 2-24,0-3 24,0 1 24,0 0-72,0 0 64,0 0-64,0 0 0,0-1 48,0 0 24,0 0-72,0 1 80,0 0 8,0-2-56,0 0 48,-1 0-32,0 0-8,1 0-32,-2 0 40,0 0 0,2 0 16,-1 1-16,0 0 24,1-1 0,-1 0-56,-1 0 16,-2 0 24,2 0-24,2 0 16,-2 0 24,-1 0-40,-1 0 0,0 0 8,1 0-32,1 0 40,0 0 32,-2 2-72,-1-2 88,1 2 8,-1-2-96,0 1 40,4-1 64,-4 2-96,-1 0 96,1 0 0,-1 0-104,1 2 48,4-4-8,-4 3-56,-2 3 8,-1-3 88,1 1-32,-8 2-16,12-3 8,1-1 48,-6 5-8,1-1-16,-8 1-24,12-1-8,-3 1 8,6-7-16,-7 15-16,-1-13 64,1 5-32,-8 0-48,12 8 80,0-13-32,-2 2-48,-2 3 24,-8 8 64,10-10-48,-3 1 48,3 4-40,3-6 48,-13 2-32,12 0 40,-5 10 0,1-10-16,-8 1 8,14-7-48,-2 15-56,-2-10-8,-2 1 24,-1 1 16,3 0 64,2-4-40,-2 0 40,0 4-24,-1-1 40,1-1-32,1 1-16,-1-3-24,-1 1 48,1-2-40,1 4 16,2-5 48,-2 1-104,3 0 48,-1-2-32,0 0 16,0 0 0,0 0 32,1 0-16,0 0 40,1 0-48,0-4 0,0 4-16,-1-3 32,1 3-8,0-4 48,0 4-32,-2-4 8,2 4 16,0-3-56,-1 1 16,0 0-32,1-2 0,0 1 120,0 3-104,0-4 24,0 1-8,0 2 32,0-2-152,-2-1 128,2 4 16,-2-4-40,2 1 24,0 3-8,0 0 40,-2-4-96,2 0 72,0 4-24,-1-3-16,1 1 24,0 0 48,0-4-24,0 1 24,-2 1-40,2 0-40,-2-1 32,2 5 8,-2 0-40,2-4 32,-2-1 24,0 1-64,0-1 48,2 3-8,-1 0 24,1-2-80,-2 1 32,0-1-40,0-2-8,1 3 72,0 1 64,-2-4-16,1-8 56,-2 14-72,2-6-40,-1-9-24,2 15 32,-2-3-72,-3-3 8,1-9 32,1 12 16,-1-1 40,3-3-24,0-1 80,-2 5-96,1-3 88,-3-9-136,2 12 8,0-9 56,3 9 24,-5-1-104,3-1 128,-3-1-56,1 1 8,1-1 40,3 5-40,-3-3-40,-2-2-16,0 1 24,1-10 0,1 11 40,1 2-8,1 1 32,-2-3-32,0-1 8,-1-1 40,3 1-8,-2-1-72,-1 2 40,1 1-88,1-1 40,-1 0 72,0 1 0,3 1-32,0 0 40,-1-2-72,1 1 136,1-1-120,-2 4 8,0-3 8,2 2 72,-2 1-200,2-3 200,-2 3-80,2-4 72,0 4-64,0 0-72,0 0 32,0 0 16,0 0 8,0-4 40,0 4 48,0-3-80,0 3 64,0 0-32,0 0-40,0 0 16,0 0 32,4-4-32,-4 4-40,0 0 32,4-4 8,-4 4-8,3 0 8,-3 0 8,4 0 24,-4 0-56,4 0 40,-4-2-16,0 0 24,3 2-64,-3 0 160,4-3-104,0-1-32,-1 0 64,-2 4-48,-1 0-120,3 0 112,1-3 24,-1-1-40,1 4 48,-2-2-24,0 0 0,1-1 8,3-1 40,-1-1-56,1 1 24,6-1-16,-9 4-24,-3-4-8,5-1 64,10 1-40,-11-10 8,1 11 40,-2 3-40,9-3 0,-8-13-16,12 17 24,-12-5-32,10-1 8,-11 3 16,-2 1 40,16-13 8,-14 10-24,14-10-32,-12 11-8,10-1 16,-15 5 24,6-6-48,-1 1 40,12-10-40,-14 11-8,12-1 8,-14-1 24,2-3-56,2 5 24,1-1 48,9-1-24,-15 1-8,5-1 64,1 1-96,-1 1 120,1 0-40,-1 1-40,-1-1-8,-4 4 16,3 0-80,1-4 0,0 4 56,-4-3 0,4 3 16,-4 0 8,0 0 48,0 0-88,0-4 40,0 4-16,3 0 0,-3 0 16,0 0 16,0 0-32,0 0 112,0 0-136,0 0 32,0 0-32,0 0 32,0 0-152,0 0 104,0 0 16,0 2 48,0-2-16,0 0 8,0 0 16,0 0-56,0 0 24,0 0 0,0 0 8,0 0 16,0 0 48,0 0-152,0 0 24,0 0 8,0 0 8,0 0-40,0 0 480,0 0-752,0 0 336,0 0 0,0 0 16,0 0-40,0 0 560,0 0-1024,0 0 456,0 0 8,0 0-16,0 0 8,0 0 24,0 0 856,0 0-1696,0 0 824,0 0-56,0 0 16,0 0 56,0 0 1224,0 0-2400,0 2 1184,0-2 48,-2 2-96,1-1 32,1 1 8,0-2 40,-2 4-88,2 0 64,-2-3 16,0 3 0,0 0-16,1-4 24,0 2 0,-1 3-56,1-3 88,-1 3-16,0 1 48,0-1-48,0 1-40,2 0 48,-2-1-32,1 2 24,-1 1-32,2-7 16,-4 5-8,2 9-88,-1-12 144,1 3 0,-2 9-40,3-13-8,0 1 112,-2 12-104,-1-10 40,0 14 16,-1-4-24,1-2-40,4-12 64,-6 16-40,1-10 128,1 15-112,-1-7-8,-1 2 0,5-11-32,-1 8-40,-4 0 16,1 3 48,1 1 32,0-1-56,2-6 0,0-6 104,-1 12-56,-1 0-24,0-1-8,1 1-16,-1-3-16,4-13 16,-2 13-16,-1 1-24,1-10 32,0 14 64,0-14-24,1 2-32,0 3 40,-1-7-32,2 3 32,0 9-56,-1-13 64,1 3-80,0 2-88,0-3-24,0 0-144,0-1-40,0 1-144,0-3 472,0 2-537,3-1-143,-3-2-104,4 0-48,0 0-112,-2 0 944,-1 0-1008,5 0-153,-1-4-191,1 0-200,-1 1-137,1-3 1689,-6 6-1640,4-5 96,1-10 303,1 11 409,-1-1 312,10-14 272,-15 16 168,5-14-32,10 12 8,-15-12-3865,0 17 3969</inkml:trace>
  <inkml:trace contextRef="#ctx0" brushRef="#br0" timeOffset="496">557 287 7169,'0'0'360,"0"0"-360,0 0 448,4 0 32,-4 2 24,4-2-103,-4 0-33,0 0-368,0 0 408,0 0 8,0 2 56,0-2 80,0 0 104,0 0 32,0 0-688,0 0 752,0 0-71,0 0-41,0 0-16,-2 0-96,1 0-528,0 0 488,-3 0-48,-1-4-16,-1 4 0,1-4-16,0 4-408,4 0 368,-6 0-63,-8-3-49,12 3-16,-5-4 24,-6 4-24,11-1-240,-2-2 240,-13 3-40,10-4-24,-12 4-8,15 0-16,-7-2-152,7 1 184,-2 1-8,-12 0 72,5 0-136,-1 0-8,0 0-48,14 0-56,-12 0-32,-2 0 56,0 0 40,-1 0 8,1 0-8,8 0-64,-1 0 144,-7 0-104,1 0-24,6 2 32,-10-1-16,6 1-32,9-2 48,-4 4 8,-13-2-16,12 0-32,-8-2 8,9 2-16,3-2 0,-7 1-24,5 1-24,-1 0-32,-8 0 40,10 0-96,1-1 136,2 0-192,-5 0-104,-1-1-168,3 2-216,-2 0-144,1 0-201,6-2 1025,-5 2-1288,-1 0-168,2 1-216,1-1-129,1 0 9,1-1 1792,0 0-1537,-1 1 385,0-1 472,2 1 328,0 0-48,3-2 400,-2 0-3977,-1 0 3977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5.01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415 5 7041,'0'0'768,"0"0"192,0 0-960,0 0 953,0 0-105,0 0-48,0 0-152,0 0-112,0 0-4321,0 0 8074,0 0-3905,-2 0 112,2 0-55,0 0-9,0 0 64,0 0-496,0-4 408,0 4 8,0 0 56,-2 0-64,2 0 8,0 0-416,0 0 464,0 0-56,0 0 57,0 0-113,0 0 8,0 0-2409,0 0 4418,0 0-2121,0 0 176,0 0-144,-2 0-24,2 2-24,0-2-232,0 2 112,0-1 48,0 1 24,0 0 32,0 2-24,0-3-192,0 0 208,4 2 0,-1 1-48,-3-2-40,4 2 48,-4-3-16,4 3 0,-4 2-40,3-1-7,-3 1 23,4-1-8,-2-3-120,0 2 160,1 3-64,1 0 224,0 1-208,-1-1 16,2 5-128,-4-9 152,3 0-264,-1 3 248,1 9 16,0-10-24,-1 10 0,-2-14-128,4 3 72,-1 11-24,1-9 40,-1 8 24,-1-8-16,1-2-96,-2-1 120,2 5-32,-1 8 96,1-10-96,0-1-32,-1 9-56,-3-13 64,4 1-120,0 3 80,-1 3 24,1-3 24,0 1-80,-3-5 8,1 3 32,2 2-64,0-1 216,-4 1-168,3-1-8,0-1-8,-2-2 32,-1 0-232,4 3 344,-1-1-104,1-1-24,-4-1-16,0-2 0,0 2-112,4 0 64,-4 0 64,4-2-32,-4 0 16,0 0 24,0 0-56,0 2 64,0-2-96,0 1 24,0-1 40,0 0-48,0 0-96,0 0 152,0 0-176,0 0-64,0 0 0,0 0 1048,0 0-2048,0 0 848,0 0 88,0 0-200,0 0-33,0 0 3466,0 0-6482,0 0 2721,0 0 48,0 0-160,0 0-16,-2 0-145,2 0 1097,-2-3-1248,0 3-128,-2-4-161,2 0-103,-1 4-72,2-1 1712,0-1-1665,-3 2-1199,1 0-1809,3 0 4673</inkml:trace>
  <inkml:trace contextRef="#ctx0" brushRef="#br0" timeOffset="515">36 223 7817,'0'0'928,"0"0"-23,0 0-193,0 0-272,0-3-40,0 3-80,0-4-16,0 4-16,-1-2-288,0 0 376,1-1 32,0-1 24,-2 0 40,0 1-15,1-1-457,0 4 432,0-4-8,1 1-16,-2-1 8,0 0-16,0 1-8,1 1-392,-2-2 352,0 0-32,1 1 216,0-1-168,0 4 65,1-3-433,0 2 456,-1 1-184,2-3 256,0 3-80,-1 0-24,1 0 8,0 0-432,-2-4 344,2 4 16,0 0 48,0 0-8,0 0-24,0 0-376,0 0 401,0 2-57,0 0 152,0 0-168,0-1-40,3 4-288,-3-4 296,0 4-160,4 1 152,0-1-32,0 1-56,-1-1-8,-2-3-192,2 2 144,1 3-8,-1 1 64,3 6-40,-1-10 0,-1 1-160,-2-3 240,3 13-112,10-9 96,-11 10-88,1-10-64,1 8 65,-6-13-137,5 4 0,10 2 48,-15 12 32,5-12-24,10 10 8,-15-14-64,0 1 80,4 13-80,0-12-112,1 12 104,-1-12 8,-1 8 0,-3-9 56,4 1 56,0 10-24,-1-10-80,-3 10-16,4-9 16,-3-5-8,-2 5-104,5 1 40,-4-1 48,3-1 16,-3 1 8,0-3-8,0-1 40,4 6-104,-4-3 128,0 1-232,0-1-16,3-1 184,-2-4-169,-1 4-183,0 1 152,0 1-88,0-3-72,0 1-64,0-3 424,0 2-536,0 0-96,0 1 72,0 0-104,0-2-73,-2-1 737,2-1-720,0 2-280,-2 0-120,2 0-168,0 0-305,0 0-247,0-2 1840,0 1-2153,4-1-303,-4 0 319,3 0-3320,-3 0 5457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1:56.84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682 3 9858,'0'0'1336,"0"0"-1336,0 1 1072,0-1-336,0 2-160,0 0-63,-1-2-9,-1 0-504,2 0 568,-2 0 32,-2 0-64,1 0 24,-1 0-56,0 0 0,3 0-504,-3 0 552,-2 0-135,1 0 31,-3 0-120,-6 0-8,11 0-320,0 0 360,-2-4-72,-12 4-16,10-3 0,-12 3-40,12 0-232,7 0 272,-18 0 16,3 0-80,7 0 40,-15 2-24,6-2 8,12 0-232,-8 1 264,-8 1-88,5 0 9,-4 2-17,-2-1-8,8-1-160,7-2 224,-13 4 16,0 0-40,0 1 32,-1 1-72,-1-1-80,21-4-80,-18 4 96,1 0-104,-1 1 96,1-1 0,0 1-24,9-4-64,-1 1 72,-6 3-104,-1-3 0,2 3 48,1-4 8,8 1-24,4-3 32,-16 6 24,11-2-80,-8 1 24,9 1 8,1-3-72,3-2 64,-4 2-96,1-1-184,-1 0-80,3 0-136,1-1-136,1 1 632,0-2-793,-1 2-343,2 0-288,0 0-433,0 0-487,4-2 2344,-4 0-2705,4 0 49,1 1-3338,-5-1 5994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0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29 7097,'0'0'240,"0"0"56,0 0 128,0 0 56,0 0 24,0-3 57,0 3-33,0 0 24,0 0-32,0 0-48,0 0-8,0 0-464,0 0 448,0 0-64,0 0 32,0 0-48,0 0-39,0 0-2274,0 0 4226,0 0-2001,0-4-8,0 4-24,0-4-16,0 1-232,0 3 208,0 0-32,-2 0-56,0 0-16,1-4-40,-1 4-16,1 0-48,0 0 72,-1-4-64,-2 4-40,3-3 48,-3 3-24,0-4 24,1 4 48,-1 0-48,0 0 16,0 0 32,3 0-64,1 0 40,-4 0-40,0 0 8,1 0 32,1 0 56,0 0 80,1 0-176,0 0 240,-1 0-32,2 2 72,0-2 0,0 2-24,0-1-256,0 0 280,-2 0-56,2 1 9,0 2 15,0 0-8,0-3 0,0 0-240,0 2 192,0 3-80,0-3 96,4 3-24,0-1 40,-2-2-224,-1 0 264,3 2-88,2 1 0,-1 1 40,1-1-32,-1 0-184,-5-5 192,6 14-8,-1-11-32,1 1 8,-1 2 8,1 1-16,-4-6-152,1 1 144,12 5-24,-11-3 16,1 1-8,1-1-8,4 0-120,-6-2 144,0 4-56,0-2 9,1 1-9,10 1 8,-11-1-24,-4-6-72,5 7 32,12 0-48,-14 8 16,3-11 48,10 3 56,-14 0-104,0 1 128,13-3-24,-10 10-40,10-9 48,-9 12-8,6-12-104,-10-5 112,4 18-16,14-12-48,-14 13 0,16-12-8,-8 12 8,-12-16-48,2 9 48,18 1-40,-7 5 32,-10-1 16,19 0-32,-15-5-24,-3-5 88,10 10-32,-1-1-32,0 1-16,1 0-16,-1 0 8,-15-17-32,6 17 24,14-1 8,-6-1 24,-8 1 8,12-1 0,-12-1 8,10-8-104,-12 12 80,13-14-40,-14 12 24,2-13 0,-4-3 56,15 14-80,-16-9 56,6 1-48,-1 8 32,1-12 16,-5-2-32,3 4-32,2 2-8,0 1 8,-3-3 16,1 2 48,-4-3-32,0-2 56,4 2-32,-4 1-48,3-3-8,-3 0 32,0 0 0,0-2-40,0 0 32,0 1 8,0-1-16,0 2 40,-2-2-32,2 0 8,-1 0-16,-1 0-40,-2 0 40,0 0-16,1 0-8,1 0 40,2 0 24,-4-3-64,0 3 56,1-4 0,-1 0-8,0 1-16,4 2 8,-5-2-16,-1-1-64,1-1 24,-1-1 48,1-10 0,1 14 8,1 0 56,-5-3-56,1-14 24,-8 14-40,10-16 8,-10 9 8,13 10 8,-5-13-32,-14-2-56,7-1-16,-1 0 16,8-1-56,1 15 136,-10-10-80,-1-6-64,0-1-8,1 3 24,-2-2-56,7 7 184,5 6-152,-11-14-32,-1-1 23,2 2-15,-3 0 8,1 1 24,1 3-72,2-3 24,-1 5 24,-1-1 8,3 10 40,8-4 120,-3-3-32,-6 7-104,8-14 8,-11 16 24,10-3-40,-3-4 144,6 5-96,-1 5-24,-9-3 16,10-3-8,-10 3 24,10-1 0,3 4 88,-4 0-104,-8-4-40,10 4 40,-2-3 8,1-1 32,2 4 64,0 0-24,-2 0-24,-1 0 40,3 0-48,-1-4 24,0 4 32,4 0-8,-2 0-8,1 0 16,-1 0 8,0 0-24,2 2 16,0-1 0,0 0 32,0 1-88,0 0 112,0-1-40,0 3-32,0-3 16,0 0 64,4 1-104,-4 1 8,3 3 88,3-2-40,-3-1-8,-2-2-8,2 4 48,3-1-128,-3 1 40,3-1 40,-2 1-8,-2-2 8,1 0 56,1 2-40,1 1 16,1-1-16,-1 1-24,8-1 8,-11-5 40,-2 6-16,6-1 8,-1 3 16,10-1-16,-12 0-16,-2-5-16,2 4 48,3 9-24,8-12 16,-10 5 24,2 10-24,4-15-40,-4-1 24,-2 15 8,1-2 16,14-8 8,-14 13 96,12-5-8,-17-15-144,5 15 104,14-1-8,-14 1 16,12 0-48,-3 1 56,-11-9-120,0 3 112,19 6-96,-5 1 104,-3 1-64,1 3 56,0-3 40,-1 0-56,3-1 24,-2 0 0,1 1 8,-1 0-40,-14-15-88,3 13 152,18 0-48,-16 1-40,12-3 0,-12-6-80,3 2 16,-2-2 40,-1-2 16,9 12-40,-12-12 24,3 1-40,-1 0 0,-5-7 0,6 6-8,-2-1 8,-1 1-32,1-4 8,0 1 8,-4-2 16,0 0-48,0 1-8,0-2-16,0 0 72,-2-4 8,-2-1-64,-1 1-16,-1-1 80,-1-1-72,6 5 64,-6-12-8,-7 7-32,8-11 8,-10 3 32,10 8 0,-4-5 0,0-2-24,-5-3-40,0-3 8,-3 1-48,1-4-16,2 4 120,12 14-184,-17-20-48,0-2-24,-1 0 24,-3 1 0,2-3 48,-1 2-48,-1-1 8,2-1 8,-1-1 64,0 1 48,9 11 104,6 7-48,-15-16-16,1 2-80,2 4-16,0 1-16,2 1 176,18 18-144,-19-17 32,3 1-16,1 10 24,0-14 16,0 16-16,13 2 104,-3-1-24,-11-3-57,10 1 33,-9 1 8,12 4-8,-2-3 48,4 3 8,-6 0-40,1 0 8,1 0 32,-1 0-24,4 1 24,2 0-8,-3 2 32,1 1-80,0 1 40,2-1 56,0 1-16,0-2-32,0 0 72,0 4-8,4 1 9,-1-1 7,1 8 32,-1-12-112,-2-3 112,4 6-16,1 1-32,-1 8 16,1-9 32,10 1-40,-16-2-72,0 6 128,6-5-56,10 1 0,-12 8 88,2-9-72,7 7-88,-8-8 136,-1 0 16,12 12-32,-12-2 88,12-8-56,-12 13 16,-4-18-168,17 11 160,-12-7-56,15 12 64,-5-11-16,-9 13-8,4-13-144,2 1 160,2 7-64,1 1 8,0-1-88,0 2 56,-2-4-72,-10-10 80,12 14 0,1-1 96,-1 1-80,0 1 16,1 1-16,-12-15-96,9 12 48,5 4-64,-1-1 0,-2 1 80,1 2-8,-7-10-56,-3-4 128,-1 14 0,17-5-72,-16 1 0,12 0 24,-12-2-80,-6-15 40,16 16-7,-12-10-17,2 9 16,-1-10 8,1 9 24,-4-14-64,1 1 56,1 4-96,-1 1 32,-3-1-80,0-3 64,0 0 24,0-2 24,0-1-40,0 0 40,0 0-64,0 0 24,0 0 0,0 0 16,-1 0-49,-3-4-47,-2-1 32,-1-1 48,0-8-16,-1 11 32,1 0 32,1-13-48,-12-1 24,11 2-48,-13 1 64,13-2-24,6 15-40,-17-14-16,3-1 48,-1-3-80,-3 1 24,1-2-56,12 13 120,-7-10-120,-3-3-32,-3-1 24,1 1-8,0-2 56,4 9 80,7 6-56,-13-17-8,0 0-24,0 2-72,-2-2-32,1 4-16,20 18 208,-20-16-184,1-3-24,0 1 48,0 0 72,-1-2-40,13 13 128,-2-2-96,-8-9 16,1 3-48,1 11 56,1-16 24,9 18 48,5 3-40,-20-19-16,16 14 40,-12-9-24,12 12-8,-3-3 64,5 5-16,-8-3-56,7 0 8,-2 0-16,1 1 0,1 3 32,1-3 32,1 2 8,-4 1-16,4 0 40,1 0-88,-1 0 48,2 0-16,0 0 24,-2 0-56,2 2 64,0 0-16,0 1 24,4 3-16,-3-5 0,1 2 40,2 2-104,-4 2 80,5 8 8,1-11-8,5 1-16,-7-3 88,-1 6-24,3 8-8,-1-10-16,10 12 64,-11-1-24,-2-15-80,10 10 88,-6 7-16,11-1-24,-12-3 8,12 1 32,-14-6-88,-1-1 160,15 7-16,-3 3 32,-8-3-40,14 4-48,-6-1-88,-13-17 88,4 18-8,17 2 24,-16-4 8,16 3 16,-7 1-24,-11-17-104,6 8 112,7 9-40,0-2 24,-1 2-32,1 0 8,-7-6-72,-6-10 112,11 17-88,2-3 8,-3 0 16,1 0 48,-9 0 16,-6-18-112,20 17 104,-15-1-80,14-1 0,-14-1 32,10-1-24,-13-12-32,1 1 96,3 13-72,-1-12 24,10 10-8,-15-13-40,0 3 0,0-5 8,4 6-32,-1-2 96,-3-1-48,0-1-8,0 0-40,0-2 24,0 2-104,0 0 24,0-2-56,-1 0 48,1 0 80,-3 0 8,2 0-56,-5-4 56,1-2 104,-1 1-240,-1-10 104,2 11 32,5 4-8,-15-5-144,9-15 96,-1 14 16,-8-16-64,10 17 24,-14-19 32,14 7-152,-15-1 88,14-2-48,-14-1 0,8 6 160,9 10-64,-12-19-96,-1 2 16,-2 0-8,1 0-16,-1 0 8,15 18 160,-13-14-168,-2-6-16,-2 0 24,1 2 32,1 0 32,7 11 96,2 2-64,-10-13-32,1 0 24,-1 1-40,1 1-16,1 3 128,16 16-72,-16-16-72,1 1 72,1-1-8,0 2 0,-1 1 32,8-1 0,-10 0-32,12 10 40,-10-14 0,10 16 16,-4-8 24,6 7 24,-2 0-48,0-1-1,-8-1 34,12 1-1,-4 1 8,6 4-16,-5-4 24,-1 1-89,1 3 73,1-4-8,1 4-8,2 0 8,0 0 65,-1 0-57,-2 0-8,2 0 0,0 0 0,1 0 0,1 0 8,0 0-16,-2 0 40,2 0-16,0 0 24,0 0 40,0 0-80,0 2 56,0 0-40,0 0 24,0-1 8,3 5 24,0-3-72,-2-1 104,3 4-16,1-1-16,1 10 16,9-9 8,-15 1 24,0-7-120,5 18 136,12-12-32,-17 12 16,16-10-16,-10 12-32,-1-15-72,4 5 152,-3 6-72,10 1 56,-10-1-8,12 3-24,-6-4-104,-9-10 160,12 15-40,0 0 40,-1 2-48,1 0-32,1 1 0,-12-19-80,9 15 32,4 3-48,-1 2 80,1 0 0,-1 2 40,-7-13-104,-1-2 192,8 15-72,1-2-40,1 1-32,-1-1-56,0 0 8,-16-22-16,18 24 48,-1-1-24,-1-1 0,1 0 8,-2 0-8,-10-17-8,5 8-64,7 9-48,-1-2 64,0 0-72,-3-3 40,-3-6 80,-7-8-96,1 10-200,14-1-104,-14-6-120,12 7-160,-13-10-80,-4-4 760,5 5-905,1 2-279,-3-3-248,1-1-249,-4-2-151,0-2 1832,0 0-1832,0 0 271,-2 0 457,-2 0-3473,4 0 4577</inkml:trace>
  <inkml:trace contextRef="#ctx0" brushRef="#br0" timeOffset="1344">1540 1900 7633,'0'0'608,"0"0"48,0 0-656,0 0 673,0 0-121,0 0-32,0 0-64,0 0-8,0 0-3097,0 0 5730,0 0-2689,0 0 48,0 0 16,0 0-16,0 0-7,0 0-49,0 0-96,0 0 40,0 1 0,0 1-16,0 1-312,0-2 392,0 4-72,0-1-40,0 2 8,0-1-48,0 3 40,0-8-280,0 7 296,0 8-8,0-10 48,0 12-31,0-10-41,0 1-264,0 4 272,0 3-56,0 0 72,0 3-56,0 2-32,0-3-200,0-12 168,0 21-72,0-2 200,0 2-208,0 1-16,0 1-16,0-24-56,0 23-136,0 6 128,0 0 48,0-1-24,4 3 8,-4-18-24,0-1 72,0 17-40,3 0 0,-3 2-8,0 0-24,4 0-16,-4 0 8,0-2 24,4 0-16,-4-4 8,0 1 8,0-22-16,0 11 16,0 7-56,0-6 72,0 0-32,0-3-24,0-6 24,0-5 16,-2 10-88,-2-1 128,0-8-120,1 12-16,-1-14-24,4-5 104,-5 17-216,1-12 56,-2 1 64,3-1 16,-1 1-40,1-4 120,0 1-88,2 1-64,-5 0 112,4-3-136,-1-1-64,0 0 240,2 0-232,-5 0-192,3 0 175,-3 0-79,3-5 8,-3-1 48,5 3 272,-2-10-344,-2 7 80,1-10 0,0 10 24,1-16 0,1 13 240,0 3-192,-2-12-24,1-4-48,-3 0 24,1-4-32,-1 0 272,6 26-256,-5-27 8,1-4 8,-1-3 32,-1 1 7,2 0 33,3 21 168,-1-11-152,-2-12 8,0 0 32,1-3-32,1 1 16,-1 6 128,2 22-136,-3-34-48,3 3 80,-1-2-72,0-1 8,0 1 0,2 35 168,0-26-224,0-8 24,0 2 56,0 5 88,0-1 0,0 19 56,0 2 8,0-12-8,0-1 0,0 7 8,4 1 32,-4 4-40,0 14 64,0-5 0,0-12 96,0 14-16,0-1 32,3-1 16,-3 5-192,0-2 216,0 0-16,0 3 32,0 0 16,0 0-48,0 0-200,0 0 256,0 2-56,4 3-23,-4 1-1,4-1-8,-4 12-8,0-16-160,0 3 168,0 18-48,0-5 24,0-1 0,0 5-8,0-11-136,0 2 176,0 10-48,0 3 56,0 3-40,0 3-8,0-4-136,0-22 144,0 26-32,0 4 40,-2 0 72,0 3-16,2 3 0,0-31-208,0 20 232,0 11-104,0-3 48,0 1-40,0-1 8,0-12-144,0-11 200,0 25-80,0-1 104,0-2-88,0 1-15,4-1 111,-4-37-232,0 35 72,0 0 8,0-4 24,0-3-72,0-4 24,0-16-56,0 6 72,0 6-80,-2-5 120,0 0-104,0-8-16,-1 4 8,3-7 48,-4 1-128,0 2 136,1-1-56,1-2-32,0-3 16,2-1 16,-2 0-88,-2 0 16,1 0 32,1-3-64,-2-3 56,3-2 48,0 2-16,-2 0-56,1-14 24,-2 5-96,0-3-16,1-2 160,3 20-177,-4-23-79,0-4 72,1 3-32,-1-5 0,-1-3-16,3 23 232,-2-11-224,0-13-48,-1 0 32,1 0 8,0-1-48,1 11 280,1 12-232,-2-24-56,-1-2 64,-1 2-48,3-4-40,-1 4 48,3 31 264,-2-28-328,-2-7 15,1 2 89,0 0-32,1 2 40,1 19 216,0-1-152,-4-16-40,3 2 80,-1 0-24,0 3 32,1 6 104,3 18-64,-6-18-8,3 2 56,-1 4-8,2 1 32,-2 11-24,3 1 16,-1-9-24,0 9 0,0-1 32,0 0 72,2 4 64,-1 0-144,0 0 192,1 0 24,0 2 8,0 4-24,0 8 24,0-8 0,0 12-15,0-10-33,0 14 32,0-6-8,0 3-8,0-11-192,0 6 240,0 6-32,0 4 80,0 4 16,4-3-48,-4-1-256,0-16 280,4 23-64,-4 2 96,3 2-16,-3 0-32,4 2 0,-4-32-264,0 26 200,4 6 8,-1 0 56,1 0 8,0-1-39,-2-15-233,-1-3 272,3 19-64,-4-4-64,4 2 48,-1-4 8,-3-3-200,0-25 184,4 29 56,-4-5-32,4-1-72,-4-2-24,3-4-24,-3 0-96,0-3-8,0-2 72,0-10-48,0 12 32,0-14-40,0-1 72,0 4-72,0-1 232,0-3-224,0 2 16,0-2-40,0-2 16,0 1-248,0-1 168,0 0 24,0-3 16,-1-3 40,0 4 0,0-1 24,1-14-64,0 12 32,0-14-16,-2 3 40,2 3-16,0 9 16,-2-14-56,2-1 112,-2-3-88,2-2-8,0-1-32,0 18 56,-2-14-160,1-7 8,1 3 32,-2-3 64,0-1 0,2 9 56,0 8-48,-2-21 0,2 2 80,-2 0-152,2-4 0,0 2-32,0 32 152,0-33-280,-2-1 168,2 2 0,-1-4 0,-1 2 8,1 21 104,0-7-144,-1-12-48,0 4 103,0-3-15,1 7 16,-1-1 72,-2 2-112,0 6 80,3 1-16,-5 1 48,4 10 8,2 3 8,-2-12-56,-1 11-8,1-2 32,-2 3 40,2-1-16,1 4 8,0 0 40,1 0-48,-1 0 40,1 2-32,0 2 32,0 1-8,0 10-64,0-10 80,-2 12-24,0-2 24,2 1 8,-1-10-48,0 7 40,-1 7-32,0 0 48,2 2 0,-1 2 0,-1 0 48,0 3-48,0 1 137,0 1-81,0 3 32,1-1-16,0-29-128,0 27 48,-1 4 0,0-1 48,0 1 16,2 2-56,0-19-56,0 1 128,-2 18-128,1 0 96,1 0-48,0 3-16,-2-7-32,2-25 40,0 33-80,0-5 72,0 5-48,0 0 16,0-4-72,0-27 72,0 20-208,0 7-128,0-3-208,0-1-257,0 0-327,0 0-288,0-1-337,0-1-127,0-1 8,0-2 423,3 1-3408,-3-27 4857,0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0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1038 278 10506,'0'2'1208,"0"0"-336,0 0-336,3 0-176,-3 0-360,0-1 288,4 3-15,-4 2 135,0-1-40,0 1 72,-2 0-440,2-5 464,-2 6-80,1 1 136,-3 8-120,0-10-32,-1 10-8,3-14-360,-2 2 240,-1 11 16,-3-8 40,1 11-119,-8 1-1,11-8-176,3-6 224,-16 12-64,12 3-8,-16-2-16,5 3-16,-1 1-72,16-21-48,-18 22 72,-1-1-88,0 3 64,-4-1-32,0 2 40,12-14-56,-2 2 64,-10 13-88,-2 1 48,1 0-40,-3 1 40,7-4-24,16-21 0,-20 24 8,-1 5 152,2-5-200,0-1 64,-2 4 0,20-24-24,-12 10-136,-5 11 152,1 0-24,1-6-8,3 0 32,6-9-16,6-4 32,-11 9-24,0-3 104,1 1-120,8-1 40,-9-1-32,16-13 48,-4 14-96,-12-10 48,12 2 8,-10 1-8,13-1-16,0-5 16,-2 2 32,-1 1-80,-1 1 160,5-4-112,-3-1-16,3-1 16,0 0 32,-1 0-176,2 0 168,0 0-32,0-5 0,0 1 48,0 4-40,0-4-40,6-10-40,-1 10 16,1-1 0,8-14 56,-11 16 8,-2 1 8,14-17 16,-10 3 48,12-1-104,-2 1 24,-10-3 8,-5 17-48,22-21-80,-5-1 80,-1-4 32,3-1-32,-3-3 32,-10 23 16,7-13-48,9-11-32,-2-4 152,4 0-104,0-1 24,-4-3-8,4 5-112,-2-3 128,2-1-40,0-1 48,-2-1-32,-20 38 24,20-33-32,-2-3-24,-2 1 40,1 4 16,-3-1-16,-7 19 16,1-1 32,6-12-32,1 1 144,-12 7-152,16 0 32,-17 6-24,-3 13 16,14-15-136,-12 1 304,3 12-192,-1-15-16,1 16 40,-5 3-16,3-4-120,0 2 96,0-1 48,-4 0 8,0 4 0,0 0-32,0 0 112,0 0-32,0 0 80,0 6-144,0-1 16,-2 10-32,2-15 0,-4 6-104,-3 14 104,0-4 32,-10 3-8,12 1 24,-3-12-48,-5 6 40,-3 12-32,-3 0 72,1 5-16,-2 0 8,2-5-72,14-19 72,-20 28-40,0 0 56,-2 2-16,0 1 0,-1-1-8,22-31-64,-18 25-8,-6 6 0,1 1 24,1 1-8,-3 1 32,15-18-40,3-5 72,-16 22-32,4-3 128,-2-1-128,1 0 8,4-5-48,20-28 56,-21 27-112,1 2 128,3-5-40,0-4-24,-1 0 16,14-15-24,-6 6-8,-4 4 0,0-2 32,8-1-8,-12-8 16,16 7-32,1-8 64,-13 1-24,12 8 24,-3-12-40,1 2 24,-1 1-32,6-4-16,-4-2 16,1 1-48,1 0 32,0 0-16,0 0-32,1-1 48,0-1 64,1-2-64,0 0 48,0-10-8,6 8-64,-1-13 24,-5 16 24,6-17-40,9 2 152,-10-3-120,15-3-64,-5-3 64,2-1-160,-1-1 88,1-2 64,3-3-40,-2 0-8,-5 13 40,-6 8-40,14-22-8,-1 2 40,2-3-72,0-1 56,2 2-32,-24 35 56,22-39-112,0 4 72,-2 0 8,2 0 16,0 2 32,-3 0 0,1 0-72,-3 4 16,-12-1-8,14 6 24,-17 8 24,-1 10 24,14-12-32,-11 3 64,-1 10-56,1-14-8,0 16 16,-4 2-8,3-4-48,-3 0 0,0 1 48,0 4-8,0 0 16,0 0-8,0 0 32,0 2-32,0 1 112,0 3-128,-3 1 16,-3 9 0,6-15-8,-5 6-80,-10 13 64,9-1 8,-1-1 40,-11 2-32,10 3 32,-14 2-56,6 5 40,-5-1 24,1 2 24,6-9-56,8-12 80,-16 21-56,2 2 16,-4 2-32,0 0 32,2-2 0,21-32-40,-20 31 24,1-1-48,-1 1 48,3-3-8,1-1 8,9-16-24,0 1 80,-7 11-32,8 0 176,-12-2-160,14-2 48,-9-4-112,11-13 72,0 12-184,-5 1 280,3-9-144,-1 10 16,1-11 32,3-5-72,-2 5-72,1 1 80,-1-1 24,2-4-40,0-1 16,1 1-8,0-2 32,1 2-16,0 0 88,0-2-88,0-4-24,0 4 8,4-5-72,0-1 24,-1-10 16,3 10 16,-1-16 0,3 14 16,3-4 16,-6-8-48,16-4-16,-5 2 0,-1-2-40,-4 3 88,-8 16-64,14-19-8,0-3 136,3-5-128,-2 3 0,2-4 0,-16 27 64,13-21-248,3-6 128,0-1 56,2 1-8,0 0 8,-9 14 64,-4 3-40,15-20-40,0-3 56,0 0-48,2 1 8,-5 4 64,-18 31-40,21-34-40,-1 0 24,-2 1 24,3 3 16,-4-2 8,-14 25 8,8-12 32,4-7-56,1-1-64,-4 3 64,-1 5 32,-3 6-8,-7 10 32,1-14 48,12 5-80,-13 0 16,-1 11 8,1-1 8,-4 4-32,4-4 16,-1 2-80,-3 3 16,0 0 40,0 1 8,0 1 56,-1 4-40,-1 1 80,-4 10-56,-10-2-24,11 0-16,4-12 8,-19 17-64,5 2 128,-3 4-32,-1 2-16,-3-1-8,17-20-16,-14 16-8,-6 6 8,-1 2 32,2 2 24,-3 2-40,10-12-16,8-9 32,-21 25-24,1-1 80,0 1-48,-1 0 16,1-3 16,28-35-72,-28 33-16,0 1 32,1-2 24,-1 0-48,1-1 8,18-21 0,-6 9-56,-11 9-112,3 1 0,2-3-192,0-3-152,9-8 512,7-10-744,-10 14-385,-2 1-215,1-1-408,2 0-241,1 0 41,11-16 1952,-2 13-2481,-11 1-2488,16-18 4969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10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82 6785,'0'0'400,"0"0"144,0 0 136,0-4 32,0 4-712,0 0 721,0 0-81,4 0-8,-4 0-8,0 0-16,0 0-608,0 0 576,3 0-8,-3 0-40,0 0-47,0 2 23,4-2-64,-4 0-440,0 2 440,0-2-88,0 1 88,0 1-40,0 0-32,0 0-368,0 0 464,4 0-120,-4-1 24,0 3-23,0-2-49,0 3-296,0-5 264,0 6-40,-2-4 48,0 2-40,0 1 8,0 1 8,1-5-248,-1 3 168,-2 2-48,-2-1 64,3 2-48,-3 1-8,2-3-128,3-3 184,-5 6-48,1-1 0,-3 0-16,1 1-24,1 6-40,6-13-56,-7 4 72,1 0-64,-1 10 96,0-11-16,-1 1-40,2-2-48,-2 0 112,4 2-72,-1 1 24,-1-4-16,-9 1-24,12-1-24,3-2 16,-8 4-48,-6-1 40,8-1 8,-1 0-48,-1 0 80,1-2-72,-8 0-40,12 0 48,-3 0-8,1 0 88,1 0-64,2 0 88,-5 0-16,1-4-72,1 1 0,-1-1-24,3 0 24,2 4 16,-2-3 0,-1-3-64,0 1 40,1-1 0,-1 1 0,3 3 8,0-2 88,-1-1-104,1-12 48,1 13 8,0-1-48,0 1 8,0 2 88,0-12-40,0 10-72,0-2 0,0-8-40,0 10 56,0 3 8,3-4 56,1-9-64,0 10 80,-1-1-88,1-10 24,-2 15-8,0 0 48,1-15-40,1 15 16,0-5-8,1-10-32,0 15 16,-4 0-8,2-4 0,3 1 56,-1-1 16,1-2-32,9 1 0,-15 4-32,0-2-40,5-2 0,10 1 40,-11-2-24,1 3 40,10-1 24,-12 0 0,3 4-32,10-3-8,-12-1 8,11 0-16,-15 4 8,4 0 65,1-3-122,12-1 65,-14 4-8,3-4 8,1 4-8,2 0 97,-5-3-113,2 3 56,10 0-32,-16 0-16,5 0 8,-4 0 48,4 0-32,1 0-56,8 1 48,-10 1-8,0 4-16,-3-5 16,3 2 16,0 2-144,0 1 71,-1-3 25,1 3 32,-2-3 0,0-1 89,1 6-97,-3-3 0,0 2-49,4 1 1,-4 7 72,0-15-16,0 5-32,0 10-16,0-8 40,0 10-8,0-12 0,-1 1 16,0 3 72,-3-2-128,1 10 8,-1-12 16,0 10 32,0-11 0,3-2 56,-5 12-8,1-6-40,-1 8-8,1-10 32,-1 8-40,6-12 8,-5 2 80,-1 3-136,1 1 56,-10 6 48,10-12-16,-1 6 49,-9-3-81,10 2 24,-3-1-56,-8-1 32,11-1 0,4-4 16,-6 2-24,-10 2 0,12-3 16,-2 1 8,-8-2-8,14 0-8,-2 0 16,-4 0-32,-8 0 0,10-3 8,-1-1 16,1 1-8,3 2 80,-6-2-48,3-3-32,-1-10 40,1 12-24,-1-2-8,6 6-8,-5-5 56,-1-10-96,3 11 24,1-10 64,0 8-48,1-1 0,0 0 88,1 1-56,-2-12-8,2 12 24,0-10-24,0 12-24,0 4 40,0-17-24,4 14 16,0-12-8,-1 11-48,1-10 40,-3 12-16,4-2-16,0-13-32,1 12 72,-1-10 16,10 12-64,-13-1 24,-1 2 88,5-3-48,9-10-112,-12 15 120,3-6-80,10 1 32,-16 5-48,4-4 88,2-1-128,10 1 72,-12 0 8,1 1 8,1 3 0,5 0 0,-7 0-48,10 0 16,-10-4 32,13 4 24,-15 0-24,-1 0 48,16 0-24,-14 2-96,14-2 72,-13 2-56,10 1 32,-13-2 24,2 2 32,3 2-96,10 1 88,-16 1-8,6-1-56,-3-2 40,-1-1 8,4 3-56,-3 1 8,1 8 16,0-12 32,-1 4-8,-3-6-16,0 14 8,4-10 8,-4 2 24,0 1 0,0-1-32,0-3 8,0 7 8,0-8-40,0 5 16,-2 7 24,0-12 32,1 2-40,1-2 48,-6 4 0,2 9 0,-1-12-48,-1 4 48,1-1-16,5-7-32,-6 7 48,-1 1-32,-8-1 8,12 0 16,-5 1 32,5-6-72,-1 1 80,-11 3-48,10-1 8,-3-1 0,1 0 16,-5-3-56,9-1 56,-2 2 0,-3 0-8,-6 0-8,8 0 8,1-2-16,-10 0-32,11 0-8,-1 0 8,-3 0 40,1-4-32,2 2-8,3 0 96,-6-3-40,3-1-24,-3 1-24,3-1 0,-1-8-8,6 14 0,-5-4 0,-1-2 8,1-8 0,1 10 0,2-11-8,2 13 0,-2-1 64,-1-14-80,1 14 48,2-12-48,0 9 24,0-5-8,0 8 32,0-1 8,0-13 24,0 14-32,4-3 24,-1-10-64,-3 16 8,4 0 16,0-15-80,1 11 80,1-1-24,-1-10-40,3 15 48,-1 0 0,-3-5-16,1 1 24,10-2 32,-12 3-16,2-1-24,-4 4-24,14-4-16,-12-1-16,3 1 0,9 0 16,-10 4 32,-1-1 8,7-1-16,-8 2-80,12-4 16,-11 4 56,11 0-8,-13 0 32,-1 0 64,14 0-32,-10 2-72,10 0 64,-11 0-56,1 3 40,-5-5-8,6 4 8,-1 1-96,1 1 88,-2-1-40,-1 1 0,-1-4 40,0 1 24,2 5-56,-4-1 32,3 0-8,-3 1-8,0-1 0,0 1-16,0 6 64,0-10-16,0 1 48,0 1-24,0-5-40,-1 5 8,-1 2-24,-2 6 8,-2-8 32,3 1 24,0 2-48,0-3 104,-2-1-40,-3 3-32,1 7 24,-8-10-24,12 0-32,3-4 40,-8 6 48,1 0-72,0-1 40,-8-1 0,9 1-24,4-5-32,-1 1 56,-12 2-88,11-2 80,-3 2-24,-8-1 8,13-1-32,1-2 64,-5 2-48,-1-2-24,1 0 16,-1 0 8,0 0-24,6 0 8,-4-4 16,0 1-88,-1 3 96,1-4-16,-3-2-24,3 3 80,-1-3-80,2 1 80,1-10-24,1 11-16,0 0-24,2 3 32,-2-16-56,0 14 40,1-3-16,1-9-24,0 12 32,0 1-8,0-2 32,0-12-56,0 12 48,0-2-16,3-10-56,0 14 48,-2 0 64,3-3-80,1-12-8,1 14 48,-3-3-72,3-11 56,-6 17-8,5-3 40,1-3-80,10 1 96,-16-1-64,6 1 24,1-2-16,3-1 40,-7 8-96,3-6 104,8 1-96,-10-1 40,1 2 8,-4 3 24,4-3-88,12 4 48,-14-3 8,3 3-56,-1 0 64,-3 0 0,2 0-24,1 0-80,-1 0 64,2 0 40,-3 0-16,-1 1 16,0-1 56,2 2-32,-4 2-136,0 0 80,3 1 0,-3 0 32,0-4-16,0 4 32,0 1-120,0-1 48,0 1-24,0 1 48,0-4 32,-2 1 64,-1 11-120,-3-9 40,3 1 16,-1 8-8,0-11 8,2-3 96,-3 7-64,-1-1 72,1 0-80,-1 1 0,1 6 56,4-12-80,-4 0 24,2 4-8,-3-1 40,2 1 0,-1 1 8,2-3-64,0-1 96,-2 3-72,-1-3 40,-1 1-64,2 0 24,0-3-24,4 0 16,-5 4-8,3-3 8,-3 0 0,1 0 48,-1-2-64,5 0 0,-1 2 32,-2-2-64,0 0-32,1 0 64,-1 0-16,1 0 16,2 0 96,-1-4-64,-1 0-32,-1 1 8,2-3 40,0 0-24,2 6-24,-2-5 24,1-1-96,-1 1 8,2-1 48,0 1 16,0 3 0,0-2 80,0-10-80,0 14-16,3-6 8,-3 1-8,3-7 16,-2 9-8,3 3 24,1-6-104,-1-8 64,0 10-8,1 0-48,-4 3 80,2-3 0,1-2-88,-1 1 0,1-1 32,1 1 8,-2 2 48,-2 0-8,5-2-16,-3 1 24,3 0-32,-2 1 8,-1 3 24,-3 0-8,4 0 32,1-4-48,-1 4 40,2-4-48,-3 4-32,-1 0 64,0 0-16,2 0-88,-4 0 64,3 0-16,1 0 32,-4 0 64,0 0 8,4 0-56,-4 0-16,3 2-32,-2-2 56,-2 2 0,1 0-96,0-2-8,0 2 88,0 0-32,0-2 48,0 1 40,0 3 16,0-2-56,0 2-8,0-1 16,0 1 0,-2 1-16,1-3 40,-1 4-24,-2-1 16,0 1-8,1-1 8,-3 1-80,3-1 16,-1 1 56,0-2 24,2-1-40,1-1 112,-1 0-32,-2 2-16,2-1-32,0-1-8,1 2 0,0-4-24,0 3 24,-1-1-24,-2 0 24,2 0 32,0 0-16,2-2-40,-1 0 32,-1 2-32,2 0 16,0-2-48,-2 0 40,0 0-8,2 0 0,-2 0-32,2-4 96,-2 4-72,2 0 32,0 0-16,-1 0-48,1 0 0,0-4 32,-2 0 8,2 1 0,0 1 0,0 0 32,0-2 0,0 1-16,0-3 8,0 3-24,0 3-24,0-4 16,3 0-56,-3-1 16,0 1 64,4 0-72,-4 3 56,0-1 64,4 2-120,-1-4 56,-3 0 16,4 1 0,-1 0-16,-2 2 72,-1-3-112,4 1 56,-1-1-64,1 0 40,0 1 16,-4 2-8,5 2-40,-1-5-48,-1 0 40,1 1 64,0 3-8,-2 0-8,-1 0 88,3 0-40,0 0-144,-1 0 104,1 0-32,-1 0 24,-2 0-64,3 0 64,-1 0-120,-3 0 80,4 0 8,-4 0 8,1 0 24,2 0-8,-3 0-72,0 0 24,0 1 16,3 1 32,-3-1 8,0 0 16,0 1-40,0 2 32,0-1-16,-2 1-8,1 1 16,1-5-16,-2 6 8,0-4-64,0 1 72,0 1 24,0 0-48,2-3 24,-1 2 40,-1 0-72,-2 1 32,0 0 16,1-1 24,0 0-40,2-2 24,-5 3-56,1-1 56,1-1-40,-1 0 64,-1 2-16,5-4-32,-3 1-16,-2 1-16,1 0-8,-1 2 72,1-2-32,1 0 0,2-1 40,-3 1-16,-1-2-80,1 2 32,-1 0 40,3 0-16,2-2 8,-4 2 40,1-2-24,1 0-32,-3 0 16,4 0-40,1 0 32,-2 1-16,2-1-64,-1 0 56,0 0-32,0 0-80,2 0 136,0 0-136,0 0-200,0-3 16,0 3-145,0 0-39,0 0-88,0 0 592,0 0-752,4 0-120,-4 0-136,3 0-121,1 0-183,-2 0 1312,0 0-1408,2-4-209,1 4-143,1 0-8,-1 0 87,8 0 1681,-11 0-1264,1 0-3305,-3 0 4569</inkml:trace>
  <inkml:trace contextRef="#ctx0" brushRef="#br0" timeOffset="1540">275 203 6433,'0'0'464,"0"0"96,0 0-8,0 0-552,0 0 464,0 0-112,0 0-80,0 0-48,0 0 17,0 0 15,0 0-2065,0 0 3938,0 0-1777,0 0 16,0 0 40,0 0-16,0 0-4041,0 0 7706,0 0-3673,0 2-64,-2-2 24,2 2 8,0-2-352,0 0 352,-2 0 41,2 1-65,-2 1 32,2 0 16,0 0-24,0-2-352,0 0 392,0 2-80,-2 0 0,2-1 8,0 1-16,0 0-304,0-2 328,-2 2-48,2 0-16,0 0-32,0-2-8,0 2-23,0-2-201,-2 0 184,2 1-24,0-1 8,0 2 8,0 0 8,0-2-184,0 0 192,0 2-16,0 0 8,0 1-40,0-1 48,0 1-192,0-2 200,4 1-40,-4 0 16,0-1-32,4 3 16,0 0-8,-4-4-152,0 2 192,3 1-40,-3 1-32,4 0 72,-4 1-16,2-2-176,0-2 240,1 6-48,1 1-56,0-1 16,-1 0-48,1 1 48,-4-8-152,4 16 113,-1-10-49,1 1 64,2 11 0,-1-12-16,-3 1-112,0 2 176,3-1-80,1 8 64,-1-8 8,1 10-48,6-12-120,-10-5 160,-2 20-80,6-14 16,9 11-8,-15-3-40,5 0 16,-4-14-64,4 5 64,9 14-72,-10-12 56,2 12 16,-1-5-64,-2-11 0,0-1 112,2 15-88,10-12-64,-15 12 64,5-10-16,0 8-8,-4-14 16,14 6 8,-15 10 0,5-11-16,1 13 0,-1-3 48,-3-12-56,2 5 0,10 6-32,-10-8 88,0 12-112,1-5 56,1-8 80,-1 15-96,10-5 88,-11-3-48,1 3-48,1-1 16,-6-13 8,16 9 0,-12 6-8,1-1 88,10 0-24,-11 1-16,3-9-40,1 0 56,-5 10-56,12 1-24,-11 0 48,1-3 40,9-1-64,-11-12 40,0 13 32,3 1-32,10 2-48,-12-3 48,11 1 8,-14-14-48,2 7 56,2 5-88,12 1 24,-14-2 16,3-8 0,-2 8-8,-3-8 176,14 8-120,-15-10 8,6 12 8,8-12-160,-10 11 88,-4-15-8,5 4-8,1 12-64,-1-12 144,1 3-32,-1 6 0,-2-11-32,0 0 48,3 4-72,-1 1 224,-1-1-168,-1 0 16,3-1 24,-2 9-208,1-12 208,-1 3-32,-1-1-24,1 1 16,-3-5-32,2 5-40,1 2-16,-4-1 24,3-2 32,3 1 8,-4-2-8,-1-1 56,3 3-40,-4-1 24,4 1-32,-1 1 0,1-1-8,-4-6 16,0 7-88,4-1 48,-1-1 80,1-1-64,0 1 48,-4-3-40,0 2 24,3 0-128,-3-1 96,4-1-8,-4 2-24,4-2 80,0-1-8,-4 1 56,0-2-48,0 2-104,3-2 32,-2 0 32,-1 0-104,3 0 32,1 0 120,-4 0-40,0 0-24,0 0 16,0 0 32,0 0-64,0 0 24,3 0-40,-3 0 8,0 0 40,0 0-56,0 0-80,0-4 56,0 4-96,0 0-72,0 0-64,0 0-80,0 0-40,0 0-24,0 0-8,0 0 16,0 0 448,0 0-505,0 0 1,0 0-8,0 0-144,0 0 0,0 0-112,0 0 4369,-2 0-8066,1 0 3552,-1 0-79,-2 0-104,2 0-160,1 0 1256,-1 0-1393,0-3-239,-2 3-8,0-4 31,2 4 409,1-3 1200,1 2-4513,0 1 4513</inkml:trace>
  <inkml:trace contextRef="#ctx0" brushRef="#br0" timeOffset="3242">1137 1685 6593,'0'0'544,"0"0"-544,0 0 688,4 0-8,-4 0-24,3 0-119,-3 0-129,0 0-408,0 0 456,0 0-104,4 0 40,-4 0 40,0 0 32,4 0 24,-4 0-488,0 0 504,0 0-32,0 0-15,0 0-17,0 0-32,0 0-2689,0 2 4978,0 0-2353,0 0-16,0 1-40,0 1-24,0 1-264,0-5 232,0 4-24,0 0-48,0 1 56,0 1 0,-2 1 8,1-3-224,0 7 312,-1-7-72,0 1 40,-1 1 25,1 1-73,-1 3-232,2-5 272,-3 0-88,3 1 0,-3 1 0,0 8-40,1-10 8,2-4-152,-2 4 104,-3 2 8,1 8 32,-1-11 24,3 1 48,1-3-216,0 2 216,-4-1-48,3 1 16,-1 0-80,-1 1-24,2-2-80,2-2 128,-5 2-80,1-1 48,-1-2-8,-8 0-48,12 0-16,1 0-24,-4 0 32,-2 0-56,0 0 16,-1-3 72,1-1-64,3 1 0,1 0 56,-5-2-16,1-12 8,1 17-16,-1-14-16,0 10-16,7 4 0,-6-6-32,1-10 88,-1 10-56,-1 1 56,1-14-48,4 18-8,-1-3-16,-3-13 0,2 12 16,1-15 56,-1 14-40,3-9-16,0 10 104,-1-1-96,1-14 0,1 15 0,-2-16-32,0 16 40,2 4-16,0-15 0,0 13-32,0-12 0,0 9 16,0-8 0,0 11 16,0 0 0,4-11-8,1 10 48,-1-2-64,-1-8 32,1 14-8,-4 0-8,4-4-88,1-2 128,1 1-104,-1 1 48,1 1 24,-2 3 0,7 0-56,-8-4 32,3 4-16,8-4 32,-10 4 48,0 0-40,-2 0 56,14 0 0,-10-3-8,8 3-72,-8 0 56,9 0-48,-15 0 16,3 0-32,3 1 8,10 1 40,-12 0 56,2 4-32,0-5-40,2 1 80,-4 4-104,2-1 72,8-1-72,-10 1 8,-1 0 16,-2-4 0,2 5-56,1-1 64,1 2-16,-1 1 32,0-1-32,-3-5 8,1 3-8,2 3-56,-4-1 56,4 1 16,-4 8-8,0-10 64,4 8-88,-4-10 24,0 3-24,0 10 24,0-12 0,0-5-48,0 15 40,0-9-24,0 10 24,0-10 64,-2 10-56,1-14 0,0 2 32,-3 3-80,0 0 80,1 8-16,-1-9 8,0-2-24,3-3 88,-5 7-120,1-3 144,-1 1-80,-1-1-16,1 1 8,6-6-24,-7 5-72,1 1 56,-1-1 40,0-1 16,1 0-24,2-4-16,1 1 16,-5-1 0,1 0 0,2 0-8,-10 0 8,13-3-16,2 3 16,-6 0 0,-1-4 32,2 0 16,-3 1-40,3-3-8,3 5-16,-4-3-72,1-2 0,-1-9 40,-1 12 16,1-3 56,3 3-40,1 1 56,-4-13 0,3 11-8,-1-12-56,-1 10 16,3-8-24,2 13 16,-4-4-40,2-13-8,0 12 88,1-14-16,-1 14 8,1-2-32,0-4 72,1 7-128,0-14 32,0 14-40,0-14 48,0 15 16,0 3-56,0-18-40,4 5 64,-1 10-72,1-11 72,0 12 8,-4 2 24,3-2-80,1-3-8,1-8 16,1 10 32,-1 0 8,1 1 32,-1-3-32,1 2 56,9 1-80,-12-1 48,2 1 8,-4 2 0,4 1-120,12 0 72,-13 0 8,1 0-8,1 0 40,-5 0 8,3 0-16,2 2-16,-1 0 64,1 2-24,-3-1 32,1 1-40,-2-2 32,3 4-88,1 1 88,-1 0-48,1 8 8,-2-10 0,-4-4 8,3 6-56,1 0 8,0 10 0,-4-12 32,3 10-8,-1-12 24,0-1 8,-2 13 16,0-9-16,0 1-24,0 11 32,0-13-16,0-4 0,0 19-40,0-14 48,0 10 0,-2-10 0,0 1 40,-1 12 8,-1-14-56,-1 10 32,1-12 48,-2 3-48,4-1-32,1-3 152,-3 4-32,-2-1-56,3 1 24,-1-2-56,1-3-32,2-1 24,-4 4 24,1-2-56,-1 0 48,-1-2-8,-1 0 0,4 0-32,-2 0 80,0 0-72,-1 0 64,1-4-16,-1 4-24,1-4-32,3 3 48,-3-3-64,-3-2-56,3-8 88,-1 14 8,1-6 16,4 5-40,-4-3 80,0-11-112,1 9 16,0-8 16,1 10 0,1-4 0,0 1 72,0 4 0,0-14 80,0 12-144,1-12-16,-1 12 8,2 4-40,0-13-120,0 8 128,0-10-8,0 10-32,0-10-8,0 14 80,0 0-112,3-13-64,1 10 40,-4-10-32,4 11 16,-2-6 152,-1 6-104,5 0-32,-1-2 64,1 1 8,-2-10 16,1 15 0,-4 0 48,2-5-40,1-1-40,-1 2 40,3 4 24,8-3 0,-14 3 16,0 0 24,6-4-56,-1 4 24,1 0-16,-1 0-8,0 0 32,-4 0-16,5 0-8,-1 2 56,1 0 8,-3 3 16,1 1-24,-3-5-32,2 3-24,-3 2-16,3-1 8,1 1 8,-4 1-8,0-2 32,0-2 48,4 4-32,-1 10 24,-3-16 0,0 5-16,0 1 48,0-7-72,0 6 64,0-1-24,0 3 48,0-1-8,-2 0-24,2-4-56,0 2 168,-1 2-64,-1-1 8,0-1 16,0 1-48,2-2-80,0-3 80,0 6-8,-2-1 56,0-1-120,1-1 56,-1 0-16,1-4-48,0 4-8,-1-3 48,0 1-8,0-2-24,1 0-40,0 0 32,0 0 56,1 0-72,-2 0 136,0 0-80,2 0-24,0 0 8,-2-3-136,2-1 96,0 0-56,0-1 16,0-1 48,0 1 8,-2-6-48,2 11 40,-1-6-24,1-9 24,0 12-8,0-1 16,0 2-16,0-13 16,0 10-56,0-1-24,0 1 8,0-1-16,0 6 88,0-5-80,0-1 32,0 1 0,0-1 8,0 1-24,0 2 64,0 0-32,0 0 0,3-1-24,-3 0 16,0 1-16,0 3 56,0 0-48,0 0-16,4 0-8,-4-4-24,0 4 16,1 0 80,2 0-152,-3 0 40,0 0 40,3 0 64,-3 0-16,0 0 24,0 0 56,0 0-16,4 0-40,-4 0 16,0 0-32,0 0 16,0 0-32,4 2-48,-4 0 72,0-1-24,0 1 32,0 0 0,0 0 56,0 2-104,0-1 56,0 1-56,0 0 32,0-1 16,0-3-8,-2 6-40,0-2 112,0-1-72,-2 1 56,1-2-32,2-1-16,0 3-48,-3 0 16,1 0 8,-1-1 80,0 1 16,2-2-72,0 0 104,-1-1-16,-1 1-32,0 0 16,1 0 8,1 0-32,0 0-8,-2-1-40,3 1 0,-3 0 8,2-2 8,1 0-16,-2 0 40,2 0-32,-1 0 56,0 0-56,2 0 0,-1 0-8,0 0 16,-1 0-8,2 0 0,-2 0 16,2 0-8,0 0-8,0 0-8,0 0-64,0 0 40,0-4 16,0 4 24,0 0-16,0 0 48,-1 0-56,-1-3 24,2 3-40,-2-4 0,0 4 24,2 0 16,-2-4-80,0 4 64,0-3 16,2 3-8,0-4 8,0 3-16,0-2-16,-1 3-48,1-3 40,0-1 8,0 4-16,0-2 32,0 0 56,0-1-80,0-3 16,0 3 0,0-1-64,0-2 96,0 6-24,0-3-48,0-3-16,0 2 72,0-1-72,0 1 72,1 3-8,1-1 24,2-2-120,-4 0 80,4 1-16,-4-1-8,3 1 40,-3 2 56,4-3-88,-4 1 56,4-1-16,-1 4-48,1-4 56,-3 4-16,2 0-80,0 0 0,1 0 56,0-3-32,-1 3 56,-3 0 48,4 0-56,-4 0 16,4 0-64,-4 0 32,3 0 24,-3 0 16,0 2-56,4-1 64,0 1-72,-4 0 0,0 2 24,0-3 24,0 1-40,0 2-8,4 0 24,-4 1-16,0 1 56,0-1-16,0-3 8,0 6 0,0-1-24,0 0-16,0 8 48,0-11-40,0-4 24,0 7 64,0 8-96,0-12 72,0 3 0,0-1-8,0-2-32,0 0 104,0 3-48,0-1 120,0-1-104,0-1 40,0-1-112,0-2 40,0 6-72,0-4 136,0 1-96,0 1 72,0-2-8,0-2-72,0 2-24,0-1 32,-2-1-48,0 2 64,0-2 16,1 0-40,0 0 40,-1 2 24,0-2-48,1 0 8,-3 2-16,0-2-32,4 0 24,-3 2 0,-1-2-72,2 0 80,-3 0 24,1 0-16,2 0-16,0 0 88,-3 0-112,3-4 64,-2 4-40,1 0-16,1 0 16,2 0 64,-4 0-96,2-4 72,-2 1-8,3 3-24,-1-4-8,1 4 0,0 0-8,-1 0-56,0 0 32,0-4 80,2 4-64,-1-2 16,1 1 64,0-3-24,0 0-24,0 1-8,0-1 8,0 1-16,0 2-8,0-4-64,0 1 56,0 0 0,3-1 16,1-1 8,-3 5-8,2-1-40,0-4-112,-3 1 24,4-1 48,0 1 32,-2 2 48,-1 2 40,5-3-56,-1-1-40,-1-1-32,2 1 24,-1-1-24,-4 6 88,2-3-40,2-1-72,1 4 32,-1-4 32,1 4-48,-4-2 96,1 1-40,3-3-32,-1 4 80,1-4-24,-2 4 24,-1 0-8,-3 0-32,4 0-48,0 0 72,-1 0-72,1 0 72,0 2-40,-4-1 48,0 0-80,3 1 8,-3 1-40,0 3 80,0-1 64,3-1-32,-2-2 64,-1 2-16,0 1-48,0 1-16,0-1-8,0 1 40,0-6-16,-2 5 40,2 3-64,-2-1 80,2 0-24,-2 1 16,2-5-48,0 1 104,-1 3-96,1 1 96,-2-1-8,0 0-16,0-1-80,2-4 152,-2 5-48,0-1 56,1 1-112,-1 8-8,-2-13-32,0 3-40,3-1 104,-3-1 24,2 3 8,-2-1-48,1-4-56,1 0 32,-2 1 8,1-2 16,-1 0-48,0 2 48,-1-2-56,5 0 8,-6 0-64,2 0 0,1 0 16,-1 0 16,0-4 32,1 1 0,-1-1-8,0-2 40,1 1-96,1-1-8,1 2 64,0 3-128,-1-3-120,0-1 32,1-1-72,-1 1-16,0-10-72,2 14 376,-2 2-496,0-7-80,2 1-73,-2-1-87,2 1-16,0 3 752,0 0-776,0-1-136,0-1-64,0 0-89,0 0-31,0 4 1096,0 0-1152,0-3 64,0-1 15,4 4-15,0 0 296,-1 0 176,-3 0 616,0 0-4153,0 0 4153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14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8889,'0'2'1521,"0"0"-281,0-2-1240,0 2 768,4-1-368,0 1-176,-1 2-128,-3-2 16,0 0 88,4-1 80,-4 1 257,0 0 63,0 0 16,4 2-16,-3-4-600,1 3 448,-2 1-64,4 0-56,-4-1-48,0 3-40,0-4-240,0 0 232,4 3-24,-4 1-8,0-1-24,0 2-7,3 1-25,-3-8-144,0 5 104,0 3 0,0-1 24,0 10-16,0-12 8,0 2-120,0 3 144,0-5-64,0 1 96,0 8-72,-1-8 8,-1 8-112,2-10 144,-2 11-104,0-8 120,0 12-32,2-12 16,-2 11 0,2-15-144,-1 9 128,1 3-8,0-10 40,0 16 48,0-7 24,0-6-232,0-1 216,0 10-16,0-10-40,0 15 0,0-7 40,0-8-200,0-7 208,3 20 16,-3-5-96,4 0 48,-4 1-55,0 1-25,1-11-96,2 6 144,0 7-136,-3-1 16,4 2-16,0 0 0,-2-4-8,-1-9 56,-1 13-8,0 2 72,4 2-80,-4 0 40,0 1-64,0-21-16,0 20-56,4 2-24,-4 1 56,0 3 40,0-3 16,0-12-32,0 2 72,3 12-128,-3-1 312,4-1-264,-4 1 24,3-3-16,-2-21 104,-1 26-288,3-3 336,1-3-80,-4 0-8,4 0-16,-4-19-48,0 10-16,3 9 32,1 0-40,0-2 88,-1 0-8,0-7-56,-2-6 112,3 11-8,-4 2 64,3-2-176,-3 1 0,0 1 32,0-22-24,0 20-104,4 0 56,-4 2 48,4 0 8,-4 2-40,0-2 112,0 0-104,0 0 264,0-1-240,0 1 0,0-6 0,0-12 40,0 18-280,0-2 536,0 0-304,0 4 64,0-2-24,0-18-32,0 16-232,0 2 216,0-1 8,0 1 8,0-4 8,0-7-8,0-2 96,0 12-64,0-3 56,0 0-112,0-1 40,0 0-16,0-16 32,0 16-80,0-2 168,0 1-144,0-9 8,0 12 64,1-14-48,2 5-72,-3-5 32,3 13 120,-3-12-96,4 9 40,-4-11-24,0-3 80,0 16-168,4-12 376,-4 1-296,3 1 32,-3 0 48,0-6-72,0 13-224,4-10 192,-4 1 48,0 3-16,4-1-32,-4 0 32,0 1 80,0-5-96,0 3 160,0 1-120,0-1-32,0 0 8,0-5 16,0 7-176,3-3 448,-3 2-272,0 1-24,0-3 8,0-3 0,0 4-320,0-1 264,0 1 48,0-1 24,0 1-8,0-3-8,0-1 48,0 4-80,0-1 224,0 1-240,4-3 8,-4 1 0,0-4 40,0 4-304,0-2 184,0-1-8,4 1 16,-4 0-8,0-1 120,0 0-88,0 1-88,0 0-40,0 0 56,0-2-16,0 0 176,0 0-184,0 1-16,3-1-25,-3 0-135,0 0-48,0 0-48,0 0 456,0 0-608,0 0-32,0 0 32,0 0-96,0 0-24,0 0 4016,0 0-7265,0 2 3145,0 0 40,0 0-152,0 0-88,-1 1 1032,0-3-1089,0 4-135,-3 2 64,0-1-8,2 1 23,-1-1 185,2-3 960,-2 2-752,1 3 224,0 8-3521,2-15 4049</inkml:trace>
  <inkml:trace contextRef="#ctx0" brushRef="#br0" timeOffset="1233">295 2482 9922,'0'2'1696,"0"6"-464,0-8-1232,3 14 632,1-8-360,-4 9-200,0-10-32,4 10-8,-4-12-32,0-1 120,0 13 105,0-9 111,0 1 208,0 8 64,0-10-608,0-5 656,-2 7-32,0 8-232,2-9 64,-2 1-160,-2 8-8,3-10 9,-5 1-145,1 10 32,1-10-16,-2 9 64,3-12-232,1-1 232,-6 5 32,1 8 168,0-13-264,-1 4 16,3-3-16,4-2-168,-5 2-64,-9 1 184,11-1 32,-1-1-56,-3 0 16,5-1-112,-1 0 136,-11-1-80,12 2 32,-3-2 0,-9 0 16,10 0 0,-3-4-24,-6 0 88,10-1-120,-3-1 16,-1 1 0,7 3-64,-5-2-64,0-1 56,1-12-40,-1 13 48,1-10-8,1 10 8,2 2 72,-1-13 8,-1 12 56,0-16-104,1 14-40,1-12 0,2 17 8,-2-5-104,0-12 104,0 14 40,0-16-32,1 14-16,1-2 8,0-3 16,0 5-56,0-14 168,0 14-160,0-14-24,3 15 56,-3 3-24,0-18-112,6 16 240,-1-12-80,1 11-48,-1-10-16,1 10-120,-2-11 56,-1 12 56,1-3 8,1 1 0,1-1 32,-1 1 0,10 1-24,-11-2 0,0 3 8,1-1 24,-5 4-32,15-6-16,-12 3 64,3-1-16,-1 4-8,10-4 40,-15 4-32,0 0-32,6 0-8,-1-3 176,1 3-160,-1 0 48,-1 0-24,-2 0 72,3 2-200,10-1 288,-15 1-144,4 0-8,-1 0 32,-2-2-40,2 4-144,3-1 72,-3 3 72,1-1 0,0 1 0,-3-3 0,1-1 64,2 4-72,0-1 96,-1 1-72,1 9-48,-1-12 32,-2-3 8,2 6-112,-3 9 152,0-10-40,0 2 24,0 1-32,1-7 0,2 5-64,-3 9 8,0-10 56,0 10 16,0-9 8,0 4-24,0-4 64,-2 1-72,0 10 112,0-11-88,-1 8-8,-1-8 8,4-6-16,-4 7-64,-1 8 8,-1-10 72,-1 3-16,0-1-8,4-1 8,-2 3 104,0-6-80,-3 3 8,1-1 24,0 1-24,1-2-32,4-2 96,-5 3-24,0 1 56,-1-5-72,1 1-80,-8 0 32,15-2-8,-3 0-80,-3 0 16,-1 0 64,-1 0 16,3-4-32,1 1 16,1 1 56,-3-4-32,0 1 64,-1-10-64,2 10-8,1-10 32,0 11-144,1-14 256,-1 14-144,2-14-32,0 3 32,1 13-16,-1-1-160,0-20 96,2 9 120,0-3-56,0 1-16,0 3 16,0 7 80,0-12-120,0 3-32,0-3 48,0 12-56,3-16 32,-2 20 48,2-11 40,1 8-152,-1-17 64,1 16-24,0-10-16,-2 13 88,-1 0 8,3-2-80,0-10 80,1 11-72,-1-10 24,1 14 40,-4 0-32,4-6-24,1-9 112,8 15-32,-10-3 24,1-3-104,-3 5 56,2-1-56,11-2-8,-12 0 48,3 1 72,9-1-8,-13 4-48,-1 0 64,5 0-72,10 0 16,-12 0-8,2 0 8,8 0 32,-13 0-40,2 2-16,2 1-64,1 3 80,-1-1 8,1 1 0,-4-3-8,1 1 72,1 11-104,2-9 72,-3 1-40,1 8 16,-1-11-16,-2-3 40,-1 14-72,3-10 96,-3 12-64,0-10 0,0 10 8,0-14-8,0 1-32,0 16-16,0-5 8,0-8 48,0 14-8,0-14 64,0 13-16,-1-12-24,-3 8 16,0-8 16,-1 8 8,-1-10-16,1 8 56,-1-8-40,1 1-24,-1 10 16,4-16-56,-1 1 0,-3 4-48,1 9 96,-1-14 8,1 5-56,1-2 0,2-2 120,-5 1-104,1-1 24,1 2 24,-1-2-56,1-1 8,4 0-16,-2 0-16,-3-1-80,3 0 128,-3 0 0,1 0-16,3-2-16,0 1 64,-2-3-80,-1 0-16,1 1 64,0-12-32,1 12 0,3 2-8,-2-4 40,0-12-72,0 13 48,0-12 16,2 10-24,-1-10-8,1 10-32,0-12-8,0 12 32,0-14 32,0 5 40,0 10-24,3-15 128,1 14-200,0-12-32,-1 12 8,1-12-192,0 14 184,-1-11-24,1 12 0,0-3 16,-3-1 80,1-2-80,2 5-16,0-1 120,-1-1-96,1 0 16,-1 4 56,-2 1 8,2-5-104,-3 3 168,4 3-104,0-4 8,-4 4-8,0 0 32,3 0-104,-3 0 16,4 0 24,-4 0 0,0 2 0,2-1 64,0 0-8,-2 2 0,0 1 88,3 1-96,-3 3-16,4-3 32,-4-5-40,0 8-88,4-1 32,-4-1 88,0 8-40,0-10 32,0-2 16,0 1 24,4 5-72,-4-1 64,0 8 0,0-10-32,0 1 16,0-4 40,0 12-16,0-10 32,0 4 24,3 6 0,-3-8-32,0-6-48,0 5 40,0 10-8,0-11 40,-2 10 32,1-8-8,-1 1-96,0 1 152,-2-3-80,0 2 104,1 8-64,-3-11-32,3 1 56,-3 3-112,1-3 80,1 3-24,-2-1-32,1-2 8,4-3-56,-4 2 24,0 0-40,-1-2 32,3-1 8,-3 1 8,4-1-32,0 0 96,-1 1-56,-1 0 112,0-2-152,1 0 32,-3 0-8,6 0-24,-3 0-112,-1-4 80,2 0 0,0 1 24,0-3-8,2 4 16,-1-1 48,-1-3-72,0-9 80,0 12-72,0-3 0,0-10 64,2 10-48,0-10 80,0 12-48,0-13-16,0 14-64,0 0 48,0-9-64,4 8-40,-4-10 40,4 10 56,-1-13-24,-1 15 32,0 1 32,2-14-48,-4 11 48,5-10-128,-1 10 32,1-1 64,-5 4-64,6-13-112,-2 14 240,1-6-104,-1 2-32,-1-1 40,-1 3 32,2-2-120,0 1-8,-1 3 88,3-4 48,-1 4-88,-2-3 80,-2 2 48,5 1-40,-1 0 24,1 0-48,-3 0 40,1 0-72,-4 0 48,0 0-120,4 0 88,-4 0-32,3 2 72,-3 0-8,0 2 8,0-1-64,0 3 104,0-1-56,0 1 0,0 0 8,0-5 0,0 5-128,0 1 304,0-1-216,0 1 16,0 0 48,0-3-24,0 7-224,-2-5 168,1 1 56,-1 8-32,0-12 40,0 1-8,0-2 80,-1 13-64,-3-10-32,4 3 24,-1-1 8,-1-2 24,4-4-40,-4 6 120,1-2-128,-1 1 72,0-1 0,1-1-56,1-2-8,0 2 96,0-1-136,-2 1 160,1-2-72,1 0-24,-2-1 48,0 1-152,1-2 128,1 0-32,-2 0 16,1 0-16,2 0-16,0 0 0,-3 0-8,2-3 16,0-1 16,1 0-48,0 2 24,0 1 40,-1-3-64,0 0 72,2 0-16,-2 1-56,2-1 24,0 4 0,0-5-64,0-1 120,0 1-32,0-1-32,0-9 8,0 14 0,0-1-104,0-4 32,4 1 104,0-1-40,-4-9 16,2 13-8,-1 1-8,3-14-88,0 15 0,-1-6 48,1 1-16,0 1 56,-4 4 8,0-3 16,3-1-136,-3 0 128,4 1-72,-4 3 24,2 0 40,0 0 40,1 0-80,-3 0 48,0 0-24,0 0 0,3 1 16,-2-1 0,-1 2-48,0 0 88,4 2-112,-4-1 0,0 3 8,0-5 64,0 3-184,0 2 24,0 0-56,3-1-16,-3 1-8,0-3 240,0-1-304,0 4-96,4-3-144,-4 1-209,4 1-199,-1-1-184,-3-4 1136,0 4-1424,4-1-265,0 1-79,-1-2-80,3 0 271,-4-1 1577,1 0-1600,16 1-2937,-19-2 4537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16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1606 1 8569,'0'0'632,"0"0"-63,4 0-569,-4 0 320,3 0-176,-3 0-32,4 0 8,-4 0 64,0 0 72,0 0-256,0 0 344,0 0 24,0 0 40,0 2 16,0-2-16,0 1-408,0-1 408,0 2-48,0 0-88,0 0 17,0 0-25,0 0-24,0-2-240,-2 3 296,0 1-56,1 0 0,-1-1 32,0 1-24,0-1-248,0 0 288,-1 2-16,-1 1 136,0 1-136,-1 0 0,0 7-272,4-13 272,-4 4-144,-1 10 144,1-7-24,-1 10-40,1-11-7,3-1-201,-2 7 144,-3-6-56,1 10 56,-1-3-16,-1 1 32,3-5-160,3-5 192,-13 13-56,10-3 88,-1 3-128,-8 1-48,8-1-16,6-17-32,-7 18-120,-10 0 56,12-1 104,-10 2-40,10 0 56,-2-10-56,-1 1 56,2 13-64,-12-4 136,12 0-112,-12 0 24,12-1-40,5-16 40,-16 16-160,10 3 232,-10-2-128,2 0 16,1 4 40,12-19-40,-4 12-136,-14 5 112,13 4 8,-12-4 24,5 2-8,5-10 0,3-4 24,-11 14-16,3-2-8,-3 2 0,1 0-16,-2-1 16,17-22-16,-17 24 0,1-1 8,-1 2 64,1-2 0,1 0 8,10-15-64,-5 6 112,-7 10-80,-1 5 80,1-6-16,0 3 0,6-10-96,7-10 128,-11 15-72,-1 0 136,2 0-96,-1 4 0,1 0-24,13-23-72,-11 20-56,-1 2 88,-3-1-16,1-2 64,1-1-16,7-10-64,1 0 80,-9 9 16,1-2-8,-2 1-32,3 1-40,1-4-16,11-14 40,-13 17-104,1-5 48,-3 3 32,2 1-48,1 1 64,9-14-32,-7 8 24,5 5-64,-14-1 104,7-2-56,-1-1-24,4-4 16,5-5 48,-1 10-104,-13 1 8,13-1 48,-12 2 48,12-3-40,6-13-8,-18 6 56,11 15-64,-10-6 8,10 1 48,-8-2 16,13-9-64,0 2 80,-4 9-72,-8-2 0,12-1-8,-3-6 16,0 7-16,5-12 0,-14 4 40,11 8-48,-3-8 72,0 10 0,1-10-40,5-3-24,-5 9 48,0-8-184,1 10 88,-1-9 40,1-1-24,3 4 32,0-3 96,-2-4-72,1 3-16,1 3 8,-2-3 16,2 1-24,2-6-8,-2 3 16,1 1-64,-1 0 24,0-2 32,0 1-56,1-1 48,0 0 56,-1 0-120,1 3-8,-1-3 40,0-2-8,1 2 40,0-2 16,-1 0-56,0 2 8,2 0-48,-1-1-24,1 1 40,0-1 64,-2 0-104,0 1-64,0-2 88,0 2-16,0 0 16,1-1 80,1-1-8,-2 2-104,0 0-64,0 0 88,0 0-48,-1 0 136,3-2-64,-2 3 40,-2 1-128,0-2 24,2 0-104,1 0-56,0-2 288,0 1-296,-1 1-128,0 2-8,0 0-9,0-3-63,1-1 504,1 0-504,-2 0-112,0 2-160,0 0-48,2 0-104,-2-2-113,2 0 1041,0 0-1104,0 0-160,-2 0-56,2 0 215,0 0 281,0 0 824,0 0-4241,0 0 4241</inkml:trace>
  <inkml:trace contextRef="#ctx0" brushRef="#br0" timeOffset="1517">192 2222 8537,'4'2'865,"-1"0"-129,1 0-304,-2-2-432,0 0 264,1 1-144,3-1-8,-2 2 0,-1-2 72,0 2-184,-2-2 312,3 2 80,-1-2 88,1 2 16,-4 0-24,4-1-72,-4 1-400,0 2 361,3 0-113,-3-1-48,4 1 8,-4 0-40,0-2-168,0-1 192,0 5 0,0-1-48,0 1 32,0 1 48,-2 7-224,2-13 216,-2 3 48,0 1-80,-3 10 8,-1-10 0,1 10-48,3-13-144,-2 2 208,-1 10-120,-2-8 72,-1 12 24,-7-12-32,13 8-152,1-10 232,-7 2-56,-6 8-24,8-6-16,-1 10 1,-8-11-25,14-4-112,-3 11 144,-2-7-40,-1 8 8,-1-11 64,-8 3-64,14-4-112,0 0 216,-5 2-64,-1 1-80,3-3 8,-1 1-48,2-2-32,3-2 24,-5 0 32,3 2-88,-1 0 64,0-2-16,3 0-16,-1-2 0,0 0 80,-2-2-160,1 0 48,-1 1 24,0-1 16,2 2-8,0 0 56,1-1-24,-1-3-8,-2-8-16,2 8 24,0 1 8,2 4-40,-1-17-16,-1 14-56,2-12 80,0 10-8,0-10 24,0 13-24,0 0 88,0-15-120,0 14-16,0-12 40,3 10-8,0-9 16,-2 12 56,3-12 0,-1 0-40,1 10-48,0-17 32,1 16 8,-3 2-8,2-12 0,1 11-32,1-12-8,-1 11 24,1-14 8,4 17 8,-4 1 56,-2-15-32,2 14-88,10-12 32,-12 11 32,0-1 0,-4 5-40,5-15 72,12 11-72,-17-1 24,5-1 8,10 1-24,-15 1 56,5 0-96,1 4 64,9 0 32,-15-3 0,4 3-24,-3 0 80,5 0-48,-1 0-32,1 0 0,-1 0 40,-1 0-24,0 1 8,1 1-80,1-2 32,-3 2 56,3 0 0,-3 1-32,-1-1 112,4 2-88,-1 2-64,-1-4 16,0 3 40,-1 0-16,-3-4 24,6 4 16,-2 1-48,-1-1-24,-3 2 24,0 1 24,0-3 48,0 10-104,0-9 16,0 8 40,0-8-8,-1 5-8,0-6 104,0 1-24,-5 12-48,1-10 16,-1 12-56,0-5 40,6-15-32,-5 7 24,-2 13-40,-1-5 96,1-8-16,0 12 8,3-16-72,0 1 136,-11 14-96,12-3-32,-3-9 16,-1 10-8,-5-10-16,9-5 48,1 16 56,-3-11-64,-2 1 8,-1 0-16,1-1-40,6-5 8,-4 5 32,-2 0-64,1-3 72,1-1 0,-10 0-8,13-1-32,1 0 88,-5-1-80,-9 2-56,13-2 48,-3 0-8,1 0 8,4 0 8,-5-6 48,-1 1-112,3 1 48,-3-2 8,2-8 0,2 12 0,-1 0 40,1-15-96,0 12 56,-2-13-16,3 12 40,-1-10-24,2 12 80,-2-11-96,2 10 24,0-17-24,0 7 24,0 0-16,0 13 8,0-11-32,0-1-40,4-1 32,-1-2 32,3 3 48,-4 6-40,0 1 72,3-10-64,-1 12-32,1-15 0,-1 5 16,1 10 8,-5 5-32,6-23 32,-1 18-48,10-12-16,-11 14 32,11-12 0,-14 14 32,1-2-32,2-2-64,1-1 40,1 1 16,9 1 8,-13 2 32,-1 0 48,3-1-48,2 3 0,-1-4-16,10 4 0,-15 0 8,5 0 0,1 0-72,-1 0 80,10 2-24,-15 3 32,2-2-8,2 0 72,-1 2-160,1 1 96,-4 1-64,4 8 40,-4-10 16,0-4 8,3 6-8,-3 9-24,4-10 0,-4 11 48,0-10-48,0-3 24,0 10-16,0 1-40,0-10 16,0 14 64,0-14 16,-1 6-40,0-3 112,-1-1-80,0 10-64,1-12 72,-1 14-32,0-14-8,2-5 72,-4 15 24,-1-10-128,3 10 56,-4-11 32,3 3 8,1-4-64,0 1 88,-4 4-72,1-3 24,-1 1-48,1-1 48,1-2-40,2-2 48,-5 4-56,2-3 0,-1 0 8,-1 0 8,1 2-8,5-4 0,-3 2 40,-2-1-96,1 1 72,-1-2 16,-1 0-16,4 0-16,0 0 56,-4-3-72,1 3-48,1-6 40,1 2 0,1-1 24,2 5 8,-2-15 24,1 15-56,-2-5 40,2-12-32,1 13 56,-1-10-24,2 10-48,0-11-32,0 10 8,0-15 64,0 16-8,0 2 16,0-18 8,3 14-24,1-14 0,0 15 0,-1-14-8,-2 19 8,2-5 16,3-14-96,-1 14 64,12-12-8,-17 12-24,1 2 48,1 0 16,4-13-96,-1 12 56,1-2-32,-1-8 24,0 14 32,-4 0-32,4-6-16,10 1-64,-15 1 32,6-2 64,-1 1-56,-4 4 72,4-2 8,0 0-96,1 3 0,-1-4 128,1 4-40,-3 0 0,-1 0 56,4 0-24,-2 0-24,-1 0-24,1 0 0,-1 4 16,-2-4 0,2 5-56,-3-1 16,4 1 32,0 1-16,-4 1 0,1-4 24,1 2 0,-2 2-72,0-2 24,4 3 56,-4-1 8,0-3-16,0-2 40,0 5 0,0 8-24,0-10 24,0 1 16,-2 8 0,2-11-56,-2-2 40,2 5-56,-2-1 40,1 3-8,-1-1 8,1-3-24,0-1 88,-1 5-72,-2-1 24,3-2 24,-3 1 0,1-1-64,2-5 72,-2 8-16,-1-3-24,2 3-48,-2-3 80,1 1 16,2-5-80,-2 3 80,-1 0-72,1 1 0,-1-1 16,0 0 0,-1-1 80,1-1-88,2 2-32,-1-2 32,1 0-16,0-2 72,2 0-72,-2 0 56,0 2-104,-1-2 88,1 0-80,-2 0 32,3 0 8,0 0 24,-1 0-40,0 0 0,2 0-8,0-4 8,-1 1 16,1 2-24,0-3 32,0 1-24,0-1 48,0-1-32,0-1 24,0 3-24,0-9 24,0 9-112,3-3 40,1 1 40,0-12 8,-2 15 0,-1 0 48,5-12-48,-1 10-80,1-11 40,-1 10 8,1-10 32,-6 15-16,5-5-32,1-12-96,-1 13 56,1-12 8,0 12 48,-1 2 32,4-1 8,-9-3-128,4 1 24,1-10 24,-1 15 24,-1-3 48,-2 2 48,2-4-40,1 5-48,0-4 24,-4 4-32,0 0 56,0 0-8,3 0 32,-3 0-104,4 0 80,-4 0-40,0 0 32,0 0 72,0 2-112,0 2 32,0-1 32,0 1-24,0-4 32,0 5 24,0 1-120,0-1 24,-2 3 64,-1-1 0,1-5-24,-2 2 104,0 3-96,-1 8 16,1-10 48,-1 3-24,-1 6 48,1-10 0,-1 2-56,1 8 16,-1-8 56,1 1-16,4-7-96,-4 17 64,0-14-64,-1 3 64,1-1-56,1 1 24,2-4-32,0 1 120,-1 1-152,-1 2 48,2-3 0,0 1-32,1-1 16,0-2 64,0 0-48,-1-1 0,0 0 40,0 0-80,0 0 24,2 0 0,0 0-16,-2 0-96,2 0 40,0 0 56,0-3 48,0 1-32,0 0 40,0-2-8,0 4-40,0-3-32,4-3 40,-4 1 0,0 5 0,4-6-24,-4-9-80,3 12 56,1-1 0,0-12 0,-3 14 48,1 0 16,4-13-104,-1 10 16,-1-10 16,2 11 8,-4-7 48,-1 8-16,5-1 8,-3-2-48,3-10 48,0 10-8,-1-8 0,-4 12 16,2-2 8,2-11-120,-1 12 112,1-12-16,1 15-48,-3-3 64,-1 0 32,2-11-72,0 14-56,-1-6 136,1 1-48,-4 1 8,0 4 16,0-4 0,4 4-120,-4 0 120,0-3-40,0 3 72,0-1-48,0-2 56,0 3-112,0 0 8,0 0 32,-2 0 56,1 0-40,0 0 80,-1 0-40,0 0-24,-1 0-16,-3 2-8,1 0 56,5-2-48,-4 5 16,-1 1-88,1-1 80,0 1-16,-1-1 16,2-3-8,0 0 112,-2 3-120,1 1-8,0-1 56,-1 1 24,0-2-64,4-2 80,-4 1 16,-1 3-72,1-1 8,-1 1 0,3-1 24,1-4-56,-2 4 64,-1-2-128,1 1 64,0 0-24,-1-2 16,1-1 8,2 0 64,-2 0-56,1 1-32,-1 0 32,0-2 32,1 2-40,3-2 24,-2 0 24,0 0-96,0 0 64,0 0-8,1 0 0,0 0-8,0 0 56,-1 0-128,0-4 56,0 4 8,0-3-32,1 0 40,1 2 48,-2-3-56,2-1-40,0 1 48,0 0-48,3 1 40,-3 2 8,0-4-48,4 0-72,0 1 80,-4-2-56,3 1 32,0 2 64,0 0-40,1-11-80,-1 14 24,3-4-8,-1-2 40,0-6 64,-4 10-72,4-2 0,1-1-16,-1-1 0,1 2 8,-2 1 8,-3 3 72,3 0-56,0-4-32,-1 4 48,1 0 56,0-4 8,-1 4 32,1 0 8,-4 0-56,0 0-24,4 0 32,-4 2-24,0-2 8,0 6 8,0-1-72,0 1 112,0-1-24,0 1-16,0-3-8,0 1 112,0 2-184,0 8 24,0-12 40,-2 4-8,0-1 64,0 3 8,0 6-56,-1-8 0,-1-1 8,2 3 8,2-7-16,-2 3-32,-3 2-16,3-1 0,-3 3 32,1-3 48,2-2-32,0 0 56,-1 2-72,1-1-104,-2 1-72,0-3-112,3 0 304,0-2-392,0 2-137,-1-2-143,0 0-128,-2 0-160,2 0-160,2 0 1120,-1 0-1289,-3 0-239,2 0-136,-2-4 151,3 4 369,1-3 1144,0 2-4457,0 1 4457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2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87 4568,'0'0'1625,"0"0"-993,4 0 232,-1 1 144,1 1-15,-4-2-993,4 2 928,-1 0-112,1 0 8,-4 0-32,4 0-16,-3-2-776,1 1 809,-2 1-73,4 2-48,-4 0-40,0-1-72,0 2-576,0-4 496,4 4-56,-4 3-88,0-1 1,0 0-9,-2 8-64,1-13-280,0 2 280,-1 1-120,0 12 8,-1-14 56,-3 12-72,5-11-152,0-2 224,-4 16-80,-1-13-48,1 16 8,-1-14-24,-1 10 0,6-16-80,-6 12 80,-7-7-88,8 9 48,-1-10-16,0 2 8,0 0-32,-1 1 96,2-4-112,-1 1 0,-8 1-8,10-1 24,-1 0 0,4-4 24,-12 4 32,8-1-48,-1-2 24,-8 2 16,10-3-56,1 0 8,-7 0 32,5 1-80,-8 0 16,8-2 32,1 0-24,-4 0 24,3 0 24,2 0 0,-1-4-40,-3 1 24,3-1 16,-2 0-24,6 4 8,-6-5-16,2-1-40,-1 1 32,1-1 8,-1-9 32,5 15-24,-2 0 72,2-5-104,-1-10 0,0 12 24,0-3 32,1-7-24,0 9 40,1 1 8,0-12-48,0 11-40,4-10 40,0 8-16,-4 5 16,0-16 16,5 11-80,1-10 0,-1 10 16,10-9-16,-15 14 64,0-1-8,5-13 8,1 10-24,-1-10-16,12 11 32,-14-1 8,-2 5-32,4-17 8,10 13 8,-12-1 0,3-1 8,11 1 8,-16 3 0,1-2-8,13-1-64,-11-1 40,12 3 0,-12-3 16,7 2 16,-6 3 64,1-3-80,10-2 16,-12 3 16,13-1-40,-14 4 72,-2 0-48,13 0 32,-10 0-72,1 0 40,12 0-32,-17 2 64,2-1-32,1 2 72,3 0-40,9 3-16,-15-1 16,5 1-32,-2 0 0,-2-5 56,4 7-40,-1-3-32,-4 2 64,4 8-88,-4-9 48,0-3-8,3 10 8,-3-7-96,0 8 120,0-8 16,0 1-8,0 2-40,0-3 104,0 0-80,-2 14 8,1-6-8,-1-6 8,-2 12-32,4-20 96,-4 6-40,3 12-32,-5-13 88,2 12-32,1-11 48,1 0-128,-2 4 216,1-4-136,-1-1 48,0 10 0,-1-12-8,2 2-120,2-4 152,-5 5-56,1-1-40,-1-1 24,1-1-8,-2 1 40,5-3-112,-2 2 65,-3-1-106,-1-1 74,1 1-41,1-2 48,4 0-40,-1 0 64,-3 0-56,1 0 16,-2 0-8,-1-3-8,2-1-8,5 4-40,-7-6 24,3 3 32,-1-3-24,1-9 40,-1 12-24,5 1-8,-3-2-24,-2-10-56,1 8 64,1 1 0,2-14 24,0 15-8,1 3 80,-1-16-40,0 2-72,0 10 16,2-14 0,0 14-16,0 5 32,0-17 24,0 12-56,0-13 48,0 12-40,0-11-8,4 12 24,0-13-65,-1 12 65,3-14-16,-1 14 0,0-8 24,-4 12-40,4-4-24,1-10 8,-1 10 16,1-9-8,-1 12 8,-1 0 40,7-9-32,-7 12-72,1-5 64,1-1 0,10 0 24,-14 3 16,0 1 40,3-2-16,10 1-24,-11 3-24,11 0 56,-12 0-32,-3 0-16,6 0 8,10 0-48,-12 0 32,2 1 24,-1 3 40,0-3-40,5 2 56,-7 2-96,1 1-16,0 1 48,1 1-24,-2-3 32,-2-3 24,3 5 8,1 8-88,-1-10 56,0 1-16,-4 9-16,0-15 32,0 5-24,0 3-88,0 10 64,0-12 64,0 10 0,0-13-16,0 0 88,-2 4 8,0 8-32,-4-10 0,3 3 16,-1 7-80,4-14 56,-6 5 16,1 10 24,-1-10 0,1 1-40,-1 8 0,4-14-56,-3 1 80,0 4-55,-3 1 31,3-1 32,-3-1 24,-2-1-112,6-2 112,0 3-16,-3-1-88,-1 0 8,3-2 0,-3-1 0,8-1-16,-5 2 72,-3-2-120,3 0 88,-2 0-32,1 0-32,4 0 24,-1 0 48,-3-3-96,-1-1 96,1 0-32,1 0 40,2 0-56,2 3 40,-3-5-48,1-10-16,-1 12 0,2-1 56,0-12-24,2 16-8,-2-2 40,1-15-80,-1 13 8,-2-14 32,2 14-24,2-5 24,0 3 56,0 3-48,0-14-32,4 13 8,-4-16-48,3 16 64,-2 5-32,-1-17-16,5 14-56,-1-12 64,-1 11-16,1-12 40,-3 14 16,2 0 40,2-15-88,1 14-24,-1-3 48,-1 1 8,0 1 16,-2 2 40,3-3-16,1-1-72,8 1 48,-14-1-48,6 1 24,-6 4 24,15-2 24,-12-1-112,3 4 88,8 0-8,-10 0 8,-1 0 0,0 0 48,2 0-24,1 0 0,8 0-24,-14 2 0,5 0 0,-4-2 24,4 5-40,1 1-32,-2-1 72,-1 3-56,1-1 56,-4-5-24,0 4 32,4 1-104,-1 0 64,-3 1-16,0 6 64,0-10-40,0-2 96,4 13-64,-4-8-40,0 8 24,0-10-8,0 10 24,0-14-32,-2 3 80,0 11-96,-1-9 88,1 1-16,-2 8 16,2-14-72,0 1 96,-1 6-56,-3 6 104,1-8-72,-1 9 40,2-11-112,3-3 96,-5 5-64,2 1 104,-1 0-56,-1 1-16,1-3-8,4-4-56,-4 4-16,0-2-16,-2 1 56,1 0 24,1-2-8,1-1-40,2-1 112,-4 2-96,1 0 0,-1-2 8,1 0-24,1 0 0,4 0 40,-3 0-48,-1-4-8,-2 1 8,5-1-16,-3 0 16,3 2 8,-2-1 32,1-12-72,1 12 48,-1-3 8,0 0-16,0-6 0,2 8 48,-2 0-48,0-10 16,0 10-16,2-11-32,0 11 48,0 4-16,0-5-56,0-10-40,4 12 80,-4-12-64,0 11 8,2 1 72,0 1-24,2-15-32,-1 17 72,1-5-24,0-10-24,-4 15 32,0 0-56,3-6-48,1 1-16,0-1 96,1 1-8,1-1 32,-5 5 0,1-3 48,4 0-144,-1 0 40,1 1 24,-1-1-32,5 4 64,-5 0 56,-5-4-32,6 1-88,8 3 80,-8 0-32,-6 0 16,3 0 40,1 0-112,0 0 16,0 0 40,-1 0-24,1 0 80,-4 3-56,4 1-48,-4 0 64,0 1-48,0 0 48,0-4 0,0 4 32,0 1-24,0 1 0,0-1-32,0 8 8,-1-13 16,0 2 16,-1 4-64,-2 8 64,2-9 8,-1 8 8,-1-10-32,2-2 120,-3 5-32,-1 8-72,1-11 64,-1 3-16,2 8-64,4-15 120,-5 5 56,-1 3-160,1 6 96,-1-10-64,1 3 32,4-5-80,-2 2 120,-2 1-128,-1-1 56,1-2-24,-1 2 16,2-3-40,3-1 72,-5 4-40,1-2-8,-1-2-16,1 0 8,1 0-24,3 0 8,-2 0-8,1 0-24,-1-4 56,-1 4 0,0-3-32,2 1 8,1 0 72,-3-2-56,0 1-16,2-3 24,1 0-64,-1 1 40,2 5-24,0-15 24,0 12-56,0-3 112,0-9-40,0 12 16,0 1-32,0-2 16,0-11-152,0 12 40,3-12 24,1 11 32,-2-5 40,0 4-8,1 1 0,3-11-88,-2 12 40,-1-3-16,3-9-32,-6 15 104,5 0-64,-1-5-72,2-10 64,-1 15 32,1-5-8,-1 1 24,1-2-32,-1 3-8,1-1-24,-1-1 24,0 2 64,-4 2-48,4-3-8,10 4 48,-11-3-56,-1 3 48,3 0-16,-5 0 32,3 0-24,0 0-64,0 0 0,-1 0 8,1 0 16,-4 0 64,0 0 32,4 1-40,-4 1-56,3 0 32,-3 2-33,0-1 65,0-3-40,0 6 8,0-2-72,0 1 56,0 1 32,0-1 48,0-3-32,-1 2 72,-1 3-72,-2-1 32,0-1 0,-1 2-8,1-1-24,2-4 97,-3 12-9,-3-10 16,1 2-32,0 8 32,-1-10-56,7-3-48,-5 4 48,-9 2 0,13-2 48,-3 1 0,-2 1 8,4-3-104,0 0 160,-2 3-96,-1-1 16,1-1-40,1-1-8,1-3-32,2 0 32,-4 2-56,3 1 64,-2-2-24,0-2-16,3 2 56,0-2-56,0 0 8,-1 0-80,0 0 24,2 0 40,-1-3 8,0 2 40,1-5-16,0 1-16,0-1-96,0 1 24,0-1-48,0 6 112,0-5-176,4-10-8,0 10-32,-1-1 8,1-12-8,-2 16 216,1 0-193,3-15-71,-2 14 56,-1-12-56,3 11 32,-2 1 232,-3 3-192,3-6-88,2 1 0,-1-10 24,1 15 32,-3-4 40,-2 4 184,4-3-152,-2-1-40,1 4 16,0-4 64,0 4 8,-2-2 104,-1 1-8,3 1-24,0 0-64,-4 0 80,3 0-16,-3 1 32,0-1-24,0 2 24,0 2-80,0 1 8,0-1 8,0 2 40,0-4 24,-2 1-16,1 3-72,-1-1 40,-2 1 0,2-1 48,1-2 0,0-2 16,0 4-104,-1-1-104,0 2-136,0-3-129,0 1-143,2-4 600,-2 4-792,0-1-208,1 1-208,-1 0-129,0-2-31,2-1 1368,0 1-1344,0 0 24,-2 0 71,2 0 233,0 0 288,0-1 728,0-1-432,0 4 232,4-2-3809,-4-2 4009</inkml:trace>
  <inkml:trace contextRef="#ctx0" brushRef="#br0" timeOffset="1308">270 190 5505,'0'0'168,"0"0"-168,0 0 280,0-4 152,-1 0 88,1 4 80,0 0-32,0-3-40,0 3-16,0 0-79,0 0 71,0 0 16,-2 0 56,2 0-576,0 0 664,0 0-40,-2 0 64,2 0-24,0 1-31,0 1 23,0-1-656,0 0 592,0 1-56,0 0 48,0 0-144,0 1 8,0-1-448,0 0 432,0 2-104,0 1 17,4-1-25,-4 1 32,2-1-352,-1-2 320,-1 3 0,4 1-56,-4-1-48,4 1-8,-4-1 32,3 3-24,1 7-56,0-10 32,-4 1-48,3 1 8,0-2-152,-2-3 200,3 6-64,-1-3 56,-3 12-24,4-14-16,-4 5 32,0-8-184,4 14 160,-1-8-72,1 1 72,0 8-55,-4-9-33,3 8 96,1-8-112,0 1 48,-4 8 8,4-10-8,-2 1-104,-1-4 160,3 14 0,0-8-96,-4 8 40,3-10 8,1 8-80,-3-13-32,2 2 104,0 4-88,-3 8 0,4-9 80,0 10 0,-1-13-96,-1 0 128,2 13-32,-1-10-16,3 8-72,-2-6 56,1 8-64,-5-16 56,4 8-16,1 6 40,-1-6-64,2 7 24,-3-8-16,-2-1-24,2 6 8,2-4-32,1 12 16,-1-13 32,1 13 56,-2-14-80,-2-4 48,3 16-8,1-3-8,-1-8-32,1 13 8,8-12 8,-12-7-16,-4 16-48,8-2 8,-1-8 64,1 12 0,-1-12 48,-2 2-72,0 0 96,12-3 0,-12 10-40,1-10-16,0 9-16,0-10-24,-3-5-16,5 19-8,8-12 16,-10 10 16,0-12 8,1 12-8,-1-16-8,7 3 56,-7 15-64,1-14-24,1 10 64,-1-10-72,-1 6 40,-2-5 16,3-1 56,-1 12-8,1-10-32,1 10 8,-1-12-56,-4-5 16,4 15-72,0-9-8,1 8 80,0-8 32,-1 12 24,-3-16-56,0 2 104,3 14-120,1-11 16,-3 10-16,1-10 24,-1 7-8,-2-9 32,4 0-16,1 12 0,-3-12-40,1 10 48,0-10 0,-4-2-24,4 11 8,1-8-64,-1 1 80,-1 0 0,1 8 16,-2-12-40,0-1 88,1 4-104,-3 1 96,4 1-88,-4-1 56,3 0-48,-2-7 40,2 8-64,1-3 40,-4 3 24,4-3 16,-4 1-32,1-4-24,1 3 56,-2 1-88,0-1 16,4 1 32,-4-1-16,0-1 0,0-2 56,4 5-72,-4-2 120,0 1-128,0 0 48,0-1 8,0-4-32,4 4-80,-1 0 48,-3 1 8,0-3 48,4 3-16,-4-3 56,4 1-56,-4 2 40,3-1-56,-3 1 0,3-3 8,-2-3 8,-1 6-48,4-2 104,-4 1-72,3-1-16,1-2 0,-4-1 24,0 3-56,4-2-8,-4 2 48,3-1 8,1 3-8,-4-5 16,0 0 0,0 2-24,4-1-8,-1 0-24,-3 2-8,4-1-24,-4-2 88,4 2-128,-4-1-32,0 0 48,3 0-8,-3-1-56,2 0 176,0 0-232,-2-1-96,0 0 64,4 0-168,-4 0-16,0 0-88,0-3-225,0-1-15,0 0-192,0 1-184,0-3-249,0 5 1401,0-3-1664,0-11-168,0 11-49,0-1 57,3-14 168,-3 17 1656,0 1-1401,0-14 265,0 9 360,0 1 312,0-10 232,0 11 232,0 4-3953,0 0 3953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292 147 5561,'0'2'872,"0"-2"-872,0 4 560,0 1 80,4 1-24,-4-2-208,4 1-104,-4 1-88,4-1-48,-4 1 57,3 8 55,-3-10 160,0 1-440,0-4 576,0 6 144,0-2 112,0 1 0,0-1-15,0 1-49,0-4-768,0 3 680,0 3-160,0-1-32,0 0-72,-2 8-56,1-13-360,1 0 344,-2 3-40,-2 3 40,-2-1-16,1 8 41,-2-10-17,6-5-352,-4 6 272,-2-1-40,-1 1 64,1-1-64,0 1 32,0-4-264,-1 1 280,2 1-128,-8-2 128,8 0-152,-8-1 40,9 1-168,4-2 160,-14 2-112,10-2 80,-12 0-8,12 0 0,-12 0-24,16 0-96,-3 0 96,-11 0-88,9-4 56,-1 1 0,-9-1-8,13 2-56,2 0 88,-7-3-48,1-1-8,0 1-32,-1-10 24,3 12-24,5 3 8,-6-6-8,1-9 64,1 12-16,1-12-32,-1 11-8,0-10-32,0 8-40,3-11 128,-1 12-72,0-13 24,2 13-16,0 4 32,-2-19-104,2 14 72,0-12-40,0 14-56,0-12 32,0 13 64,0 0-96,4-13-80,-1 10 176,-3-9-48,4 12 8,-1 0 40,0 0 48,0-13-88,3 12 64,-1-2-16,1 1-16,-1-8 8,-5 11-24,6 2-48,-1-5 96,1-1 0,9 2-24,-12 1 16,1 2-16,7-2-56,-7 3-32,10-5 80,-8 1 0,9 4 24,-13-2-16,-1 0 56,16 2-80,-12 0 40,1 0-8,12 2-8,-14 0 32,-4-2-32,6 2 8,8 1-56,-10 1 72,1 2 0,1-1-16,0-3-8,3 2 80,-9 3-96,5 0 24,1-1 0,-3 1-24,2-1 16,-4-4 8,3 5-16,-1 0 16,1 1 0,0 6-8,-4-10 16,0-3-16,3 5 8,-3 11-24,4-13 72,-4 3-8,0 8 24,0-12-72,0-1 112,0 13-40,0-10-24,0 3 0,-2 7-24,0-10-24,2-5 64,-2 6 16,-1 1 16,-1 0 24,0 1-24,-1-1 9,4-5-105,-2 2 120,-2 3-48,-1 0 32,1 1-8,-1-3 0,2-1-96,3-2 104,-5-1-8,-1 3-8,1 0-64,-1 1 48,0-3-24,6-2-48,-6 2 48,0 0-24,-1 0 16,3 0-8,-1-2 0,3 0-32,-1 0 48,-3 0-56,1-4 24,-1 0-24,1-1 16,1 0-8,5 4 8,-6-3-32,1-1 16,-1-1 32,1 1-8,1-12 16,3 16-32,-3-1 16,2-4-96,-2-12 64,0 14-16,3-12 64,-1 12-32,2 2 104,-2-13-112,0 10 80,0-12-152,2 14 32,0-14 40,0 16 8,0-3-96,0-11 24,0 9 40,0-10-8,0 10-16,0 0 56,0-3-8,4 6-56,0-3 16,-1-10 16,1 12 24,-4-8 8,0 9 40,4 0-24,-1-3 32,3 1-56,-1-1-32,1 1 0,-5 4 40,3-4-88,2 0 8,-1 1 16,1 0 48,9 1 0,-13 0 16,-1 2 40,5 1-32,-1-4 56,10 4-40,-11 0-40,1 0 16,-5 0 8,6 0-72,-1 0 24,10 2 24,-15 2 0,5 1 8,-3-3 8,2 2-24,1 1-16,1 1 56,-1-1-40,1 12 32,-3-13-8,-2-3 48,2 14-72,1-8 32,-4 8 8,4-9-40,-1 8 32,-2-12-8,-2 4 0,5 10-32,-4-10 80,0 10-16,0-10 32,0 1-64,0 1 120,0-3-24,0 10 48,0-8-56,-2 10 16,0-12-8,-1 12-16,1-12 80,-2 3-64,1 6 40,-1-8-56,3-4-80,-2 3 88,-2 3-32,1-1 8,-2 0 32,1-1-48,1-3-48,2-1 128,-3 2-8,-1-2-16,1 2-56,-1-3 16,-1-1-24,7 0-40,-6 0 24,1 0-24,-2 0-8,1 0 32,-1 0-40,4-1 16,0-1 96,-2-2-80,-1-2-48,1 3 88,-1-3-64,2 2 8,3 3 32,-3-5 48,-2-12-128,3 14 40,-3-1 0,1-10-24,4 15 32,0 0 24,-3-15-56,2 12 24,1-3 56,-1-14-56,1 17 8,0 0 80,1-13-32,0 10 8,0 1-72,0-14-56,0 16 72,0 3-80,0-17-120,0 12 96,0-10-24,0 11 0,0-1 0,4-12 24,-1 13-24,1-1 64,0-10 24,-1 15-24,0-4 64,-2 3-16,3-3-56,1-1 24,1 1-24,-1 0-8,1 0-32,8 4-24,-14-3 8,6 3 72,9 0 24,-12-4 56,0 4-24,0 0 40,2 0-88,1 0 120,-1 0-112,1 0 40,-3 0 0,-2 0 16,2 4-112,3-1 208,-3 1-152,1 2 40,0-1 32,-3-3-32,1 2-120,-2 1 88,4-1 16,-4 1 8,0 1 48,0-2-40,0-3 96,0 7-32,0-1 0,0 1-24,0-1 24,0-2 32,0-4-96,0 6 72,0 0-40,0 0 40,0 8-32,0-13 0,-1 0-40,0 2 112,1 1-96,-2-3 112,2 3-56,-1-1-16,-1 1-56,2-4 96,-2 4-112,0-1 104,-2 1-32,3-1-8,-3 0 0,3-3-48,-2 3 0,0 0-16,-3 0 24,2-3 40,-1 3-32,3-3-16,0 0 104,-2 1-56,3 0 8,-5-2-32,4 0-32,-3 0 8,5 0 8,-4 0-64,0-4 48,1 0 40,-1 1-56,0-1 16,1-2 0,-1 1-72,2-1 88,0 1 24,1-12-16,-1 15-16,2 1 48,-2-5-40,0-9 96,0 12-96,2-3 0,0 1-8,0 4 0,-2-4-96,2 0 16,0-10 24,0 15 0,0-6-8,0 4 64,0-1 16,4-3-80,0-8 8,-4 14-48,3-6 8,1 1 96,-4 5-40,0-4-16,6-2 64,-3 1-72,1 1-16,1 1 16,-3 1 64,2 0-112,1-2 8,1 0 40,-1 1-8,1-1 8,-2 4 64,-2 0-24,12-4-48,-10 4 40,1 0-24,10 0-8,-11 0 24,-4 0 40,3-3-64,3 3 8,0 0 56,8 0 8,-14 0 8,3 1-16,0 0 56,0 0-56,1 5 88,0-2-104,-4 1 24,3 0-8,-3-4 32,4 4-80,-4 1 152,0-1-48,0 1-32,0 1 32,0 0-48,0 1-8,0-1 72,0 8-16,-2-11 0,1-1-56,0-1 128,0 5-32,-3 1 48,2-3-96,-2 3-16,1-1-32,3-7 16,-2 15-88,-2-12 32,1 3 32,1-1-8,-2 3 16,2-1 40,0-1-104,1 8 96,-1-12-48,0 4-32,0-2 48,2-3-40,-2 3-152,0 0-16,0-3-152,2 5-120,0-2-145,-1-1-215,1 1-232,0-2-200,0 0-369,0-2-423,0 0 2064,0 0-2281,0 0-143,0 0 175,0 0 585,3 0 568,2 0 1096,-4 0-592,14 0-3521,-15 0 4113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26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1333 190 9329,'4'3'1529,"0"1"-401,1 2-424,-2-2-704,-2-3 488,4 5-296,-1 1 8,0-1 24,-1 1 49,1-2 119,0 1 72,-1-1 16,-3 1 40,4-1-32,-4 1-48,0-1-48,4 1-112,-4 0-56,0-1-96,0 1-16,0-1-112,0-5 96,0 6-24,0-1 72,0 2-96,0-1 8,0 1 16,-1-5-72,0 4 32,-1 8-8,0-8 24,-1-1-8,-3 3 8,2-5-48,3-1 137,-5 4-17,-9-1-8,14 1-40,-7 9 64,-7-12-24,15-3-112,-3 6 144,-5-1-56,-6-1 8,10-2 16,-3 0-8,4-1-104,-2 1 168,-11 0-72,10 2 96,-8-2-128,8-2 8,0 0-72,5 0 56,-14 0-88,9 0 184,-1 0-104,-8 0 16,10-4-32,4 3-32,-4-4-64,-2 2 40,-8-3 0,12 3 32,-3-3 0,2 3-8,1 1 88,-3-4-32,1-9-32,-1 12 32,3-12-8,-3 11-48,6 4 32,-4-14 40,1 8-80,-1-12 0,2 12 48,0-12-24,2 16-16,-2 0 32,2-16-48,0 12 224,0-10-216,0 10 48,0-9-40,0 10 56,4-1-232,0-14 192,0 15 40,-1-16-32,1 16 8,-3 2-32,3-14 24,2 11-96,-1-12 72,10 14-16,-15-13 16,3 15 0,0-1 48,13-14-32,-12 14 0,1-12-24,14 11 0,-16-11 8,-3 14-64,15-3 24,-11-1 144,11-12-96,-10 17-8,12-5 48,-16 3-48,3-2-80,11-1 40,-11-1 40,1 2-32,12 4 0,-14 0 48,3 0 24,-1 0-32,1 0 32,9 4-24,-12 2 16,-2-6-32,2 7 0,2 8-80,-1-12 104,2 5-40,-3 8 40,-1-13-24,0 0 72,2 15-104,-1-3 168,1-1-136,-4 1 24,3-3-24,-2-9 32,-1 12-168,3-1 160,-3 5-16,0-3 24,0 1 8,0-14-40,0 9 8,0 4-80,0-1 48,0-8 72,0 13 8,0-5 72,0-8-64,0 12 104,0-4-152,0-10 56,-2 10-72,2-15 48,-1 5-128,-1 10 56,-2-11 16,0 3 48,1 0-24,1-5-16,0 2 120,-2 1-144,-1 1 200,1-1-168,-1 1 24,1-3-32,2-2 88,-1 2-184,-3-1 160,0-2-72,1 2 8,-10-2-16,13 0 16,1 0-8,-5 0-24,1 0 88,-1 0-24,-1 0-64,3-2 32,0 0 40,-3-3-96,0 1 56,1-1 32,1-10 8,-2 11-40,6 4 32,-6-5-24,1-12 88,1 13-136,1-10 56,-1 8 0,1-16-120,-2 17 40,3-17 80,-1 16-40,0-14 48,3 16-24,1 2 56,-4-20-80,2 17 152,2-17-152,0 7 24,-2 0-16,2 14 16,0-12-160,0-2 88,0 0 72,0 10 8,0-17 8,2 19-16,0 0 16,2-15-88,-4 12 56,3-9-24,3 12 24,-3-9 16,-3 9-16,4-1-64,2-1-24,-1-1 64,1-8 8,-1 10 16,-4 3 16,4-2 16,9-2-144,-10 1 72,2-1-16,8 1 56,-12 2 16,0 0 64,4 2-88,-1 0 344,10-3-328,-12 3 32,3 0-24,-6 0 40,5 1-336,12 1 304,-13 0-8,1 0 0,1 2 24,-1-2-24,4 1-24,-9 3-56,4 1 24,2 8 64,-3-10 8,0 1-16,-2-4 40,3 16 64,-4-11 0,0 10-88,0-10 40,0 10-48,0-17-8,0 5-80,0 14 88,0-12 40,-2 11-24,-2-10 48,2 1-72,0 0 136,1-3-96,-3 12 176,0-12-168,-1 8-40,0-9-8,4-4 48,-2 4-176,-1 10 304,-2-11-136,3 1-8,-1 1 8,3-5-40,-2 3-144,0 2 104,-3-1 64,2-1-16,-1 0 48,1-3-56,2-1 96,-3 2-80,1 0 72,-1-2-80,1 0-32,-1 0 56,4 0-32,-4 0-48,-1 0-24,1 0 112,1-4-64,-1 1 32,2 0-8,0 0 72,-2-2-96,-1 1 80,3-1-8,-3-10-16,3 15-32,2 0 8,-4-15-32,1 15 136,0-5-128,1-10 24,1 15-16,1-4 8,-2-7-128,1 8 56,-1-3 32,1-11 80,-2 17-24,3-3-16,0 1 72,0-13-8,1 12-48,0-3-40,0-9 32,0 12-8,0 3 0,0-6-88,0 1 24,0-1 8,3 1 0,-3-1 16,2 4 40,0-1-32,2-3-88,-1-9 24,1 15 8,0-5-8,0 1 96,-3 2 40,3-3-80,1 1-8,-1-1 32,2 1-72,-1 0 56,-4 4 32,13-3 0,-11-1-96,3 0 64,-1 0 16,12 1 0,-15 3 16,0 0 56,3 0-40,1-4-16,10 4-24,-12 0 16,1 0 8,-5 0 32,6 0-32,0 0-56,-1 0 64,1 2-40,-1 3 16,-4-3 16,2 2 64,0 2-104,1-1 40,0 2-8,-1 10 8,-3-15 0,0 0 40,0 5-40,0 8 56,0-10-56,0 12 8,0-12-24,0-4 16,0 17-104,0-13 16,-1 14 88,-1-14 24,0 12 24,1-15-48,0 1 80,-1 14-128,-1-10 56,1 8-24,-2-10 0,1 1 16,2-4 32,-4 5 8,1 0 184,2 8-184,-1-11-32,-1 3-16,3-6 8,-2 4-208,-2 9 152,-1-10 56,1 3-8,-1 1 24,3-4-16,1-1 48,-4 3-16,1-1-16,-1-1 8,1-1 8,1 1-32,4-4 24,-4 2-24,-1 0-24,-1 0 56,1-2-16,-1 0-8,5 0-8,-1 0 56,-2 0-120,-2-4 176,3 0-80,-1 1-48,1-1 16,2 2 72,-2-13-168,-1 12 112,0-3-8,1-9 0,1 15-24,2 0 16,-2-14-32,0 10-16,0-1 0,0-12 64,1 13-8,1-4-8,0 0 56,0 4-40,0-11 8,0 12-40,0-12-72,0 10 88,0 5-40,3-15-80,-3 11-96,4-11 152,0 10-48,-1-10-8,-2 14 120,2-1-8,1-13-176,-1 11 0,1 0 56,0-1-72,-2 1 200,-1 2-136,3-1 32,2-3 48,-1 1-72,1 1 16,-3 0-32,-2 4 144,4-3-208,-2 3 72,1-4 64,2 4 24,-3 0 8,-1 0 40,0 0 24,4 0-96,-3 0 32,1 0 32,1 2 8,-1 1 0,-4-3 48,6 4-48,-3 0 24,1 0-40,0 1-16,-4-1 32,0-3 0,0 1-56,3 4-48,-3-1 56,0 1 48,0 1-8,0-2 8,0-2 72,0 4-16,0 0 16,0 8-40,0-11 0,-1 3-32,0-7 40,-2 17-32,-1-12 56,0 3-8,1-1-8,-3 8 16,4-13-64,-1 1 88,-1 4-40,-1 1 48,-1-3-16,1 3-16,2-3-64,2-3 120,-5 4-24,3-1-112,-3-1 56,1 1-16,1-1-16,-2-2 88,3 0-88,-3-1 48,3 1-8,-1 0-56,2-2 8,0 0 80,-1 0-72,-1 0 216,2 0-168,-2 0-56,2 0 24,1 0-232,-1-5 296,0-1-96,0 1 8,0-1-16,2 5 16,-2-2-64,2-2 0,-1-1-56,1-8 120,0 10-8,0-6 8,0 5 48,0 2 64,0-12-48,0 11-80,0-10 0,0 10-16,0 4 32,3-15-80,-3 11 0,4-10 72,0 10-32,-1-1 40,-1-2 0,0-1 0,-2 4-48,4 0 184,-1-1-216,1-1 48,-1 2 32,-2 3-16,2-5-168,-3 3 320,6-1-168,-2 4 24,-1-4-8,-2 4 16,2 0-160,1-3 72,-1 3 56,1 0-24,-4 0 64,2 0-8,0 0 40,1 0-48,1 2 24,-4-1-40,4 3 16,-1 0 8,-3-4-24,0 3-8,0 3 24,4-2 0,-4 1 8,0 1-16,0-4 16,0 1 8,0 3-80,0-1 120,0 1-40,0-1-16,0-1 8,0-2 80,0 3-48,0 1 152,0-1-88,0 3-8,-2 6-24,2-11-64,-2-4-80,1 7 64,-3-1 96,0 1-8,0 1-16,2-4-56,-1 0 104,-1 2-96,1 1 112,-1-1-72,-2 1-16,5-1-40,-3-3-96,2 0 328,0 0-200,0 0 16,1-1-8,1-1-32,0 0-200,-2 0 112,2 0 120,0 0-48,-2-3-8,2 3 24,0 0 72,0-4-88,0 4 88,0-4-80,0 1-8,0-1 32,0-2-64,4 1 8,-4-1 40,3 1-56,-3-1 0,0 4 56,0-1 48,4-3-120,-4 1 64,4 1-32,-4 1-40,3-1 80,-3 4 0,0-4-48,4 4 88,-4-4-64,0 4-56,0 0 0,0 0 80,0 0-136,0 0-8,0 0 56,0 0 0,0 0 0,0 0 632,0 0-1120,0 0 520,0 0 64,0 0-104,0 0 72,0 0 768,0 0-1504,0 0 672,4 0 56,-4 0-8,0 0-16,0 0 24,1 0 32,1 0-16,-2 0-64,4 0-8,-4-3 56,4 3 8,-4 0 24,0 0 24,3 0 16,1 0 128,0 0-192,-1-4-56,-3 4 0,1 0 80,2 0-280,1 0 80,-1 0 96,1 0-73,0 0-31,-2 0 208,-1 0-144,3 0-144,0 0 0,-4 0-80,3 2-96,1 0 464,-4-2-528,4 2-112,-4 3-128,0-1-185,3 1-127,-3 1-128,0-5 1208,0 3-1192,0 2 7,0 9 65,0-10 288,0 2 224,0 5 608,0-7-4161,0-5 4161</inkml:trace>
  <inkml:trace contextRef="#ctx0" brushRef="#br0" timeOffset="1845">1243 320 8417,'0'0'1233,"0"0"-89,4 0-408,0 0-328,-4 0-200,0 0-208,3 0 136,-3 2-56,4 0 88,-4 0 128,0 0 112,0-2-408,0 0 568,0 0 1,0 0 47,0 1-112,0 1-40,0 0-464,0-2 408,0 6-112,0-1 0,0-1-8,0 0-48,-2 1-16,1-3-224,0 0 248,-1 3-72,-1 1 80,-1 1-16,0 0 17,2 5-257,1-9 280,-1 3-24,-4 8 120,3-8-152,-3 1 56,3 8-48,2-13-232,-2 0 112,-3 5 136,4 8-32,-3-10 48,1 12-40,1-14-224,1-1 256,-4 15-48,1-12-40,-1 14 48,1-12-56,0 10-160,4-15 168,-4 12-8,-1 1-48,-1 0-32,-1-8-8,3 15-32,3-18-40,-2 7 48,-3 5-32,0 1-32,-1-1 88,1-1 1,2-4-73,3-5 112,-4 10 0,-1 1 64,-1-1-120,1 1-32,0-2 24,6-14-48,-6 12-88,-7 2 64,10 2 96,-2 1-24,-8-1-48,12-10 0,0 2 120,-3 6-128,-10-1 136,11 3-88,-3 0-48,-5-4 8,9-10 40,-2 12-120,-1-8 136,-10 15-24,12-5-16,-4-1-8,7-12-8,-12 11 32,7-1-40,1 3 32,-3-2 0,-6 1-24,10-6 0,2-3 32,-5 9 8,-8 6 112,10-7-136,-12 0 24,12 1-40,4-16 32,-15 8-152,12 14 136,-10-4-32,8 1 48,-1-5-16,1-8-16,-5 5-8,6 7-16,-10-3 8,9 3 32,-8 1 8,10-6-24,2-8 104,-5 15-80,-8-1 72,10 1-72,-10 0-56,9 2 32,6-19 0,-14 14-96,8 6 40,-9-3 128,10-2-72,-2 2 16,-1-10-16,1-1 80,1 7-144,1 8 184,-3-5-96,-6-3-16,10 1-8,4-15 40,-5 3-120,-3 15 8,-7-3 88,12-2 40,-3 1 8,4-11-64,-3 9 112,-2 0-168,-1 3 8,3-1 16,-10 1 24,13-5 8,0-6 72,-3 11-48,-3-2 96,1 1-80,2-1-8,-3-8-16,8-6-16,-7 20-72,-8-6 0,11 0 80,-1 1 48,-2 3-72,3-13 16,0 2 64,-3 11-88,0-3 0,-8 1 64,9-1-8,2-2-32,3-11 48,-14 15 0,11 1-56,-3-5 32,-8 5-24,10-5-24,4-10 24,-4 9 24,-2 4-88,0-3 16,1 3 48,-1-10 40,4 5-40,0-4 96,-4 0 16,1 12-136,1-15 24,-1 12 8,1-10-8,5-7 0,-6 15 80,1-8-112,-1 10 48,3-11-24,-1 1 16,3-4-8,-2 1 56,0 4-96,-3 6 8,2-10 48,-1 2-16,2-1 0,2-3 72,-3 3-32,3 3-112,-3-1 88,-2-1-48,3-1 32,2-4 0,-2 4 56,-1-2-128,1 3 48,-1-2 24,0 1 32,3-3-32,1 0 72,-4 1 0,2 3-96,0-2-16,0-1 48,-1 1-8,3-4-32,-2 2 32,0 1-8,0-1-16,0 0-24,2 0 24,0-2 24,0 2-64,0 0-120,0-2 0,0 0 40,0 0-16,0 0 160,0 0-64,0 0-64,0 0-136,0 0-24,4 0-144,-4-4-49,0 0-15,4 1-200,-4-1 48,3 0-56,-3-1-80,4-1 8,0-8-177,-1 14-103,1-6-88,0 0-120,-1-6 1264,-3 10-1329,0 2-95,6-6-24,-1 1 55,-1-1 273,2 1 320,-5 3 800,3-2-4305,-4 4 4305</inkml:trace>
  <inkml:trace contextRef="#ctx0" brushRef="#br0" timeOffset="1846">236 2641 9690,'0'2'1504,"0"3"-496,0 1-464,0-1-280,0 1-152,0-4-112,0 1 48,0 3-112,0-1 64,0 1 56,-2-1 152,0-1-208,2-2 344,-6 3 73,3 1 55,1-1-80,-4 1-16,3-1-64,2-4-312,-2 6 184,-1 0-40,1 1 24,-3-1-32,1-2 40,2-1-176,0 0 232,-2 1-16,-1 1-32,1 1 40,-1-1 0,-1-3-224,7-3 208,-8 2 48,3 2-56,-1 0-16,1 1 16,-3-1-39,6-3-161,-3 1 184,0 0-40,-3 2 24,1-2 48,-1 0 24,4-1-240,1-1 256,-4 4-48,1-2-32,1 0 16,-1 0 48,1-1-40,4 0-200,-4-2 160,0 1-136,-1 0 24,1 0 16,1 0 32,2-1-96,0-1 168,-1-2-96,-1 0 0,0-1-8,2 1 8,1 0-72,1 3 56,-2-3-16,0 0-72,0-1 16,2-1 8,0-10 72,0 15-64,-2-2 40,2-12-88,0 10 48,0-12-40,0 14 104,0-7-64,0 3 64,0 3-32,4-12-32,0 10 8,-1-12 24,1 13-32,-4 4 32,5-17 0,1 13-72,-1-16 32,1 7-24,9 8-8,-14 0 40,1-6 40,2 6-152,2-10 48,8 12 40,-14-11-72,4 13 96,-2 1 48,13-16-56,-12 12-40,3-10 72,-1 15-24,10-6 16,-11 1 8,-1-1-128,3 1 88,-1 1-8,10 4-8,-13 0 32,0 0 96,1 0-80,3 0-24,-1 0 40,1 0-48,-3 0 16,-2 0-8,2 4 40,1 1-80,0 1 64,-1-1 16,1 1-24,-3-4-8,2 3 40,0 10-112,1-10-24,-4 10 96,4-9 48,-4 4-48,0-4 64,0 0 24,0 8-168,0-8 64,3 10 24,-3-10 48,0-6-56,0 15 112,0-10-144,0 10 64,0-10-40,0 10 32,0-12-24,0 0 48,0 13-64,-1-10 48,-1 10-16,0-10 48,0 6-64,2-9 64,-4 2-72,3 12 16,-5-12 8,2 1-8,-1 8 72,4-13-80,-4 2 80,0 3-112,-1 8 88,-1-10-16,0 1-16,-2 0-24,3-2 96,2 2-32,-1 10-32,-3-13 16,-6 2 16,10-1-16,-3-1 16,-1-2-96,1 2 48,-8-2-16,11 2-32,2-2 32,-1 0 56,-3 0-112,-1 0 40,2 0 48,-1-4-24,1-1 88,-1-1-64,0-11-64,5 14 64,-1-3-32,0-10 16,0 10 64,0-14-168,0 5 96,1 1 8,1-3-32,0 9 16,0 1 104,0-7-112,0-1-64,3 0 40,1-3-8,0 1 40,1 1 56,-1 1-104,1 0 72,-1 1-48,0-1 0,-3 11 24,3-7 80,2 6-200,-3-14 32,3 14 64,-1-14-48,1 14 64,-1-12 24,1 14-120,0-3 8,-1 1 56,1-1-32,-6 6 72,14-15-56,-10 12-48,0-3 88,10 1-8,-10 1 64,-2 2-40,2 0 104,1-1-120,10 3 16,-15 0-16,5 0 32,0 0-16,-4 0 24,2 0 0,3 1-64,-2 1 40,-1 2 56,1 1-56,-4 1 80,4 1-152,-4 8 24,3-11 56,-3 3-24,0 2 16,0-3 56,0-1-24,0 14 0,0-12 24,-1 10 16,-1-12 16,0 10-40,-2-8-56,-1 12 96,-1-12-48,1 9 8,2-14-48,-2 2 168,-2 13-160,0-12 120,-1 12 40,1-14-63,-1 5 111,3 6-120,-2-8-8,1-1 40,-9 10-40,12-13 40,2-2-128,-4 4 112,0-1-120,-1 1 96,1 0-32,1-3 32,2 0-88,0 0 104,0 1-40,1-2-64,-3 0 24,2 0 24,0 0-48,2 0 56,-2 0-16,1 0-72,-1-4 56,0 1-64,2-3 64,0 2-24,0-6 16,0 10-128,0-15 56,0 15 32,0-15 40,0 11 64,0-1-24,4-17 0,1 18-72,-1-12 8,-1 10 8,-2 6 0,4-15-88,-1 12 0,-1-3 40,1-10-64,0 16 96,1-17-16,-1 13-96,0 4-8,1-5 8,1-1 48,-2 2 80,-3 3-40,5-17 16,8 18-96,-14-4 72,6 0-80,-1 0 72,-4 3 56,4-3-40,0 0-137,1-1 113,9 1 16,-15 4 32,2 0 16,-1 0 56,3 0-56,-4 0-40,4 0-8,-1 0 0,1 0 48,-4 0 32,4 0-72,-1 2 56,-3 2-48,4-1 16,-4-1 16,0 2 64,0 1-136,0 1 40,0-1 64,0 3-72,0-4 40,0-3 88,0 7-64,0 6-96,-2-10 80,0 1-40,1 3 40,-1-1 56,-2 8-152,0-11 88,1 1-8,-1 2-16,3 1 24,0-1 96,-3-3-56,1 1-80,1 3 64,-2-3-16,3-2-8,0-2-48,0 3 112,-1 1-112,0-3 32,0 2 72,0-3-64,2 0 8,-2 0 48,1-1-80,-1 2-32,0-2 56,1 0 8,0 0 48,-1 0 24,2 0-80,-2 0 24,1 0-16,-1 0-8,2 0 8,-2 0 0,0 0-88,0-4 88,0 1 8,2 3 0,0-4 80,0 4-120,0-4 0,0 1 48,0-1-32,0 1 16,0 2 32,0-4 16,0 1-72,0 1 16,4-3 32,0 0-80,-4 1 48,3-1-56,-3 1-16,4-1 48,0 1-40,-2 2 72,-1 0 0,3 0-24,0-1-40,-1 0 56,1 1-24,0-1 32,-4 4-56,3-4 40,-3 1-128,4 3 64,-4-4 56,4 4-8,-4 0 32,0 0 72,3 0-152,-3 0 48,0 2 24,0-2 24,3 1-16,-2 0 104,-1 0-56,0 3-104,0 2 24,0-1 8,0 1 16,0-6 8,0 5 56,-2 3-96,0-1 48,2 0 8,-1 1 8,-1-1-24,0 0 56,-4-1-48,3 9-16,-3-10 8,3 2 32,-1 7-32,4-13 32,-6 5 16,1 1-48,-1 10 16,-1-12 24,0 1-64,5-2 24,-2 6-40,-1-6-32,-1 3 16,1-1 72,-1 1 32,2-3-48,3-2 88,-5 3-64,1 1-104,-1-4 40,0-1-80,5 1-56,1-2 176,-4 0-288,2 0-248,0 0-96,0-3-96,1 3-112,0-3 840,0 0-857,-1-2-215,2-10-80,0 11-120,-2-1-177,2 0 1449,0 4-1544,0-4-136,0-10 103,4 11 369,10-10-3433,-14 14 4641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954 216 9337,'0'0'1513,"-1"-4"55,1 4-256,0-3-367,0 3-289,0 0-200,0 0-168,0-4-48,0 0 40,0 1 16,-1 2-296,0-4 384,-1 0-24,0-1 16,0-9 24,0 12-47,0 0-353,1 0 360,-3-12-56,-1 12-96,1-1-16,-2-11-16,1 12-176,5 3 160,-8-15 16,1 11-32,2-1 16,-3-12-24,-6 17 0,12-2-136,0-1 136,-5-3-64,-10-9-8,11 12 0,-8-3 24,10 2-88,2 3 104,-5-3 16,-10-1 0,12 1-40,-10 0 16,10 0-24,-10 1 24,9-1-16,-10 0 24,10 1-8,-10 3-8,13 0-88,0 0 128,-13 0-64,10 0 8,-10 0 40,8 0-56,-8 0-56,14 0 104,-13 0-48,10 0-32,-14 2 48,14-1 8,-14 3 24,16-3-104,-8 2 72,-4 0-32,0 3-24,1 0 49,-1-1 47,5 4-112,3-3 96,-7-3 0,-5 5 0,3 6-56,1-8 80,-2 9-24,17-15-96,-16 7 72,-1 10 24,1-12-48,-1 12 48,1-3-16,10-11-80,-3 2 96,-8 15-72,10-13-16,-11 12 56,3-12-56,9 6-8,5-9 80,-18 3-8,12 13-56,-12-5 40,12 1-8,-10-1-16,15-12-32,-1 9 80,-14 4-80,10 3 48,-9-3-40,10 3 0,-3-8-8,1-2 96,3 9-16,-10 3-24,10-1 56,-3 0-24,1-3-88,7-16 80,-7 20 48,-1-1-64,1 0-16,1 2-32,1-3 32,4-14-48,-2 8 56,-2 7-24,-1-1-8,2-1 0,3 0-8,-1-5-16,2-7 48,-4 8 24,0 3-40,3 0-16,-1 1 56,0-1-80,0-1 48,2 1-64,0-3 32,0 3 32,0-2-8,0-8-32,0 2 72,0 10-80,0-5 64,4 5-24,-1-3-8,1-2-24,-4-11 32,4 15-40,1-1 16,1-1 16,10 1-16,-12-1 32,11 1-56,-10 1-8,14 1 56,-14-3-32,17 1 16,-7-1 40,0-1-40,-1 2 8,3-1 40,0-1-56,1-8-8,-18-7 0,20 17 8,0-10-64,1 10 72,-1-12-8,2 2-56,-14 0 48,6 3 48,8-4-128,2 1 112,-2 0-16,2 1-24,-7-4 8,-12-3 16,19 6-56,0-1 40,-2-2-24,4-1 40,-3 1-48,-19-4 32,16 2-8,6 2-40,-2-3 16,2 1 48,0-2-24,-12 0 8,-3 0 48,15 0-8,2-3-48,-3-1 0,3 0 8,-3 1 0,-23 3-56,26-4 32,1-2 56,-3-8-64,2 8 88,-2-10-32,-19 14-24,9 0-56,8-17 16,0 14-16,0-15 8,-2 5 48,0-2 40,-1 1-72,-1-2 112,0 1-96,2-3 8,-4 1 64,-16 18-56,13-18-48,2-3 40,-3 2 8,-8 0-16,14-1 40,-17 12-24,0-2 64,13-9-48,-12-2 0,1 2-48,10-1 40,-12 4-8,-2 12-16,2-15 8,3-2-40,-2 0 40,-1-2 8,1 0 24,-4 19-24,0-14 32,0-5-112,0-1 56,0 1 16,0-2-16,-2-2 80,-3 1-72,-1 1 40,-9-1 0,10 4-48,-14 1 32,19 22-8,-5-22-40,-15 2 0,3-2 40,1 2-24,-3 0-24,12 12 48,-6-5 24,-7-3-96,-4-1 80,2 1 0,0 1-8,3 2 0,14 9 16,-17-10-24,-2 8-8,2-16 8,-2 17 32,4-17-24,-2 16 8,1-12-72,1 12 64,0-12 0,3 12-16,8-3 16,0 2-8,-6 1-96,-1-12-56,1 12-32,8-8-16,-10 10 208,15 4-208,-3-17-40,-12 14-72,12-3 8,-10-9-88,9 12-40,2 1 440,-6-2-497,4-1-175,-1-1-64,-1 1-136,3 1-128,0 1 1000,3 2-1064,-6-2-169,3 3-119,-3-4-72,3 0-121,-1 4-63,1-3-32,-1 3 247,1 0-3432,5 0 4825</inkml:trace>
  <inkml:trace contextRef="#ctx0" brushRef="#br0" timeOffset="1">381 468 10642,'0'2'1840,"0"1"-288,0 1-503,0 0-289,3-2-240,-2-2-520,-2 3 376,5-1-40,-4 0 24,0 0 64,0 0 64,0-2-488,0 1 537,0 1-25,0 2-56,0-2 16,0 0-56,0 1-416,0-3 392,0 4-32,0 2-32,0-1-32,0-1-24,0 1 24,0-4-296,0 4 256,-2 0-32,0 1 25,1-1-57,-1 3 24,1-4-216,0-1 264,-1 12-40,0-10 40,0 3-32,-1 8-104,-3-10-128,6-6 144,-3 18-40,-1-11-32,0 12 80,0-12 24,1 10-40,1-12-136,-2 4 184,1-1-56,-3 12-88,1-5 152,-1-8-104,3 7-88,2-10 104,-2 2 96,-3 12-168,3-12 64,-1 14 56,0-5-64,4-14-88,-4 3 120,1 15-48,1-14-40,-2 10-16,1-10-16,1 3 0,0-1 72,-2-1-16,2 1 24,1 10-48,-1-14 8,0 4-40,2-6 24,-2 6-32,0 0 88,2-1-32,0-1-32,0 1 24,0-5-40,0 3-32,-2 2 8,2-1 24,0 1 0,0-2 40,0-3-40,0-1 48,0 2-32,0-2-56,0 2 48,4-2-40,-4 2 72,0-2-40,0 2 64,4 0-96,-1-1 40,1-1-48,0 0 32,-3 0 8,1 0 24,2 0-32,-4 0-16,6-3-16,-3 3 16,2-3 24,-4 2 16,4-3 0,1 4 8,-1-3 8,-1-1-32,2 4 0,-5-1 0,3-2 24,2 0-88,-1 3 64,1 0 24,-1-4 48,4 4-72,-3 0 32,-6 0-16,5 0-56,1-4-16,-1 4 104,1 0-48,-6 0-32,15-3 56,-12 3-104,3 0 56,9 0 48,-12 0-40,-1 0 16,2 0 80,1 0-120,12 0 0,-13 0 72,10 0-8,-11 1-24,-2 0 64,14-1 24,-10 1-56,12-1-40,-12 2 0,14 0 8,-19-2 0,5 0-16,12 2-40,-12 0 56,15 0 24,-5-1-16,-12 1-8,0 0 96,19 2-96,-17-1 0,14 3 24,-14-2-40,12-1 16,-16-3 24,14 4 41,-9 0-33,12 1 16,-12-1-24,12 1-64,-12 1 40,10-2-40,-12 1 40,10 1-24,-10-1 56,6-2-32,-5-2 56,-1 4-56,1 1-8,10-1 0,-15 1-8,5-1 16,-4-4 0,4 2 32,0 3-72,1-3 96,-3-1-16,1 0-16,-2-1-24,0 0 56,2 1-104,-1-1 56,1 1-8,-4 0-32,3-2 32,-2 0-8,2 2-56,-3-2 56,0 0 16,0 0-48,4 0 48,-4 0-8,0 0 16,0 0-56,0 0 48,0 0 16,4-4-48,-4 4 24,0 0 48,3 0-8,-3-3-40,0-1 16,0 4-24,0-4 8,0 4-8,0-3 8,0 3-48,0-6 56,0 1-8,4-1-16,-4 4 16,0-1 72,0-1-136,0 0 48,0 0 40,4-1-88,-4 1 64,0 2 64,3-3-56,-3-1-32,0 1 48,4-1-16,-4 1 0,1 4-8,2-4 16,2-11-56,-1 12 40,1-1 8,-1-10-24,-2 13 16,0 0 40,1-13-48,1 10-24,2-15 32,-3 16 0,2-11 0,-4 14 8,4-5-24,1-12-32,-1 12 56,-1-14-32,2 14 24,-5 1 0,3-8 56,0 7-145,-1-14 98,1 17 7,0-14-24,-2 13 8,-1 2 64,3-14-96,0 12 40,-1-12-24,-3 12 40,0-1 16,1 4-40,2-13-32,-3 10-8,0-1-1,0-1 9,0-9 56,0 15-24,0 0 49,0-3-73,0-1 7,0 0-47,0 1-56,0 3 120,0 0-96,0-4-88,0 0 24,0 4-64,0-3-96,0 3-32,0 0 352,0 0-480,0 0-40,0 0-40,0 0-16,0 0-64,0 0 3416,0 0-6289,4 0 2657,-4 0-184,0 0-192,0 0-129,0 0-279,0 0 1640,0 0-1904,0 0-193,4 1-79,-4 1 471,3 0-3304,-3-2 5009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41 8065,'0'0'744,"0"0"153,0 0-897,0 0 920,0 0-176,0 0-64,0 0-120,0 0-112,0 0-8,0 0-72,0-4-39,0 0 39,0 1-32,-2-1-72,1 2-264,0 0 320,-1 2-120,2-3-16,-1-1 32,-1 4-56,2-3-160,0 2 176,-2 1 8,2-3-88,-2 3-24,2 0 16,0 0-32,-1-2-56,0 0 88,1 2-40,-2 0 16,0 0 48,1-4 24,-1 4-136,2 0 192,0 0-16,-2 0-16,0 0 56,0 0-72,0 0 24,2 0-168,0 0 152,0 0-56,0 0 145,0 0-57,0 0 48,0 0-1137,0 0 2042,0 0-985,0 2 40,0 0 32,0 2-40,0-3-184,0-1 232,0 4-8,0 0-80,4-1 72,-4 1-24,4 0 8,-4-4-200,3 3 184,1 1-56,2 0 0,-3-2 48,1 3 24,-2-3-200,0 0 192,1 1 0,1 3-64,2 0-24,-3-1 48,3 0-152,-6-4 152,5 4 17,1 1-1,-1-1 16,10 2-40,-15 1 24,2-3-168,2 5 152,1-7-32,10 5 48,-12 6-56,3-8 72,6-1-184,-7-3 168,-2 13-80,12-10 64,-11 10-56,12-9-48,-10 14 72,-6-18-120,16 1 96,-10 16-56,12-12 120,-12 10-32,14-10-64,-13 2-64,1 0 128,-3 6-88,17 0-48,-7-8 96,0 12-16,-10-13-72,-5-5 56,22 21 40,-7-15-64,-10 15-24,17-7 8,-7 0-48,-11-10 32,7 6-16,-6 4-8,16 2 32,-7-3 56,-8 3-40,7-8-24,-6-3 56,-1 8-24,12 1 8,-12 0-56,12 1 8,-14-8-32,-4-8 40,18 22-32,-13-8-16,12-6 80,-13 12-16,12-5-8,-14-13-8,0 1 56,3 14-96,10-12 104,-11 3-104,-1 8 40,2-11 0,-4-4-24,5 13-80,-1-8 112,1-1 0,-1 1-8,-1 1 0,-3-5 0,-2 2-24,4 1-56,-3-1 32,0 0 32,4-2 8,-4 0 8,0-1 0,0 3 8,0-2 24,0 0-32,0-2 0,0 0-40,-2 1-8,0-1-8,1 0 0,-3 0 80,0 0-64,3 0 40,-1 0-24,-2 0-56,-2-3 72,1-1 48,-1 0-56,2 2 16,3 1 56,-5-5-104,-8 1 32,10-10 16,-2 11 8,-8-10-40,12 12 32,-2 0-56,-3-15 0,-10 12 32,12-17 0,-12 16 24,13-5 0,1 0 16,-16-5-48,12-3 40,-15 1-40,7-2-8,1 3 40,12 15-56,-15-18-24,1 0 8,-5 1-8,3-1 24,0 2-32,-3-2 0,3-3 0,-4 3-8,2 0 40,-2 0 8,8 8 48,7 5-24,-15-9-32,2-1 24,4 1-24,-3 1-8,3 10 16,15 4 48,-15-19-88,1 15-48,1-12 48,-1 12 8,8-1 16,-1 0 64,-3-3-16,4 6-56,-8-3 96,10 1-48,-10 1 24,9-1-8,1 1-64,-10 0 72,13 1-24,-3 3 24,-1-4 8,5 3-8,-3-2-24,-2 0-56,3 3 80,-1-4-40,2 0 16,1 2 24,0 0 64,-2 2-64,1-3 24,-2 3-32,0 0-16,3-4 24,1 4-8,0 0-24,0-4 32,-2 4-8,2 0 0,0 0-8,0 0 16,0 0-8,0 0-32,0 0 32,0 0 16,0 0-24,0 0 32,0 0-32,0 0-8,0 2 16,0 0 0,3 0 16,-2-2-8,-2 2 24,5 1-72,0 1 40,-1 2-32,1-1 16,-2-2 24,0 0 32,1 2-40,1 1 40,0 1-8,1-1 8,0 7-32,-4-12 16,4 1-32,1 4 24,-1 10-48,12-10 48,-13 1 32,-3-2-40,3 7-16,13-7 8,-12 10-32,10 0 32,-10-10 24,8 7-16,-7-6 72,-1 2-40,12 10 0,-12-10-16,17 14 32,-7-6 32,-14-15-80,15 15 48,0 0-16,1 3-16,1-1 24,1 0-8,-12-10-32,4 3 64,7 7-16,-1 1-48,1-1 16,1 0 0,-5-4-16,-10-11 24,15 17 32,-3-1-40,1-1 16,-1 0 16,-1-1-8,-12-14-40,10 9 56,-7-5-32,14 11 0,-16-10 32,11 10-48,-12-15-8,-1 0 48,4 4-40,10 8 24,-12-10 0,0 10 0,1-10-32,-5-5 0,6 8-72,-3-3 16,1 1 48,0-1-24,-4 1 48,1-5-16,1 2 16,-2 0-80,0-1 40,0 0-40,0 0 32,0-2 32,0 0-48,0 0-16,-2 0 8,-1 0-40,-3-4 48,3-1 0,2 4 48,-4-2 0,0-3-40,-3-10 32,-7 12 16,12-11-40,-1 13 32,0-1 0,-10-16-72,8 5 8,-12-3 16,10-1 0,-9 2 48,14 13-8,-13-19-32,-3-2-8,1 2 48,-1-3-16,-3-1 0,17 20 16,-12-12-40,-7-6-56,1-2 8,-3 1-8,2-1 48,7 9 48,8 8-49,-15-15-39,0 0 64,2 0-64,-2 1-16,4 0 24,19 22 80,-20-18-176,1-1 24,1 2 40,-1-1 16,2 1 32,11 11 64,-3-1-56,-6-7-72,1 10-8,8-13 80,-12 14-8,15-1 64,3 4 0,-16-4-16,12-1-56,-12 1 16,12 1-8,-3 0 8,7 4 56,-5 0 0,-1 0-32,-1 0 0,3 0 48,-1 0-24,4 0 8,1 0 56,-1 2-64,0 2 80,0-2-56,0 3 0,2 1-16,0-6 64,0 5-72,0 10 24,0-11 16,0 1-8,6 3 32,-4-3-56,1 4 112,3-3-56,-1 1 80,12 10-24,-14-12-56,9 8-56,-9-9 160,1 3-104,11 12 24,-10-5 48,12-6-72,-12 12 48,-4-18-104,18 11 56,-4 1-56,0 3 96,-1-1-24,1 3 32,-6-11-104,-1 0 113,8 11-49,-1-1 0,2 4 8,1-2-24,-5 0-48,-11-18 64,14 20 16,1-1-16,-1 1-8,1 0 0,-1 2-8,-11-18-48,7 10 24,5 6 32,-3 0 16,3-2-24,-3 0 24,-4-8-72,-5-5 104,10 9-24,0 3 8,-10-5 16,15 1-48,-16 0-32,-4-15-24,17 7 48,-14 12-64,3-14 72,-1 1-40,1 1 0,-4-4-16,1 1 24,3 2-56,-1-1 48,-1-1-16,-4 0 8,3-3-8,-2 0 0,-1 0-16,0-1-8,0 2 0,0-2-40,0 0 64,0 0-64,0 0-32,0 0 48,-2 0 16,0 0-8,-1-2 40,1 1 8,-4-3-56,0-2 48,-1 1-88,-9-10 40,10 12 48,6 2-72,-15-15-8,8 10 32,-10-12 0,1 3 16,-1-1-24,1-1 32,-3 1-40,1-3 16,0 1 0,-3-4-24,8 5 72,8 12-88,-15-17-16,0-4-24,-1 2-17,1 0 57,-2 0-16,20 22 104,-18-18-96,0-2-16,0-2 0,-1 2-8,3 0 16,8 11 104,0 0-56,-11-11-72,3 2 56,0-1-16,-1 1 24,4 4 64,14 14-64,-16-17-8,-1 3 56,3-1-40,-1 1 0,1 1-8,7 0-32,-12 10 8,13-15 80,-11 14-8,12-10 32,-5 13-16,5 2 72,1-5-40,-2 1-64,-1 1 32,3 1-16,-1 3-8,6 0 24,-3 0 56,1 0-64,0 0 16,0 0 32,2 1-56,0 1 16,0 0 24,0 4-56,0-1 80,0 2 8,4 1-24,-1 5-32,-3-10 104,4 3-48,2 9 32,-1-8 24,12 11-16,-14-3-8,0-12-88,11 11 128,-9 0-56,14 1 24,-5 3 24,1 1 0,-6-7-120,-3-2 128,10 12 8,1-2-56,1 4-8,3 0 9,-2 0-81,-18-22 72,21 29 16,-2-2-72,2 1 64,0 1-24,2 0 8,-16-20-64,6 10 88,10 8-80,0 2 32,0-1-16,-2-5 32,0 5-8,2-3-8,-4 1-40,2 0-16,-3-3-32,1-3 16,-18-20 32,14 18-40,3 2-40,1-1 40,-4-3-96,1 1-32,-9-11 168,1 0-233,-4 7-111,15-8-48,-5 10-120,-11-12-112,11 9 624,-12-11-736,1 2-152,10 1-160,-10-1-233,2-1-247,-1-2-160,-3-2 1688,2 2-1865,10-2-95,-14 0 391,6-4-3432,-6 4 5001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15 8737,'0'-3'881,"0"3"47,0-4-96,0 4-96,0-2-736,0 0 664,0 2-112,0-3-72,0 3-63,0 0 15,0 0-24,0 0-408,0 0 416,0 0-32,0 0-16,0 0-16,0 0-32,0 0-2160,0 0 4032,-2 0-1912,2 0 56,-2 1-40,2 1-32,0 0-264,0-2 256,0 4-63,0 0 15,0 1 16,0-1 16,0 1 0,0-4-240,0 4 216,-2 0-24,2 3 16,0 6 64,0-8-40,0-2-232,0-1 288,-2 16-32,2-14 24,0 14-56,0-5-8,0-7-216,0-6 200,0 19-104,0-5 64,0 1 8,0 1 0,0-1 0,0-10-168,0 7 136,0 5-56,0 0-40,0 3 41,4 1 39,-4-7-120,0-8 112,0 17-24,0-2 72,4 3-160,-4 1 96,0 2-32,0-28-64,3 27-48,-3 3 80,4-1-40,-4 1 16,4-1 0,-4-14-8,0-1 48,0 16-40,0-3 80,0-1-72,0 0-24,0-5 8,0-18 8,0 19-48,0 0 136,0-2-88,0-1-32,0-3-48,0-11 72,0 8-104,0-5 56,-2 12 40,2-13 40,-2 8-8,1-11-24,0-2 48,-1 3-40,0 3-80,1-1 0,-1-2-48,-2 1 48,4-6 72,-2 2-24,-1 0-128,1-1 88,0-1-56,0 0-49,1 0 169,0 0-112,1 0-96,-2 0 184,0-3-200,2-1 16,0 1 208,0 2-192,-1-4-192,1-1 304,-2-8-160,2 10 8,0-14 48,0 17 184,0-4-288,0-13 120,0 3 80,-2 0-8,2-3 32,0-1 64,-2-1-88,2-4 24,0 0-40,0-1-8,-2-1 112,2 24-120,0-25-8,-2-5-24,2 1 32,-1-2 24,1 0 0,0 23 96,0-11-56,-2-11-80,0-1 88,0 2-32,0 0 24,0 9 56,1 12 32,-3-19-64,0 0 96,2 1-64,1 4-16,-3 0 8,3 22 8,0-14-64,-1-6 48,-1 5 48,1 1-24,-2 1 0,3 7-8,0 1 24,-1 2-24,-1-10 8,1 11 0,0-1 8,0 0-16,2 4 0,-2-4 16,0 1 8,1 0 8,1 4 40,0-3-8,0 2-64,0 1 48,0 0-16,0 0 8,0 0 8,0 0 40,0 0-344,0 3 584,0-2-288,0 1 24,0 2-24,0 1 24,0 1-8,0 1-32,0 1-16,0 6 40,0-8 0,0 9-8,0-12-40,0 1 64,0 13-64,0-10 56,3 13-24,-3-5-24,0-2-8,0-10 8,0 16-64,0-1 80,0 2-40,0 2 32,0-1 40,0 4-48,0-1 0,0 4 16,0-2-16,0-1 16,0-8-24,0-4 40,0 14-16,0 5 24,0 1-48,0 0 24,0-1-24,0-31-8,-2 32-8,2-4 40,-1 3 0,1-3 8,-2 1-48,2-22 16,0 11-24,0 7-32,-2-2 192,2 0-128,-2-2 8,2-7-16,0-10 80,0 13-200,-2-1 248,0-1-120,1-8-8,-1 10 8,2-16-8,-2 2-88,0 14 64,0-12 32,2 1 32,-2-1-48,1-4 8,1 1 32,0 1-56,0-2 88,-2-1-112,0-1 0,0 0 48,2 0-48,0 0-144,-2-3 184,0-3-80,1-9-56,-1 12 16,1-2 128,0-9-160,1 9 32,-2-15 80,0 5 0,0-2 24,1 5 24,0 6-8,0-16-56,-1 0 136,0-4-152,0 0 40,0-1 8,2 26 32,0-28-160,-2 0 48,1-2 80,-1-2 0,2-2-16,-1 20 48,0-5 32,-1-17-120,0 0 152,-1 0-104,-3 4-56,2 7 96,3 19-64,-5-26-169,1 0 129,-1 0 0,0 2-16,-1 1 0,6 25 120,-3-19-128,-2-2 16,1 2 64,-1 2 8,1 2 16,1 9 24,2 2 32,-4-8-8,1 1 0,-1 1-8,3 9 0,-1-7-16,4 12-16,-4 1 32,3-6 16,-1 2 8,2 1 56,-2 3 56,2 0-152,0 0 160,-2 0 16,2 0 105,0 0-81,0 0 16,0 1-216,0 0 224,0 2-96,0 3 32,0-3-80,0 3-16,4-1-64,-4 1-8,3 1 8,-3 10 0,4-12 56,-4 3-56,0 0 0,0 0 64,4-2-40,-4 12-24,0-3 56,3 0-40,-3 1-16,0-14 0,0 16 8,4 1-32,-4 5 32,0-2 24,0 4-16,0-19-16,0 13-8,0 8-48,0 1 16,0 1 32,0 1 8,0-14 0,0-3 32,0 19-8,0-2 120,0 3-120,0-1 0,0 0 0,0-33-24,0 33-96,0-2 48,0-3 72,0-1-16,0-3 0,0-14-8,0 4 96,0 6-88,-2 2 96,0-1-24,-1-7-24,1-2-56,2-9 40,-2 3-32,0 1 96,0 8-104,1-12 48,-1 3-16,1-5-32,0 5-48,-3 0 32,2-5-8,1 1 8,1-2-24,0 0 40,0 0 40,-2 0-24,0-3-32,0-1 0,0-2-64,0-8 80,2 14-88,-1-4-32,-1-14 32,0 12-24,0-14-48,-2 3-24,4 12 184,-2-6-240,-1-8-32,1-1 160,0-2-96,-2 2 8,3 4 200,1 10-160,-2-16-145,0 0 249,0-4-128,0 0 40,0 0 16,2 23 128,-1-21-256,1-4 128,0-1 24,0-1 8,0 1-8,0 14 104,0 1-64,0-16-48,-2 1 32,2-1-16,0 1-8,-2 3 104,2 23-72,-2-23-32,0-2 48,0 2 16,-1 1 8,1 1-24,1 18 56,-2-12-72,0-4-24,-1 0 8,-2 2 80,3 3 0,0 5 8,2 6 0,-1-11 16,0 1 8,-1 10-48,-3-11 16,2 12-8,4 5 16,-3-4-64,-1-1 48,2-1 48,0 3 0,1 3 8,-1 0-40,0 0 104,0 0-48,0 0 16,-1 1 56,1 1-16,0 3-112,2-4 128,-4 4-8,2 3 0,-1 6-32,1-8 40,-2 12 24,4-15-152,-2 9 112,-1 4 32,1 3 24,-2 1 24,2 2-8,1-9-184,0-2 160,0 13-56,-1 4-32,0-3-32,0 5 0,2-2-40,0-27 32,-2 32-32,2 0 88,-2 0-72,2 2 1,0 2-1,0-24-16,0 11-33,0 13 41,0-4 81,0 2-65,0 0-16,0-12-8,0-15 48,0 27-64,4-4 232,-4-1-96,0-3 8,4 1 0,-4-25-128,0 19 0,0 1 56,3 0 24,-3 0-8,4-7-16,-4-7-56,0 0 120,4 6-56,-4 0 40,0-8-88,0 10 40,3-12-56,-3-5 48,0 6-80,0 9 104,0-14-88,0 1 0,4 0 24,-4-2-8,0 0-56,4 0-48,-4 0 32,0 0-96,0-4-32,0 1 200,0 1-168,0-15-48,0 14 136,0-12-96,0 9 0,0-12-9,0 17 185,0-13-328,-2-2 72,0-1 24,0-1-40,0-2 0,1 11 272,-1-5-296,0-6-56,0-2 112,0 0-144,0-2-48,1 4 432,1 14-448,-2-21-160,0 1 79,0-3 65,0-3 24,-1-1 32,2 27 408,-2-21-376,-1-10-16,1 3-8,1-3 8,-2 0 8,2 17 384,0 5-368,-1-20 16,-1 2 64,0 2-17,1-2 17,-1 5 288,4 26-304,-4-25-8,1-1 48,-1 4 40,0 0 72,1 2 40,2 17 112,0-8-48,-1-6 16,-2 5 32,2 8 32,1-12 72,-1 16-104,2 0 192,-2-3 80,0 1 112,2 0 40,-2 4 89,2 0 23,0 0-536,0 0 552,0 4-56,0 1-8,0 3-32,0 7-16,0-13-440,0 1 456,0 14-56,4-10 56,-4 15-47,0-7-41,3 1-368,-2-14 352,-1 18-80,0 1 0,3 1-32,-3 2-16,0-1 8,0-15-232,0 14 192,4 7 0,-4 4 24,0 0 24,0-1-8,0-10-232,0-9 248,0 20 0,0 5-8,0-1-32,0 2-32,0 1 0,0-38-176,0 35 56,0 1 32,0-1 17,0 0-49,4-2 16,-4-21-72,0 5 24,3 16-24,-3-4 104,4 2-128,-4-1 8,0-9 16,0-17-48,0 27-233,4-5 41,-4-1-264,0-1-208,0-4-240,0-18 952,0 12-1256,0 5-185,0-3-215,3-1-104,-3 1 247,2-10 1513,0-1-4945,-2-7 4945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1434 258 12354,'4'0'1240,"-4"0"-463,4 0-241,-1 0-224,1 0-40,0 0 80,-4 0 40,0 0 32,0 0 64,0 0-88,3 0-16,-3 0-88,0 0-56,0 0-16,1 0-224,2 0 113,-3 0-1,0 0-40,0 0-16,0 0 16,0 0-72,0 0 112,-2 0-40,0 0 32,1 0 48,-3 1-40,1 1-112,2-2 168,-2 2-40,-1 4 96,-2-3-96,3 3-32,-3-1 40,5-3-136,-3 4-16,-4 1 120,1 8 24,1-10-24,1 10 88,1-12-192,1-1 176,-5 15-8,1-10 8,-8 12-96,11-12 8,-3 12-88,7-18 112,-16 14-72,10-8-40,-9 15 56,10-3-32,-14 1 32,17-13-56,-3 8 104,-15 7-72,5 2 24,-1-2-24,-3 6 16,8-9-48,6-11 48,-16 18-8,1 7 8,-2-3-64,-2 1 32,-2 0-32,23-27 16,-19 22-40,-4 8 24,2 1 16,-4 2 16,3 0 0,12-19-16,0 1 24,-13 14-56,2-2 176,0 2-160,2-2 24,2-2-8,16-24 24,-18 28-200,0-4 304,0-3-128,2 0-8,2-3 0,13-16 8,-7 10-136,-4 5 80,-1-1 48,2-3 8,-1 0 16,5-7-16,5-5 48,-9 9-32,8 1-8,-9-1-24,10-8 48,-9 10-40,15-17 8,-5 5 8,-3 10-56,-8-11-8,12 1 32,-1 1-32,2-5 56,0 1-8,-2 2-80,-1 0 136,2-2-160,3-2 0,-1 0 112,2 0-96,-2-6-184,2 1 200,0-1-80,0-9-32,0 12 48,1 0 144,3-9-208,2 7 0,-2-19 120,1 9-16,10-2 40,-13 8 64,0 2 8,14-10-48,-10-3 104,10 0-96,-10-2 32,15-1 0,-20 22 0,15-21-88,1-2 120,1-4-48,-1 1-16,-1-5 16,-9 22 16,7-11-48,6-10 24,0 1 64,2-3-40,-2 0-32,-4 10 32,-10 13 8,18-28-48,-2 4 144,2-2-88,0-3-8,-2 2 0,-19 34-8,16-32-112,2-4 88,-1 2 24,-2 1-48,-1 1 48,-9 18 0,0-1 40,7-14-48,0 1 128,-1 2-120,-8 1-8,13 3 8,-16 21 40,12-20-120,-10 0 96,12 2-40,-14 3-24,3-1 48,-2 16 0,9-8 24,-13-3-48,3 9 24,1-10 0,0 12 0,-2 1 0,-1 1 48,3-4-16,-4 2 24,4 1-24,-4-1-16,0 4 40,0 0-56,0-4 8,0 4-16,0 0 32,0 0-48,0 0 40,0 0-16,0 0 56,0 0-32,0 0 128,0 2-120,-2 0-24,0 1-8,2-2 56,-2 4-136,-3 1 152,1 1-64,-2 12-24,-1-14 16,6-2 0,-5 11-88,-11 0 80,10 1 16,-10 3 0,2 3 56,1-1-16,6 0 16,-14 0 48,8 2-96,-3 4 0,0-3-16,16-22-8,-18 27-80,1 1 88,-4-1 8,0 3 0,0 0-16,14-21 8,-8 10-8,-8 9-40,0 2 8,0 1 56,0-3-24,6-8 8,10-13 24,-15 22-24,-1-1 80,0-1-72,0 1-16,2-1-8,22-28 16,-22 26-112,0-1 40,3-1 80,1-2 0,1 0-8,10-12 0,0 1 24,-8 7-40,8 2 120,-12-3-80,14 1 24,-12-3-32,12 0-104,-10-8 144,13 8-80,-4-10 0,1 1 0,4-5 24,-4 3-88,0 2 48,-1-1 72,1-1-48,3-2 48,1-1-32,0 0 40,-1-1-104,2 0 96,0 0-72,0 0-24,0-4 64,0 4-32,0-15-48,4 12 0,2-3 24,-1-16-16,1 7 24,8-1 16,-10-1-32,2-3 136,10 0-120,-10-2 16,10 0 16,-10-1-96,12 1 208,-3-2-128,-1-1-24,1-3 8,-12 24 48,13-19-192,2-7 120,2 3 0,2-3 48,0-1 8,-9 13 16,-4 5 0,13-19 8,2-1-8,0 0 0,-2 0-48,-3 3 48,-17 27 0,20-30-40,-2 0 48,0 0 56,-2 0-40,3 3-8,-15 20-16,6-11 8,6-9-56,-1 3-32,0 1 80,-3 2 32,-10 7-32,-2 10 16,16-15 104,-12 4-8,10-1-144,-12 14 48,1-15-32,-4 17 16,13 2-80,-14-15 40,6 12 40,-3-2-24,1 1 0,-2 2 24,0 0 40,1 0-8,1-1 152,-4 4-136,4 0 16,-4 0-64,0 0 80,0 0-160,0 0 208,0 2-16,-2 1-104,0 3 64,1-4-72,-2 3-40,0 3 32,-3 8 56,1-8-8,-10 12 32,8-5-48,-12 5 24,3 2 16,-1 2-72,-1 0 24,-2 3 8,19-26-24,-21 24-32,0 4 64,0 3 24,0-1-80,-2 2 40,15-20-16,-6 5 0,-10 17-40,-3-4 160,2 6-80,-3-2 0,8-7-40,16-21 56,-24 30-112,-1-2 128,3 0-72,-1-2 0,4 0 8,20-28-8,-17 23-32,-3 5 32,3-3 40,-1-1 24,4-3-24,0-2 88,1 0-56,0-1 8,3-2-16,-1-1-8,8-4-56,7-16 56,-15 17-24,9-2 72,-10-8-56,10 10-16,-1-12-16,5-3-16,-1 2-40,-5 3 48,1-1 8,-1-1-16,3-1 8,-1-2-8,5-2-32,-1 0 152,0 0-176,2-6-24,0 1 8,0 4 72,0-15-192,0 10 96,0-10 56,5 1-24,1-1-16,-1-1 40,12-3-80,-13-2 136,10 0-112,-8-2 8,14-2 24,-5-5-96,1 3 144,3-1-88,-1-4 8,2 0-48,-15 23 144,11-19-184,6-8 56,0 0 24,2-3 48,0 1-8,-9 13 64,-7 10-48,20-26-16,-2 0 96,1-3-64,1 3 16,0 0 0,1-2-104,-1 3 80,-1 1 24,-3 1 24,0 2 0,-2 2 16,-4 2-48,-1 2 200,-12 5-192,16-1 24,-18 11-8,-3 12 24,15-17-208,-11 5 248,-1 1-72,3 10 24,-1-12 16,-4 14-32,4 2 0,-1-4 32,-4 1 40,0 4 32,0 0 40,0 0-144,0 0 184,0 6-32,-2 1-8,-4 8-96,-8-1 0,8 0-48,6-13 24,-18 17-16,10 5 88,-12 0-16,2 5-32,-4 1 40,0 1 0,-4 3-40,0 0 168,0 2-112,-1 2-16,7-12-88,12-15 176,-21 27-112,1-1 200,1 1-152,1 0-48,2 0-24,21-34-40,-20 29-96,-1 2 96,0 0 32,2 1 8,0-2-8,12-19-32,-2 3 40,-10 16-16,0-2 96,0-3-96,2 1-8,0-3 16,1 0-120,-1 1 176,3-1-112,-1-4-40,0 2 0,1-4-152,-1 0 32,1 4-64,2-2-88,1-1-80,4-9 416,5-4-512,-10 12-176,1-3-81,6-1-247,-10-8-264,11 9 1280,6-16-1568,-15 5-473,10 12 17,-1-13-3409,7-5 5433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1059 326 8009,'0'0'792,"4"0"-528,-1-4 0,-3 1-47,1 2-217,2-2 152,-3-1-64,0 1 16,4-1 8,-4 0 72,0-1 56,0-1 32,0-9 64,0 12-24,-2-3 24,0 1 8,2 4-344,-2-13 288,-2 10-8,1-1 8,-3-14-8,1 16 32,2-4-312,0-3 328,-2 7-47,-3-14-1,-6 12-32,10-12 0,-1 13-248,4 2 256,-15-16-32,10 13 8,-10-12-16,8 11 0,-10-10 24,17 15-240,-5-2 216,-15-11-40,7 10 0,-1-11-24,-2 11 16,9 1-168,2 1 216,-13-13-16,1 12-24,-2-1 40,0-2-48,3 1-168,15 5 216,-16-4 0,-2 0-39,-1 4 39,1 0-24,0 0 16,14 0-208,-7 0 232,-7 0-64,0 0 16,2 0 24,-1 2 8,5 0-216,8-2 240,-14 4-32,0 0 16,-1 1-104,1 1 16,0-1 64,18-4-200,-16 4 136,-4 9 24,1-10 40,1 11-56,2-10 64,9 2-208,-1 1 216,-10-1-16,0 12 0,-2-5-80,3-6 48,3 11-168,14-16 136,-14 12-47,-1-1 7,0 5-32,3-3-8,-1 1 64,11-13-120,-7 10 96,-3 3-56,-1 3 16,0 0-16,0 2 16,12-8-56,1-6 72,-13 14 32,10 2 16,-10 0-64,9 0 72,1 0-128,-1 2 32,1-2 32,-1-2 32,5 2 48,-1-1-40,2 0 24,0-1-56,0-2 32,3 0-24,3 0-16,-2-3-64,-3-14 64,18 18-16,-14-1 24,12-2-8,-12 1 8,17 1-16,-18-17-56,9 12 40,4 6-64,1-3 48,0-2-16,3 1 32,-10-7-40,-2-3 64,13 7-48,0 1 24,2 0-56,-2-8 56,3 11-40,-24-18 8,21 6 16,0 12 32,-2-12-16,2 10 16,-2-10-24,-12-4-32,6 3-8,7 1-32,-3-1 64,2 1-48,2 1 48,-7-3-24,-10-2 48,16 3-96,-1 1 80,0-4-8,0-1-32,2 1 72,-19-2-64,17 0 0,2 0-64,0-3 72,2-1-16,-1 0-16,-12 2 24,2-1 8,11-12-8,0 9 48,2-10 8,0 10-24,-2-13-32,-21 16 0,27-11-40,-1-5 32,2 1 48,-1-1-40,-3 1-32,-20 14 32,14-10-40,3-7-72,2 1 72,-4 0 32,-2-2 16,-7 10-8,-6 6 32,10-15 24,-3-1 0,1 2-96,-9 0 24,10 0 0,-16 19 16,6-15-48,-1-4 40,10 1 16,-11 1 8,1-2-56,-3 12 40,2-4-24,1-10-16,-1-1 56,-1 1 0,1 0 0,-4 5-16,0 12 16,0-15-112,0 0 80,-2 3 0,-3-1 40,-10 1-16,10 3-48,-14-5-8,3 5 8,-1-1 24,-1 9 0,5-4 16,4 2 32,-13 2-48,-2 1 32,-2-10-16,0 15 24,-1-5-24,25 5 16,-28-6-24,1 1 8,-2-1-48,-1 1 8,3 1 16,19 3 24,-9-2-32,-9 0-72,2-1-16,0 4-160,-1-4-104,9 4 384,12 0-488,-20 0-200,2 0-113,2-4-231,0 4-200,2 0-328,2-3-353,-3 3-271,3 0-49,1 0 249,3 0 576,6 0 1408,1 0-817,0 0 337,-10 0-3569,17 0 4049</inkml:trace>
  <inkml:trace contextRef="#ctx0" brushRef="#br0" timeOffset="3">968 549 7201,'-2'0'72,"0"0"0,0 0 32,-1-3 56,1 3 144,0 0 40,0 0 72,2 0 16,-2 0-79,1 0 7,1 0-32,-2 0 0,0 0 40,0 0 0,2 0 32,0 0-8,-2 0 0,0 0 24,1 0-416,1 0 392,-2 0-48,0 0-48,0 0 1,0 0-49,0 0 32,2 0-280,-2 0 288,1 0-56,-3 0 40,2 0-16,-2 0-16,3 0-240,1 0 248,-2 0-24,-2 0 32,2 0 24,-1 0-64,-1 1 48,4 0-264,-2 0 208,-2 1-72,1 2 104,-1-2-56,0-1 16,2 0-200,1 0 248,-3 1-55,0 2 23,-1 0-80,1 1 40,-1-2-176,5-2 120,-6 2 0,1 3-40,-3-2 56,1 1 32,1 1-32,5-5-136,-3 3 232,-2 2-152,1-1 72,-3 1-24,1 1 0,3-2-128,3-3 160,-7 6-72,1-3 56,0 3-96,-1-1 48,3 0-16,4-6-80,-6 6 48,2-2 24,-1 3-24,-1-3-8,1 1-16,4-4-24,-1 1 88,-3 3-24,1-1 32,-1 1-32,1-1-32,2 0-32,2-4 88,-3 4-64,-1-3 64,1 4-48,-1-3-32,-1 1-8,6-3 0,-2 3-32,-3 0 32,3 0 16,-2 1 16,1-3-8,1 2 40,-2-2-32,2 0 40,0-1-64,1 1 8,-1 0-16,2-2 8,-2 0 0,2 0-16,-2 0 0,0 0 0,0 0-8,2 1 16,0 0 16,0-1-32,0 0 72,-1 0-72,1 0 32,-2 0-16,2 0 48,0 0-136,0 0 192,0-4-112,0 4 32,0 0-24,0-3-88,0 3 56,0-4 56,0 4 16,0-3-40,0 2 32,0 1-80,-2-4 80,2 1-16,0 3 0,0 0-16,0 0 40,0 0-104,0 0 96,-2-4-40,2 4 0,0-4 16,0 4-8,0 0-32,0-3-16,-2 3 40,2-4 24,-2 4-24,2 0 8,0 0 56,0-4-88,-1 4 64,1-3-40,-2 3 0,2-4 56,0 4-48,0 0-40,0-4 24,0 1 16,-2 3 8,1-2-8,0 0 16,1 2-8,-2-4 24,2 1-40,-2-1 16,2 1-8,0 2 16,-1 1-40,-1-3 32,0-1-8,0 0-24,0 1-24,0-1 24,0 0-8,1 1 8,-1-1 40,0 0-8,0 2-8,0 1 16,-1-3 0,1-2-24,-2 3 40,0-3-8,3 1-24,1 5 8,-4-4 8,0-2-72,1 1 48,1-1 0,-4 1 32,5 3-24,-1-2 8,-2-1-64,-2-1 32,4-8 16,-1 14 8,0-4 0,2 2 40,-3-2-32,-1-1 8,1-1-32,1 1 0,-1-1 32,3 6-16,-2-5-64,-2 1 40,1-1 16,0-1-8,-1 1 0,3 2 16,0 0 48,-2-1-40,-1-1-8,1-1 0,1 1 8,-2 0-8,4 4-16,-1-4 8,-1-1 56,1 3-48,-2-3-8,2 2 24,1 3-16,-1-1-16,0-2 0,-4-1 32,4 1-40,1 0-24,-1 2 48,2 1-8,-2-3 8,0 0 64,0 1-40,-2-1-24,3 4-24,1 0 24,-4-4-32,2 4 8,0-5 0,0 1 48,1 0-72,-1 4 48,0 0 32,0 0-24,-2-3 72,3 3-48,-1-4-8,0 4-24,2 0 56,-2-4-120,0 4 104,0 0-56,1-3 0,1 3 8,0 0-24,-2-4 8,0 4 56,2 0-24,-2 0 0,2 0-8,0 0 64,-2 0-72,2 0 24,-2 0 0,2-4-32,0 4 16,0 0 8,0 0 56,0 0-8,0 0-32,0 0-176,0 0 352,0 0-152,0 0-24,0 0-296,4 0 600,-4 0-320,0 0 112,0 0-104,0 0 16,4 0 16,-4 0-48,0 0-72,3 0 64,-3 0 16,4 0-24,-4 0 72,2 0-56,0 0 72,1 0-40,-3 0-40,4 0-32,-1 0 40,-2 0 16,-1 0 8,3 0-56,1 0 88,-4 0-80,4 0 8,-3 0 16,1 0 24,2-3-80,-4 3 88,4 0-8,0-4-8,-2 4-16,-1 0 32,3 0-24,0-4 64,-1 1-88,1 3 32,0-4-32,-4 4 16,5 0-48,-1 0 24,-1-4 24,1 0 56,0 4-56,-3-1 0,1-1 64,2 2-55,2-4 23,-1 4-8,-1 0-24,0-3 0,-3 2 48,5-2-56,-1 3-8,1-4 64,-1-1-56,10 1-56,-15 3 64,0-2 40,6 0-88,-1-1 0,1 0 104,-1 1-64,-1 0 8,-2 2 56,12-5 16,-14 1-48,6-1-56,-1 1 0,1-1 32,-6 6 8,6-5-40,-1-1 72,1 1-16,-1-1-56,1 3 16,-5 1 16,1 0 16,4-4-56,-1 1 64,1-1-16,-3 1-16,2 1 8,-4 2 32,3-1-8,-1-1-40,1-2-32,2 3 48,-3-3 0,-2 6 0,2-5-8,1 1-16,-1 0 24,-3 1-48,4-1 72,-4 2-24,0 0 64,4-1-72,-1-1 40,1 4-88,-4 0 8,0-3 48,0 2 8,0 1-32,4-3 64,-4 3-16,0 0-32,0 0 8,0 0-8,0 0 0,0 0-24,0 0 24,0 0 24,0 0 24,0 0-72,0 0 72,0 0 0,0 0 8,0 0-32,0 0-128,0 0 208,0 0-128,0 0-32,0 0 32,0 0 8,0 0 72,0 0-40,0 0-32,0 0 56,0 0-56,0 0 40,0 1 0,0-1 16,0 0-80,0 0 40,0 2 16,0-2 16,0 1-24,0 0 24,0 1-8,0-2 16,3 2-8,-3-2-24,0 0 8,0 0-32,0 0-16,4 0 48,-4 0-8,0 0-8,0 2-16,0-1 64,0 1-48,0-2 16,0 2 24,0-2-32,0 0-8,0 0-16,0 2 24,0 0 0,0-2 0,0 0 24,0 2-16,4-2-32,-4 0-8,0 0 72,0 1-40,0 0 0,3 0 32,-3 1-16,0 0-8,0 0 32,4 0-32,-4 0-8,0-1 32,0 1-40,0 0 8,4 2 32,-4-1 56,3 3-72,1-2 16,-4-3 0,4 3-8,-4 0 40,3 1 0,1 1-24,0-1-72,-4 1 72,3-1-8,1 1 16,-1-2-48,-2-3 112,3 5-56,1-1 8,1 1-40,-3 1 8,3 1 48,-6-8-80,3 7 16,3 8 8,-1-12 0,-1 3-56,2 1 72,-4-4-40,1 0 40,3 4-48,-1-1 112,1-1-104,-1 3 24,8-2-24,-11-5 0,-2 14-56,5-12 120,1 3-48,-1-3 24,1 3-40,0-1-40,-3 1-32,1 0 16,0-1 56,-1-1-32,1-2 32,-2-1 72,3 3 0,-1 0-80,0-1 16,-1 1 0,-3-2-8,0-2-24,4 4 0,-4-3 8,0 1-32,4 0 40,-4 2 48,0-2-40,3-1-32,-3 1 136,0-2-168,0 2 32,0 0 32,0-2-48,0 2-184,0 2 112,0-3-96,0-1-24,0 2-64,0 0-81,0 2-79,0-2-32,0-1-192,0 1-184,0 0 872,0 0-1040,0 0-249,0 0-79,0-1-152,-2 1-25,2 2 1545,0-4-1568,-1 4 24,1-3 184,0 1 319,-2 0 345,0-2 296,0 0-1080,0 0-2529,2 0 4009</inkml:trace>
  <inkml:trace contextRef="#ctx0" brushRef="#br0" timeOffset="4">699 288 7241,'0'0'96,"0"0"-32,0-3 64,0 2-128,0 1 192,0-3 40,0 3 72,0 0 8,0-4 24,4 4 16,-4-4-7,0 4 23,4 0 8,-4 0 16,0-3-392,0 3 448,3 0 0,-3 0 32,0-4-16,4 4-32,-4 0-8,1 0-424,2 0 376,-3 0-55,0 0 39,0-4-16,0 4 48,0 0-392,0 0 432,0 0-40,0 0-24,0 0-64,0 0 48,0 2-32,0-2-320,0 2 336,0 0-24,-2 2-48,0-1 8,0 1 9,2-2-281,-2 2 312,1-1-16,-1 1 24,0 1-8,-2 1 16,3 0-328,0-5 280,0 7 8,-3-3 16,2 2-80,-2 8 40,3-9-64,0-3-200,0 8 96,-1-5 48,-2 10-16,2-8 16,1 10 16,-2-14-160,2 0 144,-1 16-16,0-13 96,0 13-96,2-5 33,-1 1-161,1-15 176,0 17-128,0-3 64,-2 1-16,2-1-8,0 3 8,0-12-96,0 5 120,0 4-64,0-8 40,-2 13-56,2-5 48,0-4-88,0-7 96,0 3-120,0 8 104,0-10-72,0 12 0,0-12 16,0-3-24,4 11-16,-4-7-40,0-1 32,0 1 8,0-1-16,0-2 32,0 0-72,0 2-48,0-3-40,0 2-104,0-1-24,3 1 288,-3-4-361,0 4-119,0-2-8,0-1-152,0 1-160,0 0-96,0 0-160,4 0-121,-4-2-31,0 0-120,0 0-25,0 0 1353,0 0-1272,0 0 32,0-4 128,0 0 31,0-1 273,0-1 216,0 6 592,4-16-360,-4 12 208,0-1-3809,0 5 3961</inkml:trace>
  <inkml:trace contextRef="#ctx0" brushRef="#br0" timeOffset="5">929 507 7449,'4'0'272,"-4"0"128,0 0 104,0 0-504,0 0 536,0 0-71,4 0-105,-4 0-80,0 0-40,0 0-48,0 0-192,0 0 200,0 0 8,0 0 40,0 0 32,0 0 32,0 0-1560,0 0 2832,0 0-1288,-2 0 64,0 0-64,0 0-8,0 0 8,2 0-296,-3 0 208,-1 0 17,-2 0-33,1 0 16,-1 0 16,3 0-224,1 0 216,-4-4 8,-8 4-24,8-3-40,1 3 24,-13-4-184,17 4 192,-4 0 8,-14 0-40,12 0 32,-11-4-16,10 4-16,0-1-160,-6-1 208,-1 2-96,1-4 40,-3 4 24,2 0-32,3-3-144,8 2 232,-14-2-56,1 3 8,0-4 0,1 0-48,1 4 1,14 0-137,-13 0 128,-2 0-16,1 0 24,1 0 0,-1-3 0,11 3-136,0 0 176,-16 0-40,15 0 56,-14 0-72,14 0-8,-8 0-112,11 0 80,-3 0-56,-3 0 0,-6-4 8,10 4 32,-2 0-40,5 0-24,-3 0 80,-2 0-80,1 0 48,-1 0-56,4 0-56,1 0 64,1 0-56,-2 0-136,0-4 16,0 4-192,0 0-96,2 0-185,0 0 649,0 0-896,0 0-152,4 0-208,0 0-161,-1 0-167,-1 1 1584,0 0-1704,3 1 143,10 0 377,-11 0 376,14 3-3401,-18-5 4209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4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1150 162 11722,'5'0'1008,"-5"0"-1008,6 0 608,-1 2-200,1-2-208,-1 0-112,1 0 73,-5-2-161,1 0 288,2-2 80,0 1 152,-4-3 16,3 1-32,-3 0-504,0 4 488,4-16-104,-4 17-16,0-5-32,0-10-56,-2 15 48,0-5-103,-3-10-41,-1 15 40,-8-6-56,8 1 48,-4 2-216,4 0 216,-9-2-48,0-1 128,-1 1-152,1-1 8,-3 1-152,17 5 136,-19-6-112,0 3 80,-2-1 32,0 0 48,0 1-56,13 1-128,-6 0 168,-9-2-64,0 1 80,0 3-64,0-4 48,6 4-168,12 0 272,-19 0-160,1 0 200,-2 0-104,2 2-48,0 0 24,20-2-184,-14 3 64,-8 1 33,4 0 23,0 1 16,0 1 8,10-2-144,2-1 184,-12 4-24,2 1-32,-2 6-16,0-8-16,0 1-96,20-7 112,-20 15-40,-2 0 192,-2-1-200,0 3 0,-1 3 40,19-14-104,-10 8-40,-8 9 120,-1 0 32,3 3 16,-2-2-80,11-6-48,8-10 160,-13 19-88,0 3 56,-1-1-24,1 3-56,0-1 32,19-29-80,-15 27 32,2 0 40,8 5 32,-10-3 0,12 0-8,1-18-96,0 3 120,-2 14-72,1-1 112,2-1-96,2-2 8,0-3-72,0-19 112,6 24-88,10-2 56,-12 1 0,16-3-8,-5 0-16,-11-19-56,10 12 16,7 5-56,1 0 0,3 0 72,3-3-8,-12-6-24,-6-4 88,21 11 16,0 0 16,2-1-120,2-3 0,0-1-40,-35-15 40,37 7-176,2 13 184,1-12-16,2 6 0,1-10 32,-27-2-24,10 2-24,16-1-24,-1-1 192,-1 0-152,2-2 16,-11 0-8,-21 0 56,30-4-200,1 1 168,-3-12 0,3 11-24,-6-12 16,-30 13-16,23 0 0,3-17-80,-1 5 64,-1-1-8,-1-3 32,-14 9-8,-1 0 72,13-10-80,0-4 80,1 2-112,-1-2-8,-2 0 48,-22 22-16,22-24-104,-4 1 168,2-5-80,-2 1 0,0-1 16,-14 22 16,7-13-80,1-10 32,1 0 48,-9-3-40,-1 1-8,5 12 48,-5 11 16,-5-23-56,4 0 72,-4 2-40,0-1 16,0 1 16,0 29-24,0-27-72,-4-2-56,-2 1-16,-8 1-80,6 3-16,-1 15 240,-2-2-280,-4-11-144,-3 0 24,1 4-208,-1 2-32,3 4 640,12 11-681,-18-2-215,-1-16 192,-1 16-296,0-14-192,1 16-241,16 1 1433,-13-2-1816,-5-10-40,-2 14-9,0-4 313,-1 0 456,10 4 1096,6 0-657,-18 0-3463,29 0 4120</inkml:trace>
  <inkml:trace contextRef="#ctx0" brushRef="#br0" timeOffset="5">979 306 8129,'0'2'632,"0"-2"193,0 2 71,0 0-80,0-2-816,0 2 688,3-1-128,-3 1 0,4 0-88,0 2 25,-4-2-497,0-1 472,0 1-16,3 2 112,1-2-104,-4 0 32,4-1-56,-4 0-440,3 0 320,1 1 32,0 2 0,-1-2 0,1 3-16,-2-3-336,0 0 393,3 2-129,-1-1 56,1 1-24,-1 1-56,1-1-240,-4-4 280,2 6-40,3-1 72,-1 1-72,1-1 16,-1 1-40,-3-5-216,2 5 136,1 0 40,1 1 8,-1-2 16,1 3 0,-3-4-200,-1-1 208,4 4-56,9 8 104,-12-11-136,1 3-39,2 1-9,-6-8-72,5 7-56,1 8 80,-1-12 72,1 3-8,-3 1-40,-1-5-48,2 2 128,-1 3-112,1 8 8,2-13 0,-3 3 0,-3 1 48,4-1-56,0 2 128,-4-1-112,3 0-32,-3-1 24,0-4-24,0 2-88,0 0 48,0 1 40,0-2 16,0 3-24,0-3 8,0 0 8,0 0 24,0 2 56,0-3-72,-1 1 24,-1 0-40,2-2-8,-2 2-120,0 0 304,0 0-224,0 1 56,0-1 8,2-1-16,-1 0-192,-3 1 192,2-2 48,0 0-72,-1 2 8,1-2 16,2 0 24,-4 2-112,0-2 128,-1 0-32,1 1-40,1 1 48,2-2-16,-4 0-24,1 2 0,1-2 32,-3 0 0,1 2-16,2-2 8,0 0 24,-2 2-8,-1 0 56,-1-1-72,1 1 0,0 0 0,5-2 0,-6 2-128,-1 0 160,1 0-16,-8-1-16,11 1 24,3-1-24,-5 2-24,-12 1-40,12-1 8,-1 1 72,-10 1-56,14-1 40,1-2 48,-17 4 0,5-1 8,-1 1-16,8-1-8,-14 1 16,21-6-48,-14 5-40,-1 1 40,0 1-24,1 8 16,-1-13 16,9 0-8,-3 1 8,-6 4-32,8 1 40,-13 6-16,5-10 0,9 8 0,5-9 56,-18 1-88,12 3 104,-10 0-64,10 1-16,-9-1 16,13-6-8,0 5-88,-12 2 72,10-1 8,-3 0 8,-6-1 24,12-3-24,0-1 64,-3 4-40,-1-1 8,0-1 16,1 0-32,2 1-16,2-5 64,-2 2-48,1 0 0,0 0-40,0 0 0,0 0 32,2-2-8,0 0 8,0 0-40,-2 0 104,2 0-96,0 0-24,0 0 136,0 0-160,0 0 80,0 0 16,0 0-56,0-4-16,0 4 48,0-4-24,0 4-16,0-4 32,0 4 40,4-3-16,-4-1 8,0 0-64,0 1 56,0-3-24,0 1-16,3 0 24,-2 4 48,-1-4-88,0 1 128,0 0-56,0-1-64,0-1 32,0 5 0,0-3-104,0-2 40,0 1 0,0-1 72,0 1 8,0 1-16,0 2 32,0-13 16,-2 15 128,0-5-160,0-1 0,0 1 8,2 5-24,-3-15-200,1 15 168,-2-5-8,-1-1 40,1 1-32,2 3 32,-1-2 8,-3-1 0,0-1 72,3 1-24,-3-1-72,2 2 16,3 3-8,-5-5-80,1 1 112,1-10-16,-1 11 32,1 0 0,3 4-40,-4-5-24,2-1 0,-3 1-24,1-1 32,-1 1 16,4-3 0,0 1 64,-1 7-64,-3-5 80,4-1-56,-1 1-64,-1 1 40,4 4 24,-4-6-128,1 1 168,-1-1-72,2 1 8,0-1 16,1 5-16,-1-1-80,0-4 40,0 3 32,2-1-48,-2 0-176,2 2 232,0 0-248,0-1-161,0 3 33,0-4-152,0 4-64,0-4-104,0 4 696,0 0-872,0 0-16,0 0-169,4-3-199,0 3-224,-3 0 1480,1 0-1577,-2 0-95,4 0-8,-4 0 247,4 0 393,-4 1 1040,0 0-4529,0-1 4529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2:46.165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1277 347 9498,'0'0'328,"3"0"40,1 0-40,-4-3-32,1 2-296,2-2 320,-3-2 0,3-1 56,-3-9 64,4 10 32,-4-3-472,0 1 576,4 3 16,-4-14 113,3 14-33,-3-12-48,0 11-624,0 4 592,0-15-128,0 10-8,0-14-48,0 5 0,-2 10-24,0-3-384,-1-6 377,-3 8-65,-1-16 16,-8 17-56,8-16 8,-5 17-280,7 3 336,-11-17-64,1 14 96,-3-13-88,-2 14-24,1-14 0,17 15-256,-18 0 120,0-3 8,0-12 40,-4 14-16,2-1-16,10 2-136,0 0 184,-12-1-96,-4 3 160,3-4-112,-1 4 17,3 0-153,20 0 184,-23 0-112,2 0 168,-1 0-56,-1 4-16,-2-1-8,22-1-160,-15 2 88,-7 11 8,1-10 24,1 2 0,-4 10-16,12-13-104,9-3 136,-21 18-64,-1-1 64,0-1-40,0 3-24,-1 0 16,31-19-88,-31 15 0,1 6 8,0 0 56,-1 2-24,3 2-16,17-16-24,-5 5 64,-11 13-64,2-1 24,1 1 8,-1 3 16,8-8-48,14-18 72,-18 22 16,3 5-40,1-7 0,3 3-8,0 0-16,13-24-24,-10 17 80,6 5-88,-10 0 24,14-4 48,0 4-32,1-11-32,0-5 128,-1 14-56,2 2-80,0-4 0,6 0 0,12 1 8,-18-22 16,6 23 16,18-2-32,-10 2 16,7-2 32,-1 0-16,-12-13-32,8 8 64,9 7-136,5 0 32,1 0 56,4-2-56,-8-6 40,-17-10 112,30 14-128,1 2-56,5-5 112,2-1-48,1-1-16,-44-14 24,42 3 56,1 11-112,-1-9 16,1-1 56,-2 1-8,-24-6-8,2 1 32,18 1-56,-1-2 0,-3 0 8,-3 0 40,-1-5-24,-31 5 0,34-6 48,-2-10-72,0 10 8,-2-9 40,0 10-64,-24 0 40,17-10-8,5 0-96,2-2-24,-1 1 96,-3-4 8,-1-1 88,-1 1-8,-3-2-112,0 0 0,-2-2 0,-2-2 40,-19 26 16,18-23 24,0-3-88,-1 2 64,-1-2-24,-2-5 0,-9 19 24,4-6 40,5-16-88,-10 2 16,14-1 32,-16 0 0,0 6 0,-2 21 0,3-29-24,-4-2-24,0-1 0,-2 1 40,-4-2-24,5 32 32,-12-23-48,5-6-56,-14 1 8,6 3-128,-5 5-104,9 12 328,2 4-416,-15-15-120,-3 1 64,-3 3-65,-2 0-71,-1 2 608,33 19-808,-38-17-296,2 3-304,-3 10-385,-1-14-207,-1 14-65,27-1 2065,-12-3-1896,-15 5 464,-3-1 479,1 1 345,2 1-3609,42 3 4217</inkml:trace>
  <inkml:trace contextRef="#ctx0" brushRef="#br0" timeOffset="5">989 689 6913,'0'0'848,"0"0"-472,0-6 192,3 6 177,-3-4 47,0 4-16,0 0-40,0 0-32,0 0 8,0 0 24,0 0-7,0 0-729,-2 0 728,2 0-88,-1 0 8,1 0-72,-2 0 0,1 0-576,0 0 560,-1 0-39,0 0 47,0 0-64,1 0 8,-1 2-512,2-2 440,-2 0-40,-4 0-40,5 0-24,-3 2 16,0 0-40,3-2-312,-1 2 272,-4 0-64,2-2 0,-1 0 9,-1 2 23,3-2-240,1 0 256,-13 1-16,10-1-96,-10 2 48,9 0-8,-10 0 16,16-2-200,-8 2 216,-10 0-120,11-1 16,-12 1-8,5 2 0,8-3-104,-3 2 136,-6 0-88,-1-1 32,-1 2 32,2-2 40,3 0-152,8-1 208,-13 3-72,3 0-16,-5 1-48,4-3 0,1 4 32,11-5-104,-9-1 48,-3 4-16,-1 2 24,8-3 16,-10 1 0,14-3-72,1 0 120,-16 1 8,14 1-104,-12 1 40,10 1-32,-8-1-32,13-4 24,-3 4-32,-10-1 32,10-1 0,-3 0-40,1 0 64,3-1-48,-7 0-8,9 1-24,-3 1 16,-1-1 64,1-2-24,3 0-24,2 0 72,-2 0-24,-2 0-104,3 0 40,1 0 0,0 0 48,0 0-32,0 0 80,0 0-160,0 0 48,0 0-160,3 0-24,-3 0 216,0 0-152,6 0-208,-3 0-8,3 0-64,-1 0-160,8 0 592,-11 0-600,2 0-40,1 0-193,10-3-71,-11 3-144,1 0-152,-1-1 1200,7-2-1296,-7-1-209,1 4-159,10 0-137,-15-4-95,3 4 1896,-1 0-1784,4 0 423,-1 0 417,1 0-2208,-6 0 3152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 8377,'0'0'224,"0"0"32,0 0-256,0 0 264,4-4-32,-4 4 1,0-3-49,0 3 16,0 0 64,0 0-16,0 0 0,0 0 24,0 0 32,0 0-304,0 0 360,0 0 88,0 2-56,0-1 96,0 1-8,0 4-24,0-4-456,0 1 521,0 5-121,-2-1 32,0 0 64,0 8-8,0-11-488,1-2 520,-1 12-72,0-6-104,2 10-56,0-3-32,-2 1-40,2-15-216,-2 15 224,1 0-55,-1 5 55,0-5 24,0 1-48,1-10-200,0 2 192,-1 8-128,1 1-48,-1 4 0,0-1 40,0-6-56,2-12 104,-2 15-16,0 1 0,1-3-48,-1 1 0,0 1-48,1-14 8,0 9 0,-1 7-8,0-5-32,2 3 48,-1-3-32,1-10 0,0 16-48,-2-16-56,0 10-136,0-10-128,0 10 392,2-15-561,-2 4-175,0 1-176,1 3-168,-1-3-232,-2-1-193,3-2 1505,-2 1-1608,0 3 112,-1-1 447,0 3 353,3-3-3377,1-5 4073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11 7881,'0'0'1969,"0"0"-25,4 0-288,0 0-359,1 0-505,1 0-160,8-3-144,-14 3-72,6 0 0,0 0-40,-1 0 32,10 0 8,-12 0 25,2 0-441,-4 0 448,15-4-64,-16 4-56,6 0 32,9 0-104,-12 0-8,1 0-248,7 0 272,-7-4-160,10 4 88,-10 0-24,11 0-8,-13 0-168,0 0 264,12 0-88,-10 0-24,12 0 16,-12 0-40,2 0 16,-6 0-144,14 0 128,-10 0-104,2 2 64,10 0 25,-12 0-25,-2-1-88,1 0 120,3 2-104,-1 3-32,1-1 56,9 1 32,-15-2-72,0-3 72,3 5-24,1-1-64,0 1-32,-1 1 64,-3 8 24,1-14-40,2 3 72,-3 11-96,4-8 32,-4 10 48,0-10 16,2 5-72,-1-3 160,-1-2-32,0 17-128,0-6 0,-2 3 48,1-2-48,1-18-16,-2 19 48,-2 0-96,-1 0 24,-1 1 80,1-1 24,3-13-64,-2 6 120,-1 7-88,-3-1 0,1-1 8,-1 2 24,-4-5-64,8-9 8,-2 14 16,-10 0 32,10-2-88,-8 1 64,8 1-48,5-17 16,-14 11-96,9 0 88,-10-6 48,8 10-24,-10-12 32,14 3-48,0 0 16,-14-4-40,3 10-24,8-9-16,-11 1 64,5 6 0,11-11-24,-4 0 48,-10 1-48,10-1 24,-12 0 0,12-2 0,1 0 0,-8 0 16,7 0-104,-8 2 72,8-2-8,-1 0 48,-3 0-24,5 0 32,0-4-40,-1 0 72,-1-1-144,-1-1 32,3-8-8,-1 14-104,3-6 72,1 2 56,0-1 0,0-1 8,1 1 24,0-4-8,0 5-64,1-1 8,0-1 32,0-9 56,0 15-24,0 0 48,3-5-24,1-1-8,1 1-56,-1-1 16,2 1 24,-3 4 0,8-4-80,-7 0 96,2-1-24,12 3-8,-18-1 80,8 4-64,-1 0 8,-4 0 16,12-4 56,-9 4-80,14 0 8,-15 0 40,15 0-104,-14 0 48,12 2 32,-12 0-16,12 3 16,-12 1 24,14 1-112,-5-1 136,-10-3-88,15 3-32,-16-2 48,-2-3 48,20 7-184,-7 8 104,-1-12 24,1 2-112,0-1 48,-13-4 72,11 2-104,3 2-80,1 1 136,-3-1-89,1 1-23,-8-3 160,1-1-104,8 4-144,3-2-104,-3 1-8,3 1-112,-3-5 472,-14-1-560,17 2 0,-1 0-40,2-2-120,-1 2-41,4 0-39,-17-2 800,9 0-944,9 0-72,-1 0-32,0-6-105,2 3-23,-8 0 1176,-10 2-1200,21-3-16,-3-1-57,5-1 129,-1-9-3441,-29 15 4585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0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 10362,'0'0'1944,"0"0"-1944,0 0 1448,0-4-567,4 4-369,2 0-136,-1 0-32,-1 0 40,-2 0-384,1 0 432,1 0 16,0 0 16,1-4 88,-1 1 25,0 3-577,-3 0 576,5-4-56,-3 4-128,3 0 0,11 0-8,-14 0 16,-2 0-400,4-4 376,0 4-112,12 0 32,-14 0 8,12 0 32,-12 0-336,0 0 384,13 0-127,-10 2-57,10 0 8,-10 0-32,11 1-176,-16-2 192,5 2-40,12 1-128,-12 1 64,14 1-24,-15 0 32,3-1-96,5 4 144,-8-7-168,12 4 40,-14-1 8,12 1 56,-12-1-80,-2-3 128,4 5-48,1 1-80,8-1-24,-14 0 56,4 8 32,-4-14-64,4 4 40,-4 0-88,4 10 0,-4-10 32,0 3 32,0-1-16,0 0 64,0-1-24,0 1-104,0 8 72,-2-11 0,-3 2-8,4-5 16,-3 16 48,-1-12-112,-1 10 48,-1-10-40,0 10 48,5-13-8,-4 2 24,-1 10-136,2-8 48,-3 1 40,1 1 48,2-4-24,2-1 80,-11 4 0,10-1-104,-1-1 0,-1 1 56,-1-1-48,6-5 16,-4 6 80,0-1-168,-1-1 88,2-2 16,-1 2-72,3-4 56,0 1 96,0 1-144,-1 4-64,1-4 120,-2 1 0,3 0-8,0-2 72,0 1 0,-1 0-136,0-2 32,2 0 24,0 0 56,0 0-48,0 0 56,0 0-64,0 0-32,4 0 40,-4 1-32,3 1 64,1 0-24,1 0-64,-1 0 72,2 0 16,-1-1-32,-5-1 16,4 2 24,1 0-96,1-2 32,-1 2 24,1 2-40,-1-3 40,5 1 88,-7 2-160,3-2 0,-1 1 80,1 3-8,6-2 0,-8-2 88,0 3-48,2 1-64,-1-1 0,10 10 0,-12-10 56,-2-4-32,4 6 8,12 7-72,-14-8 56,3 9 0,8-10 56,-6-2-48,-16 11 64,14-9-56,-1 19-32,1-9 0,-1 0 40,-1-2-16,-4-12 0,4 5 40,-4 10-80,0-10 8,0 12 24,0-10-64,-1-3 72,0 8-16,-3-6-64,-1 10 0,-1-12 80,-8 12 16,10-13-16,2-3 72,-3 16 8,-12-13-32,11 3-8,-8 0-16,6 1-40,8-8 16,-18 14 24,1-10-96,3 2 16,-1 1 48,-1-2-40,9-2 48,-3 0 8,-7 3-16,-1-1 16,1-1-16,1-1-32,2 0 40,11-2-112,-13 3-160,1-2-72,0-2-152,1 1-185,6-1-159,4 0 840,-12 0-1088,9 0-192,-10 0-209,12 0-223,-3-3-280,4 1 1992,1 0-2209,-3-3-63,1-1 399,3 1-3200,2 5 5073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1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146 107 6401,'-2'0'584,"0"0"168,2 0-24,0 0-16,0 0-87,0 0-89,0 0-16,0 0-160,0 0-8,0 0 24,0 0-8,0 0-368,0 0 448,0 0-16,0 0-56,0 0 32,0 0-7,0 0-2466,0 0 4530,0 0-2049,0 0-72,0 0 24,0 0-56,0 2 24,-1-1-336,0 0 328,-1 1-112,1 0 32,-1-1 8,-2 1 40,1 3-296,2-4 344,-2 4 0,-1 1-103,-1 1 15,-1 1 8,1-1 8,4-6-272,-6 5 312,2 9-136,-3-10 32,1 12 16,0-11-8,3 3-216,0 0 304,-3-4-56,1 12-56,-1-11 8,0 10 56,2-11-256,4-4 208,-4 17 8,-1-12-24,1 12-40,3-11 32,-2 12 8,4-18-192,-2 5 168,2 11-56,-2-12 17,1 12 39,1-12 32,0 6-200,0-5 232,0-1-40,3 12-184,1-12 120,0 10-104,1-10 32,-5-4-56,15 13 160,-15-8-216,16 10 160,-12-10-16,13 10-16,-15-13-72,1 0 160,14 2-184,-12 10 16,14-13-24,-14 3 8,13 0 24,-14-4-8,2 3-40,16-3-64,-8 3-8,1 0 16,0-2-8,-12-2 112,9 3-96,4-1-208,-1-2 24,1 0 24,-1 0-73,-6 0 329,-3 0-224,9 0-136,-1 0-184,-8 0 0,14 0-48,-15 0 592,-5 0-672,19-4-32,-14 4-265,12 0-87,-13 0-80,12 0-184,-14-1 1320,0-1-1409,3 2-231,12 0-64,-13 0-1,10 0 369,-11 0 1336,-2 0-4577,-1 0 4577</inkml:trace>
  <inkml:trace contextRef="#ctx0" brushRef="#br0" timeOffset="438">572 1 12642,'0'1'3137,"0"5"-1337,0-1-864,0 3-263,4 7-297,-4-10-56,0 12 0,0-3-72,-4-6 152,-3 14 64,-9-6 88,13-14-552,-2 13 560,-11 9-128,-1 0 32,1 5-63,-3 4-81,10-16-320,0-1 400,-8 19-112,-1-2-104,-1 4 96,1 0-56,1-1-224,16-32 216,-16 39 0,-1-1-136,-1 0 24,3 0-8,1 4 32,11-33-128,-7 19 168,4 14-208,-11-2 56,10-6-40,-6 1 24,10-14 0,2-13 112,-13 23-80,12 3 32,-3-3-120,-1-4 104,1-1-24,6-29-24,-3 22-16,-1 1-16,2-4-56,-2-4-160,1 1-128,2-10 376,0 1-432,-1-1-272,0 10-24,0-16-153,2 5-199,0-4 1080,0-2-1304,0 0-392,4 0-417,-4 0-399,6-6-225,-1-10 192,-2 15 2545,11-4-5593,-14 5 5593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13:2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3:2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471 115 7801,'0'0'1897,"0"0"-89,-2 1-1808,2-1 1592,-2 2-551,0-2-409,1 0-264,-1 0-192,0 2-48,1-2-128,0 2 112,-3 0-8,1-2 40,-1 0 96,-2 0 0,3 0-240,1 0 336,-4 0-8,1 0-48,-2 2 0,-1-2 0,1 1-280,7-1 216,-8 2-32,-6 2-32,10 1-24,-3-3 40,-8 2 17,13-3-185,-2 0 216,-12 4-88,10 1 32,-1-1 0,-9 1 0,10-2-160,4-3 208,-14 7-16,10-5-64,-10 3-16,10 1 8,-12 8-24,15-13-96,-9 3 152,5 10-64,-10-9 32,10 8 0,-12-8-8,16 1-112,-1 0 168,-13-1-56,10 14 80,-11-12-64,12 10-32,-10-12-96,14-5 96,-4 16-72,-8-2 16,8-1 32,-11 3 16,12 1 0,3-14-88,-2 7 120,-10 7-56,10 1 64,-1-1-32,1 0-16,0-6-80,2-7 176,0 12-80,-1-1-56,1 1 104,0 1-64,2 0 16,0-16-96,0 13 145,0 2-121,0-3 64,4 1-8,1 2-32,-2-10-48,0 2 88,2 9-80,10-3-16,-11 0 48,1-8 0,9 8-40,-11-11 40,0 1 8,14 12 80,-11-14-176,12 3 96,-3 1-72,-10-1-80,15-1 112,-3 1-24,-12-1 64,19-1-64,-14-3 16,-3 0 48,9 1-40,1 0-8,1-2 16,-1 0-8,1 0-8,-18 0-24,17-4-8,1 0 0,-1-1 0,1-1 0,-1-9-32,-11 14 64,4-1-24,7-4-48,-2-8 24,-1 10 48,3-2 16,-2-12 32,-1 12 0,1-8-24,-10 8-64,14-10-8,-14 10-8,-2 4 56,9-12-48,-8 8-8,1-10 40,1 10 16,-1-9 48,-3 13-48,0 1-8,2-14 8,-1 11 56,-3-1-152,0-1 56,0-8 40,0 13-56,0-2-49,0-3 49,-1 3 56,-3-3 0,-2 1-32,5 4 32,-3-2 16,-2-3-88,-1 3 40,0-1 24,-8 0 8,11 2 0,2 1 48,-12-3-48,8 4 8,-10 0 0,8-4 8,-6 4-24,13 0 8,-4-3-16,-12 3-40,12 0 16,-12 0 64,10 0-48,-8 0 72,10 0-96,-3 0 88,1 0-8,-9 0-48,11 0 16,4 0 24,-5 1-128,-8 1 56,12 0-112,-4 0-56,3 0-40,2-2 256,-2 0-360,1 2-32,0-2-56,1 2-88,-1-2-64,1 0 600,0 0-696,1 0-169,0 1-95,0 1-232,4-2-136,-1 2 1328,-3-2-1409,6 0-127,10 0 0,-12 2 87,13-2 121,-12 0 352,3 1 976,6 0-4401,-14-1 4401</inkml:trace>
  <inkml:trace contextRef="#ctx0" brushRef="#br0" timeOffset="1756">1205 111 8977,'0'2'1905,"-2"-1"-1905,2 0 1816,0 2-544,-2 3-503,2-1-265,-2-1-144,0 0-96,0-1 48,-1 3-56,-3-1 88,1 3 80,-3-1 56,-2 3-480,6-5 592,-2 0-55,-9 12-41,8-10-24,-13 12-72,5-5 40,14-13-440,-13 13 344,0 2-32,-1 3 64,-3 1-80,1 0 8,9-10-304,-2 4 272,-9 12-72,1 3 48,-1-3-32,1 4-24,3-8-192,12-17 169,-16 21-89,1 5 64,1 0-48,1-1-8,1 1-32,12-24-56,-10 19 24,-2 5-48,0 1 16,8-1 56,-12 0 0,16-13-48,1-6 96,-15 17-24,12 1-112,-10-5 8,10 1 0,-2-2 32,6-22-48,-4 18 0,-3 2-160,3-2-48,-1-1-121,1-3-103,1 1-32,2-12-176,0 14-40,2-14-40,0 3-48,0-3-9,0 1-71,6-3-144,-1-1-96,1 0-104,9 0-73,-13-2 1313,-1 0-1312,14 0-24,-9-4 63,12-1 161,-12-1 280,5-3 832,0 0-4233,-11 9 4233</inkml:trace>
  <inkml:trace contextRef="#ctx0" brushRef="#br0" timeOffset="1757">1081 839 11746,'0'4'2769,"4"3"-673,0 8-1112,1-10-416,-2-2-568,0 0 304,2 2-120,1 3-119,-3-5-17,3 1 72,-3-2-120,-2-2 136,2 2 128,3-2 24,-2 0 64,-1 0 8,1 0-40,-4 0-320,0 0 296,4 0-152,-1 0-40,1 0-32,0-4-8,-1 2-64,-1 0 80,4-3 8,-1-1-72,10-8 16,-15 10 48,5-11-88,-4 14 8,13-3 72,-10-15-112,1 14-16,10-19 64,-11 9-48,-2 8 40,1-2 40,12-6-32,-11-2 40,1 1-24,1-1 32,8-1-8,-10-1-72,2 5 152,-1-6-168,1 3 8,-1 0 8,-4 14 24,13-12-120,-14-1 56,5 1 64,1-2-16,9 3-16,-13 5 32,-1 3-8,3-9-56,1 10-32,-1-16 24,0 7 0,-1 8 72,-3 6-80,6-16 32,-2 12-48,1-2 0,-1-8 16,-1 14 24,-1-2 56,0 0-56,2 2 8,-4-4 48,0 4-48,0 0 64,4 0 16,-4 0-72,0 2 80,3 2-64,-3 1-8,0 3 24,0-8 8,0 18-64,0-11 8,-2 12 88,1-12-72,-1 13 56,1-16-16,0 0 40,-1 18-48,0-4 48,0-1-32,0-1 32,2-1-40,0-13 48,-1 5-8,1 17 40,0-7-32,0-3 32,0 3 32,1-13-112,1 7 72,-2 3-32,4 1 0,0-8 8,-1 12 32,0-16-80,-2-1 128,3 13-40,-1-9-64,1-1-16,0 1 0,-1-1 0,-2-5-8,2 2 32,3 0-32,-1 0-8,1-2-16,8 0 8,-12 0 16,0 0 16,4-4-72,10-2 80,-12-10-48,16 12-8,-16-12 32,-2 12 32,20-2-120,-8-14 80,1 6 0,3-3 0,-1 0 40,-14 13-32,12-14 0,4 0-88,1-2 8,-2 0-16,-1 1-16,-6 7 112,-4 4-56,8-14-48,2 3-40,-3-3 24,-8 2 0,15 0 120,-20 20-128,4-22 16,16 3-32,-16-1 32,12 4 8,-12-1 8,0 15 96,5-1-104,-6-18-40,1 16 80,1-12-24,-1 14 40,-2-1 48,-2 2 8,2-14-80,1 16 96,-4-4-24,0 0-24,0 4 48,0 0-24,0 0-16,0 0-24,0 0 64,0 2-16,0 1-8,0 0 64,0 2-56,-2 10 32,-1-10-24,-1 3 16,1 7-32,2-14-8,-4 7 24,-1 10-24,1-3 24,-3-1 16,1 3-8,3-12-24,-7 7 32,6 6-72,-1 2 32,-10 2-8,10 0 40,-1-2 8,-8 1-32,10-1 8,-10 0 0,9 4 24,-8-2 24,13-20-56,-4 22 40,-11 0-112,10 0 72,-1 0-16,-8 0 8,13-14 8,-2 3 72,-3 13-88,-9 0 0,10-4-40,-1 0-80,-5-6 136,9-12-144,1 17-112,-1 1-89,-1-4-23,-2 0-120,4-1-80,2-16 568,-1 3-656,-1 15-216,2-14-96,0 3-105,0-3-127,3 1-40,12-3-80,-11-1-41,14 0 329,-3-2-3449,-15 0 4481</inkml:trace>
  <inkml:trace contextRef="#ctx0" brushRef="#br0" timeOffset="1758">2319 115 11954,'0'3'2521,"0"3"-1017,0 8-776,0-8-728,0-6 400,0 15-272,0-10-120,0 12 32,-2-12-56,-2 3 16,-1 8 88,-1-10-64,1 8 72,-1-6 72,1 10-48,-6-12-120,7-5 168,-1 20-80,-3-3 0,-8-3-24,10 1-48,-1-1 64,4-13-80,-11 11 24,9 1-48,-12 3 48,12 1-64,-12-1-24,14-8 64,1-2-104,-13 10-160,9-2-160,-1-1-168,-8-6-208,10 9 800,5-16-960,-8 5-177,3 8-199,-2-8 0,1-1-40,-1 3 39,5-7 1337,-2 3-984,0 2-3577,4-6 4561</inkml:trace>
  <inkml:trace contextRef="#ctx0" brushRef="#br0" timeOffset="1759">2236 420 13186,'4'0'1905,"0"2"-905,1-1-360,-1 1-328,-1 0-128,1 0-56,0-2-72,-1 0 32,-3 0 64,0-4 40,4-1-192,-4 5 248,0-15 24,0 11-88,0-1 41,0-12-25,0 12-88,0 1-112,0-7 128,-2 7-80,0-14-24,1 12 48,-3-10 8,1 12-80,2 2 72,-4-12-40,1 8-72,-1-14 16,-1 14 0,0-14 16,6 19 8,-5-3 24,-2-13-72,1 12 56,1-12-8,-1 12 0,4-3 0,-1-3 48,-5 6-112,3-12 96,-1 12-72,-1-14 8,2 15 32,4 3-24,-2-16-120,-1 13 8,2-12-56,-2 12 7,3-10-15,0 13 200,0-2-184,1-12-32,0 11 32,0-10 56,0 14-40,0-3 168,0 0-72,0-2-32,0-1 8,0 3 32,3-1-8,1 0 72,-4 4-48,0 0 24,4 0 0,1-3 24,-1 3 24,1 0-24,-3 0 0,2 0 40,0 0-48,-1 1 32,3 1 0,-2 2-8,-2 0-16,-1-3 48,5 5-56,-3 1-8,1 8 40,0-10 16,-1 10-8,-2-14-32,2 2 112,1 13-64,-4-10 56,3 14 80,-3-12-8,4 10 40,-4-3 0,0 1-80,4 1 32,-4-3 9,0 0-177,0-13 128,0 14 80,0-10-72,0 16 40,0-5 16,0-9-64,0 0-128,0 9 240,4-9-112,-4 11 0,0-12 24,3 10-48,0-12-104,-2-2 128,3 5 16,-4 12 24,3-14-88,1 2 0,0 1-24,-4-8-56,0 4-16,3 1 0,1-1 40,0 1 24,1-3-8,-3-1-40,0 0 120,3 1-104,1-2 16,9 0-48,-15 0-24,4 0 40,-3 0 40,16-4-32,-14 4 0,3-4 8,-1 1-24,10-3 8,-11-12 24,1 14-56,1-1 64,10-1-24,-12-9-8,-1 13 0,-1 1 40,13-5-72,-11-10 32,0 12 8,1-2-8,0-10 0,-4 16 24,4 0-40,1-6 8,-1 1-8,-1-1-8,-1 1 40,-1 3-16,0-2-16,-2-10-16,4 14 72,0-4-56,-1 0 16,-3 2 0,0 1 40,4-5-80,-4 6 24,0-4 48,0 1-40,0-1 16,0 4-8,0-15-8,0 15-80,-2 0 128,0-3-64,-1-1 56,0 2-32,0 0 40,-4-3-104,-8 5 56,8-4-32,-12 0 16,4 1 0,1 3 24,-1-4 8,0 4 8,-1 0 16,-1 0-48,12 0 16,-6 0 0,-8 0-40,3 0 32,-1 0 16,1 0-24,6 1 16,5 0-8,-2 1-40,-14 3-32,14-1-96,-11 0-192,12 1-152,6-5 520,-15 4-768,10 1-177,-1 1-95,-1 1-208,-8 1-248,15-5 1496,-2 1-1617,-3 3-111,-1 10 24,1-12 271,-1 3-3432,6-8 4865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0:05:14.3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1 138,'3'1,"1"-1,-1 1,0 0,0 0,1 1,-1-1,0 1,5 3,11 5,123 54,153 64,8-24,-250-90,1-2,0-2,0-3,85 0,-64-8,0-3,90-17,-19-4,2 5,238 0,-299 21,85-1,-146-3,0-2,0-1,0-1,-1-1,26-12,-23 9,30-11,0 3,76-14,-24 16,0 5,0 5,152 9,-11 26,-155-14,141 3,-168-14,1 4,115 25,-102-15,95 6,-146-21,0-1,0-2,0-1,0-1,55-14,-29 5,1 2,-1 3,76 1,-58 2,-43 1,0-2,40-11,26-5,46-1,-34 3,181-6,-206 25,170-6,-202 2,0-2,91-24,292-77,-338 89,1 4,147-1,2-3,-207 15,0 3,0 1,70 12,-49-5,238 50,-200-35,161 14,-177-29,135 30,-163-25,1-3,0-2,0-3,61-2,-99-3,1 1,0 1,-1 1,1 0,-1 2,32 12,2 1,-30-11,-1 2,0 0,41 23,-62-31,0 0,0 0,0 1,0-1,0 0,0 1,-1 0,1-1,-1 1,1 0,-1-1,1 1,-1 0,0 0,0 0,0 1,0-1,0 0,-1 0,1 0,-1 1,1-1,-1 0,0 0,0 1,0-1,0 0,0 1,0-1,-1 0,1 0,-1 1,0-1,0 0,1 0,-1 0,-1 0,1 0,0 0,0 0,-1 0,1 0,-3 2,-6 6,0 0,-1 0,0-1,-1 0,-18 10,-8 2,-1-2,-1-2,-1-2,0-1,-1-2,0-2,-45 4,4-5,-1-5,-87-6,54 0,-435 2,516 1,-63 12,-12 1,-393-11,256-5,130 0,-126 5,94 22,108-19,-46 6,-121 1,28-15,-251 4,228 15,99-7,-54 8,-200 47,102-21,213-38,-45 3,-164-7,125-5,-1187 3,1242 4,1 3,-107 25,95-15,-104 7,-227-24,263-14,-69-1,62 18,-176-5,269-5,-67-16,-8-2,115 22,0 0,0-2,1-1,0-2,0 0,1-1,0-2,1 0,-28-18,45 23,0 1,0-1,0-1,1 1,0-1,-8-13,8 11,0 1,-1 0,0 1,0-1,-10-8,-16-10,-1 2,-1 0,-40-19,48 30,9 5,1 0,-1-2,-23-18,25 15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39:51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0 200,'578'0,"-378"15,-34-1,321-12,-250-4,-213 1,1-1,32-8,27-3,181-8,-224 17,483-31,-475 34,94-14,-69 8,148 3,-2 2,-184-3,63-16,11-1,-46 15,-26 4,57-13,-48 4,1 3,-1 1,96-2,-47 9,86 5,-171-3,1 2,0-1,-1 2,1-1,-1 2,0-1,-1 1,16 10,33 15,-37-22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39:56.8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1,'71'3,"139"26,-59-5,-31-8,359 26,-328-29,-13 0,247-11,-213-3,-117-2,0-3,69-15,-40 6,18-2,0 5,112 1,-133 10,66 4,-119 1,-7 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39:59.8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7674 30,'-195'-14,"11"0,-873 12,510 4,390-3,-177 3,206 12,-23 0,117-11,0 1,0 2,-48 14,-13 3,15-10,-133 5,-84-18,120-2,-981 2,931 14,5 1,96-14,-357-4,303-11,-28 0,60 16,-103-5,131-16,5 0,61 12,1 4,-1 1,0 3,-61 9,34 5,37-5,-1-3,-67 3,88-10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02.7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292 30,'0'-5,"-5"-1,-6 0,-7 1,-9 2,-5 0,-2 2,0 1,1 0,2 0,-4 0,4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06.2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258 58,'-4'0,"-3"-5,-4-1,-5 0,-4 1,-4 2,-8 0,-3 2,0 1,6-5,3-1,10 0,14 2,15 0,12 2,5 1,3 1,-4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08.2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169 0,'-5'0,"-6"0,-11 0,-7 0,2 5,1 2,0-1,4-1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09.9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296 40,'-4'0,"-8"0,-5 0,-5 0,1-4,0-3,-2 1,-2 1,-1 2,-1 1,-1 1,0 0,4-4,7-1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12.2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86,'112'2,"117"-4,-202-2,0-1,45-13,-45 10,0 1,46-5,26 6,77-7,-44 2,175 9,-147 4,-135-2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14.1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1690 115,'-28'-2,"1"-1,-1-2,1 0,0-2,-33-13,30 10,0 1,-1 1,-51-6,-31 9,-45-4,-319-8,448 19,1 2,0 1,0 1,-43 14,18-4,23-7,9-3,0 0,0-2,-1 0,-34 2,19-8,-25 1,57 1,1 0,0 1,0 0,0 0,0 0,0 0,1 0,-1 1,0 0,1-1,-7 5,-2 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15.4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1 108,'5'0,"6"0,2-5,7-1,2-5,0 0,2 1,2-2,-4-4,0 1,0 3,-3 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18.4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182 0,'0'5,"0"6,0 7,-5-1,-6-2,-6-5,-1 2,-1-2,-3-2,-7-3,-3-2,3-2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40:19.8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0 255,'4'-1,"0"-1,0 1,0-1,0 1,-1-1,1 0,0-1,-1 1,0-1,6-5,8-5,24-14,1 1,1 2,1 2,77-28,-52 32,0 3,1 3,93-4,216 11,-212 6,-143-1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0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4.939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2183 129 9105,'0'2'1249,"0"0"7,4-1-168,1 3-432,-1 0-296,-4-4-360,5 4 224,-1-3-160,0 1 41,-4 0 23,0-2 112,0 0-240,0 0 304,3 0 0,-3 0 40,0 0-56,0-4 8,0 1-296,0 3 304,0-4-72,0 4 24,0-4-40,0 1-72,0-1-24,0 3-120,-1-4 112,-1 0-32,-4-1 16,2 1 32,-1-1-16,2-2-112,0 2 136,-2 6 16,-1-6-24,-1 1-16,-8 1 32,10-2-144,5 6 72,-15-5 48,10-1-88,-12 1 57,10 1 15,-12-1-16,17 3-88,-3-2 136,-13-1-104,3-1 48,8 2 16,-14-1 32,9 2-128,8 2 152,-11-2-24,-3 3-16,1-4 24,-3 4 0,1 0-32,17-1-104,-14-2 128,0 3-72,-5 0 48,3 0 8,0 0-8,7 0-104,1 0 128,-8 0-16,-2 0 72,-2 0-56,0 2 40,2 1-168,17-2 160,-20 1-48,-1 3 88,2 1-32,0 8-8,-1-8 0,17-2-160,-11 7 160,-5-4-32,-2 9 56,0-1 0,2-7-8,6 6-176,8-6 241,-16 8-25,2-8-152,-2 14 128,2-8-56,-2 5-24,23-19-112,-22 20 240,-1-2-168,-2 3 56,2-3-16,1 4 16,11-12-128,-2 2 136,-10 10-32,0 8-40,-2-8-8,0 2 24,7-5-80,15-15 64,-22 17 40,2 6-48,0-1 16,0 2 32,0-1-24,19-21-80,-14 14 112,-6 11-96,1-1 40,0 3-16,-4 0-16,13-13-24,4-7 72,-12 24-80,-5-4 64,2 5-8,0 5 24,1-4-72,25-38 24,-26 43-16,0-1-24,2-1-32,0-2 80,2 1 16,14-27-48,-6 10 72,-4 13-40,-1 4 88,1-1-88,0-3 8,7-8-40,7-20 88,-13 26-128,3 0 136,-1 2-80,0-2 56,8 2 8,6-31-80,-15 17 8,11 8 40,-12-1-32,12-1 24,-12 1-48,15-16 8,-1-1 64,-14 17-40,12-3-24,-3 1 24,-6-1-32,9-3 8,4-22 32,-6 26 40,-8-2-48,11-3 40,-1 0-80,-2 0 16,5-16 0,-2 8 32,-2 9-160,3-2 88,1-1 0,-2-1-24,3-8 64,0-6 48,1 13-88,0-5-72,0 1 48,0-9-56,4 10 8,-4-15 112,6 4-136,-3 9-136,1-8-24,2-1 8,-1 3-64,-2-6 352,0 1-352,2 5-80,1-3-112,8 1-40,-14-3-73,5-1 657,-4-2-736,4 2-64,10 0-88,-11-2-80,1 2-89,1-2-159,-3 0 1216,8 0-1344,-7 0-128,0 0-113,1 0-39,1 0 168,-3 0 1456,-1 0-1057,2 0 401,2 0 368,-3 0 168,1 0-3857,-4 0 3977</inkml:trace>
  <inkml:trace contextRef="#ctx0" brushRef="#br0" timeOffset="582">539 1988 7649,'0'0'1432,"0"2"-391,0 0 71,0 0-288,4 1-272,-4-2-552,0 0 408,3 1-88,-3 2-16,4-3 113,-4 1 103,0 0-520,0-2 608,0 2 88,0 0-40,0 0-24,0-1-56,0 1-56,0 0-520,0 2 497,0 1-129,0 1-32,-2-1-8,0-1-32,0 0-296,1-2 360,-5 3-32,1 10-40,-1-10 16,-1 10-16,-8-9 32,14-6-320,-3 14 336,-11-8-72,9 12 32,-8-3-16,8 0 1,-2-9-281,-2 2 312,4 7-104,-12 2-8,12-3-32,-10-6 16,11 8-184,4-12 264,-15 1-8,10 12-8,-10-10-16,10 10 0,-10-12-8,14-1-224,-2 7 192,-11-7-56,10 1-96,-10 1 72,11-1-16,-5-1-96,4-2 112,1 0 40,-3-1-80,-8 1 0,9-2-40,1 0 0,5 0-32,-15 0 8,12 0-40,-5-3 72,1-3-48,-1 1 24,6 2-16,-1 0 32,-4-13-72,1 10 16,-1-11 8,1 3-16,2 10 32,3 2 56,-5-16-16,3-1-56,-1 3 56,0-3-24,0 1 0,4 15-16,-1-12 48,-1-4-96,0-3 24,0 2 48,0-4 40,1 12-64,0 2 112,0-12-64,-1 2-64,-2 0-32,2 1-24,1 2 72,0 16-120,-2-16-64,-1-1-136,-1 3-128,-1 0-176,2 1-144,3 12 768,-3-2-928,-2-14-265,1 12-183,-3-12-328,-6 12-369,10-8-263,-3 10-201,-1-2 321,1-8 615,0 10 617,-8 0 568,14 4 416,-2-5-4057,3 5 4057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9.52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1229 0 8041,'0'0'608,"0"0"153,0 0 151,-2 0 72,2 0-216,0 0-136,0 0-24,0 0-32,0 0 41,0 0 15,0 0-24,0 0-40,0 0-80,-1 0-120,1 0-368,0 0 272,0 0-120,0 0-56,0 0-8,-2 0-24,0 0-64,2 0 80,-2 0-8,0 0-8,2 0-48,-2 0 24,2 0-32,0 0-8,-1 0-16,-1 0 24,-2 0-48,2 0 40,-2 0-56,3 0 56,-1 0-120,-2 0-104,2 0-160,0 0-224,-1 0-224,1 0 832,2 0-1032,-4 0-241,1 0-55,1 0-56,0 0 232,0 2 327,2-2 825,-2 0-520,2 0 288,-2 0 104,2 0-1768,0 0-2113,0 0 4009</inkml:trace>
  <inkml:trace contextRef="#ctx0" brushRef="#br0" timeOffset="830">917 59 8881,'0'0'881,"0"2"103,0 0-56,0 0-296,0 0-184,0-1-48,0 1-16,0-2 56,0 0-15,0 2 7,0 0-72,0 0-56,0 0-80,0-1-104,-2 1-8,2 0-80,-2-2 40,0 0-8,0 2-64,0-2 16,1 2-16,-3-2-48,0 2 72,-1-2-72,3 0-64,-1 0 112,0 0-208,0 1-192,-3-1-192,1 0-233,-1 0-159,1 0 984,5 0-1080,-6 0-48,1 0 112,-1 0 239,-1 0 281,1 0 248,5 0 248,-3 0-96,-2 0-16,1 2-8,-1-2-3841,6 0 3961</inkml:trace>
  <inkml:trace contextRef="#ctx0" brushRef="#br0" timeOffset="831">470 111 6849,'0'0'2713,"0"0"-2713,0 2 1200,0-1 16,0 1-368,0 0-264,0-2-184,0 2-31,0-2 7,0 0-8,0 2-72,0 0-48,0-1-112,0 1-64,0-2-48,0 2 8,0 0 56,0-2-56,-1 1-32,0 0 64,-1-1-40,0 2-64,-1-1 0,1 1-80,0 0 120,2-2-248,-4 0-208,2 2-280,-1-2-305,-1 0-215,2 2-104,2-2 1360,-2 0-1160,1 0 311,-3 0 361,2 0 280,0 2 88,1-2 120,0 0-3969,1 0 3969</inkml:trace>
  <inkml:trace contextRef="#ctx0" brushRef="#br0" timeOffset="832">131 89 8017,'0'1'1160,"-1"-1"-87,-2 2-1073,2-2 1160,-3 2-272,2-2-200,1 0-152,-3 0 33,2 0 47,-2 0 32,-1 0-8,-1 0-24,3 0-48,-3 0-136,3 1-432,1 0 384,-4-1-136,1 0-48,-1 0-64,1 2-64,-1-1-72,6 0 89,-7 0-89,1 1 40,1 0-16,-1 0-104,2 0-57,3-2 137,-1 2-248,-4 0-208,3-1-192,-1 1-352,0 0-432,3 1 1432,0-2-1729,0 1-199,-1-1 368,0 1 479,2 0 505,0 0-3193,0-2 3769,0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6:5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2705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2383">2161 85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6:5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1288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87">2137 76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1207">1 1404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2258 253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639">0 295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1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2378 1380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521">0 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2142 2583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302">0 5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392 256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315 314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8 363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752">2084 113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1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0 359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639">2122 151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0 272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623">2488 96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3 161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606">2467 107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615">2573 87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0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4.939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2183 129 9105,'0'2'1249,"0"0"7,4-1-168,1 3-432,-1 0-296,-4-4-360,5 4 224,-1-3-160,0 1 41,-4 0 23,0-2 112,0 0-240,0 0 304,3 0 0,-3 0 40,0 0-56,0-4 8,0 1-296,0 3 304,0-4-72,0 4 24,0-4-40,0 1-72,0-1-24,0 3-120,-1-4 112,-1 0-32,-4-1 16,2 1 32,-1-1-16,2-2-112,0 2 136,-2 6 16,-1-6-24,-1 1-16,-8 1 32,10-2-144,5 6 72,-15-5 48,10-1-88,-12 1 57,10 1 15,-12-1-16,17 3-88,-3-2 136,-13-1-104,3-1 48,8 2 16,-14-1 32,9 2-128,8 2 152,-11-2-24,-3 3-16,1-4 24,-3 4 0,1 0-32,17-1-104,-14-2 128,0 3-72,-5 0 48,3 0 8,0 0-8,7 0-104,1 0 128,-8 0-16,-2 0 72,-2 0-56,0 2 40,2 1-168,17-2 160,-20 1-48,-1 3 88,2 1-32,0 8-8,-1-8 0,17-2-160,-11 7 160,-5-4-32,-2 9 56,0-1 0,2-7-8,6 6-176,8-6 241,-16 8-25,2-8-152,-2 14 128,2-8-56,-2 5-24,23-19-112,-22 20 240,-1-2-168,-2 3 56,2-3-16,1 4 16,11-12-128,-2 2 136,-10 10-32,0 8-40,-2-8-8,0 2 24,7-5-80,15-15 64,-22 17 40,2 6-48,0-1 16,0 2 32,0-1-24,19-21-80,-14 14 112,-6 11-96,1-1 40,0 3-16,-4 0-16,13-13-24,4-7 72,-12 24-80,-5-4 64,2 5-8,0 5 24,1-4-72,25-38 24,-26 43-16,0-1-24,2-1-32,0-2 80,2 1 16,14-27-48,-6 10 72,-4 13-40,-1 4 88,1-1-88,0-3 8,7-8-40,7-20 88,-13 26-128,3 0 136,-1 2-80,0-2 56,8 2 8,6-31-80,-15 17 8,11 8 40,-12-1-32,12-1 24,-12 1-48,15-16 8,-1-1 64,-14 17-40,12-3-24,-3 1 24,-6-1-32,9-3 8,4-22 32,-6 26 40,-8-2-48,11-3 40,-1 0-80,-2 0 16,5-16 0,-2 8 32,-2 9-160,3-2 88,1-1 0,-2-1-24,3-8 64,0-6 48,1 13-88,0-5-72,0 1 48,0-9-56,4 10 8,-4-15 112,6 4-136,-3 9-136,1-8-24,2-1 8,-1 3-64,-2-6 352,0 1-352,2 5-80,1-3-112,8 1-40,-14-3-73,5-1 657,-4-2-736,4 2-64,10 0-88,-11-2-80,1 2-89,1-2-159,-3 0 1216,8 0-1344,-7 0-128,0 0-113,1 0-39,1 0 168,-3 0 1456,-1 0-1057,2 0 401,2 0 368,-3 0 168,1 0-3857,-4 0 3977</inkml:trace>
  <inkml:trace contextRef="#ctx0" brushRef="#br0" timeOffset="582">539 1988 7649,'0'0'1432,"0"2"-391,0 0 71,0 0-288,4 1-272,-4-2-552,0 0 408,3 1-88,-3 2-16,4-3 113,-4 1 103,0 0-520,0-2 608,0 2 88,0 0-40,0 0-24,0-1-56,0 1-56,0 0-520,0 2 497,0 1-129,0 1-32,-2-1-8,0-1-32,0 0-296,1-2 360,-5 3-32,1 10-40,-1-10 16,-1 10-16,-8-9 32,14-6-320,-3 14 336,-11-8-72,9 12 32,-8-3-16,8 0 1,-2-9-281,-2 2 312,4 7-104,-12 2-8,12-3-32,-10-6 16,11 8-184,4-12 264,-15 1-8,10 12-8,-10-10-16,10 10 0,-10-12-8,14-1-224,-2 7 192,-11-7-56,10 1-96,-10 1 72,11-1-16,-5-1-96,4-2 112,1 0 40,-3-1-80,-8 1 0,9-2-40,1 0 0,5 0-32,-15 0 8,12 0-40,-5-3 72,1-3-48,-1 1 24,6 2-16,-1 0 32,-4-13-72,1 10 16,-1-11 8,1 3-16,2 10 32,3 2 56,-5-16-16,3-1-56,-1 3 56,0-3-24,0 1 0,4 15-16,-1-12 48,-1-4-96,0-3 24,0 2 48,0-4 40,1 12-64,0 2 112,0-12-64,-1 2-64,-2 0-32,2 1-24,1 2 72,0 16-120,-2-16-64,-1-1-136,-1 3-128,-1 0-176,2 1-144,3 12 768,-3-2-928,-2-14-265,1 12-183,-3-12-328,-6 12-369,10-8-263,-3 10-201,-1-2 321,1-8 615,0 10 617,-8 0 568,14 4 416,-2-5-4057,3 5 4057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6.300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262 0 12594,'0'8'3345,"0"8"-849,0-5-2496,0-7 1281,0 16-593,3 2-440,-3 0-120,0 0 8,0-1 56,0-18-192,0 16 296,0 5 48,0-1 128,0 3 56,0-2 64,0-9-592,0-2 601,-2 12-97,1 3-56,1 1-104,0 1 0,0-3-344,0-25 264,0 31-24,0-3-80,0 3-16,0 0 8,0 0 24,0-22-176,0 13 144,0 9-80,0-2 96,3 4-104,-3-2 64,0-8-120,0-15 144,0 23-120,0-3-8,0-3 48,0-1-48,0 2 16,0-26-32,4 20 40,-4 2-88,0-4 80,0-2-40,0-1-8,0-9 16,0 0 48,0 0-112,0 6 48,4-8-48,-4-1-112,3 0 176,-3-4-200,0 6-136,0-1 24,4-3-80,-4 1-48,0-2-32,0-2 472,0 0-568,0 2-88,4-2-17,-4 0-79,0 0-80,0 0 832,0 0-856,0-4-184,3 0-161,-3 1-143,0-1-104,0 0-144,4-1-57,-4-1 9,0 1 111,4-1 313,-4-8 384,0 14 352,3-6 232,-3-10 168,0 16-8,4-6-8,-1 2 96,-2 3-3865,-1 1 3865</inkml:trace>
  <inkml:trace contextRef="#ctx0" brushRef="#br0" timeOffset="488">497 909 8713,'0'2'1841,"0"1"135,0 5-415,0-1-585,0 8-368,0-13-608,0-1 440,-2 7-72,0 6 8,0-8 120,-1 9 80,-1-10 96,3-2-672,-2 9 753,0-7-41,-3 10-24,1-9-16,-1 8-48,4-11-624,1 0 576,-5 11-48,2-8-23,-1 9-113,-1-10-16,-1 2-376,7-6 336,-7 13-64,-1-10-24,1 2 16,0 8-64,1-10 8,4-2-208,-3 1 224,-10 3-152,11-1-8,-10 1-16,8-2-56,-4-3 8,5-1 56,0 2 24,-14 0-40,12-2 0,-9 0-40,8 0-24,8 0 24,-16-4-56,8-1-16,-12-10 112,15 12-16,-14-12 0,16 13-24,-1 0 32,-15-14-56,12 10 56,-11-12-32,10 12 8,-9-13-8,14 16-32,-4-2-72,-10-19 24,12 7-56,-12 2-40,12 1-112,1 10 288,-7-7-344,5-6-208,-8-1-80,10 0-56,-3 1-169,2 5 857,2 6-904,-4-13-232,1-3-288,1 2-369,1 2-583,2-3-337,2 21 2713,-2-18-2560,2-2 583,0 1 833,4 1 648,11 3-3521,-15 15 4017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1999 273 7441,'0'0'40,"4"-4"8,-1 4-48,-2 0 48,2 0 0,3 0 32,-3 0-48,1 0 0,2 0 0,-5 0-32,1 0 8,2-3 16,0 3 40,-4 0 64,3 0 72,0 0-200,-2 0 304,-1 0 32,4 0 32,-1 0 49,1 2-9,0-2 80,-4 0-488,3 0 480,1 0-48,-4 0 64,4 0-24,-4 0 8,2 0-480,-1 0 544,-1 0-64,4 0-15,-4 0-9,0 0 0,0 0-456,0 0 448,0 0 32,0 0-16,0 0-24,0 0-40,0 0-88,0 0-2856,0 0 5400,0 0-2616,0 0 8,0 0 25,0 0-41,0 0-4081,0 0 7946,0 0-3881,-2 0 24,0 0-56,1 0 40,-1-4-224,2 4 232,-4 0-40,0 0 16,1 0 40,-3 0-48,1 0 24,3 0-224,-2 0 240,-1 0-144,-1 0 128,-1 0-64,1 0-16,0 0-144,5 0 216,-14 0-64,12 0 32,-5 0-32,-7 0 0,10 0-64,3 0-88,-11 0 113,8 0-57,-12 0 40,10 0 40,-12 0-32,12 1-104,0 0 152,-8 1-8,-2-2 64,3 0-152,-3 0 88,3 0-144,13 0 32,-13 1-72,-5 1 160,1 0-152,0-2 80,-1 2-8,13-2-40,-8 0 0,-6 0 48,-2 0-8,0 0 32,-2 0 8,7 0-80,10 0 80,-19 0-40,-3 0-80,-1 0 40,1 0-8,-1 0 8,28 0 0,-25 0 48,-2 0-88,-1 0 16,1 0 16,-3 0 8,19 1 0,-3 0 0,-15-1 16,0 0-8,-1 2-56,1-1 16,5 1 32,21-2-16,-25 6-16,-1-3 80,2 1-64,-3 2 24,1-3 16,24-1-24,-15 2-40,-10 1 32,3 1 16,1-1-16,-1 1 48,12-3-40,6-1 72,-16 4-32,1 1 56,-1-1-80,1-1 8,0 1-16,26-6-8,-26 5-8,1 1-24,2-1 24,0 1 40,-1-1-72,16-3 40,-6 0 96,-8 4-104,3-5 0,-1 3 8,2 0-56,3-3 56,11 0 32,-12 1 16,-1-1 24,2-1-40,8 2 16,-10-2-48,12 2 0,-10-2-48,10 0 16,-3 0 8,1 0 24,3 0 0,1 0 64,-3 0 0,1-4 56,1 4-128,2 0 32,-1-3-24,2 3-32,0 0-72,-1 0 96,0 0-16,2 0 40,0-4-16,0 4 8,0 0-80,0 0 16,0-4 64,4 4 8,-2 0-16,-1 0 56,3 0-40,-4 0 24,5 0-24,1-3 32,-1 3-48,-4 0 0,15 0-48,-12 0-48,12 0 80,-10 0 64,16 0 8,-19 0-56,-1 0 96,24 0-112,-8 0 40,3 0-48,3 0 32,-2 1-8,-19-1 8,25 2-72,1-2 112,3 0-80,-1 0 40,7 0 48,-30 1-56,23 0-72,11 1 24,3 0 32,1-2-40,1 0 72,-19 0-16,-8 0 40,30 0 8,-1-4-24,-1 0-8,2 1 56,-3-1-72,-46 4 40,46-5 8,1-1-40,-4 1-16,1-1 40,-1-9 32,-28 14-64,10-1 96,18-4-112,-2-10 24,1 12-16,-3-2-16,-9 2 24,-21 3 72,30-16-64,1 14 8,-5-14 24,1 13-16,-4-1-16,-28 2-8,23-11 24,4 11-72,-3-3 0,-1-9 40,-6 15-56,-11-3 64,-2 1 72,11-4-48,-3 3 80,-12-3-80,15 3-40,-15-1 16,-4 4 56,14-4-128,-12 4 64,3 0 24,-3 0 16,3 0 0,-2-3-8,-1 3-64,1 0 0,0 0 24,-4 0 32,0 0-16,0 0 32,0 0-24,0-4 40,0 4-96,-2 0 48,2 0 0,-4 0-24,0 0 16,-1 2 32,-1-2-80,-1 2 16,0-2 40,-1 0 72,3 0-96,-14 0 96,5 0-48,-1 0-24,9 0 0,5 0-8,-23 0-16,7 0 88,-5 0-56,-2 1 40,-1 1-8,17-1-40,-14 0-64,-9 1-40,0 0 72,-6 1-24,-2-1 48,14 1 8,10-2 64,-26 3-48,-5-1 0,0 3-24,-1-1 0,-3-1-32,50-4 40,-48 6-96,-2-3 8,1 3 32,-3-1-8,1 3 88,30-6-24,-10 1-8,-20 3-64,-1-5 56,3 1-48,1 4 24,13-3 40,24-3 16,-35 6 0,4-2 64,-1-1-40,1-1 0,3 0-40,33-2 0,-24 0 0,-5 0-80,2 0 72,-2 0 8,3 0-80,15 0 80,3 0 72,-15 0-64,1 0 8,2-4-8,3 1-8,2 3 0,19 0 0,-20-4-8,2 4-32,4-4 48,-1 1-24,10-1 40,1 4-24,-7 0 48,8-4-88,-1 4 16,1-3-32,-1-1 24,2 1 32,3 2 48,-1 1-32,0-3 32,2-1-24,0 0-64,0 4 32,6-3-48,-1 3 0,12-4 56,-12 4 24,17-4-16,-14 2-8,1 1 40,11-3-40,4 0 64,2 0-72,3 1 0,-4 0 8,-21 2-8,28-3-24,5-1 72,1-1-72,3 3 56,-1-3-40,-29 5 16,24-1-64,11-4 56,5 1-40,1-1 16,-1 2 8,-16 1 24,-14 1 0,32-2 48,2-1-40,0-1 40,-1 2 56,-1-1-104,-53 5 48,51-4-8,1 4-16,-2-5-40,-1 1 48,-5 0 8,0 4 8,1-3-64,-5-1 16,-1 4 16,-3-4 32,-11 4-48,-18 0 56,24 0-48,-3 0 72,-3 0-104,-1-3 64,-4 3-8,-17-1-32,13-2-48,2 3 56,-1-4 8,-3 4 0,3 0 8,-14 0-24,0 0 0,17 0-32,-15-3 112,10 3-56,-11-4 0,1 4-24,-5 0 40,6 0-80,-1 0 32,-1-4 48,-4 4-32,0 0 24,0 0-32,0 0-24,0 0-48,0 0 24,-2 0 0,-3 0 64,-1 0-16,4 0 56,-14 0-16,-1 0-56,1 2 8,-5-2 24,-3 2-24,22-2 8,-20 2 8,-5-2-88,-3 2 24,-3-1 32,-2 1 24,20-1 0,-6 0 88,-20 1-88,-1-2 80,-2 2-104,-2 0-16,8-2 40,30 0-8,-38 1-96,0-1 104,2 2-56,1 0 24,1-2-48,32 1 80,-24 0-48,-10-1-72,3 0 40,-1 0 32,0 0-48,16 0 96,11 0 80,-25 0-32,0 0-32,1 0 48,0 0-48,4 0-16,34 0-32,-34 0 72,0 0-104,3 0 56,-1 0-8,4 0-8,17 0 24,-6 0 24,-11 0-80,0 0 104,1 0-40,0 0 32,5-4-48,-1 4-56,2 0 112,-1 0-80,3 0 72,0 0 8,18 0-48,-12 0-56,-5 0 8,12 0 8,-12 0 16,16 0-40,0 0 64,0 0 8,-2 0 16,-1 0-40,4 0 16,0 0-8,2 0 8,0 0-88,0 0 24,0 0-8,4 0 40,2 0-8,8 0-16,-12 0 56,2 0-32,14 0-88,-1-3 96,1 3 48,4 0-32,-5 0 8,-10 0 48,19 0-32,1 0-40,1 0 56,2 0-16,3 0-16,-32 0 0,33 0 16,2 0-64,1 0 88,4 1-48,-3 1-24,-18-2 32,2 0 0,21 0-64,-1 0 136,0 0-64,2 2-24,-6-2 16,-31 0 0,35 0-40,2 2 88,-2-2-8,1 0-8,-3 0 0,-31 0-32,24 0 24,6 0 32,0-4-16,-1 1 16,-3-1-32,-12 2-24,-9 0 56,23 2-64,-2-5 40,0-1-40,0 3 16,-2-1 24,-33 4-32,29-4-40,0 1 40,-1-1 0,-2 0-8,-2 1-8,-15 1 16,6 0 64,7-2-120,-4 0 104,-1 1 8,-3-3-40,-2 3-16,-9 3 80,12 0-80,-10-4 48,14 4-64,-16-4 32,3 4 16,-5 0-32,3 0 8,2-3 8,-2 3-8,-4 0 16,3 0-40,-3 0 16,0 0 24,0 0-8,0 0-8,-2 0-8,1 0 24,-5 0-24,6 0 48,-7 0-40,-8 0-48,8 0 24,-12 0-8,4 0-32,10 0 56,-6 0 32,-7 0-120,-3 0 56,-3 1 56,-1-1 8,7 0-32,10 0 32,-23 0-48,-1 0 8,-1 0-48,-3 0 64,-1 0-32,35 0 24,-33 0-24,-4 0-48,1 2 40,-3-2 56,-1 2-48,24-1 24,-6 0 72,-19 1-128,-1 0 0,-2-1 40,2 1-48,4 1 64,32-2 24,-41 1-48,-1 3-16,-1-3 24,-1 4 24,1-3 8,40-2-16,-28 2 16,-9 1-72,2-2-24,2 3 56,4-3-16,16 0 40,7 0 24,-20 1 40,2-1-24,0 0 0,2 2-16,4-1-24,29-3 0,-29 4-40,3-2-24,2 0 80,2-1-32,2 1 0,13-2 16,-5 0 16,-6 0-64,10 0 104,-10 0-40,13 2 16,-10-2-24,11 2-48,-1-2 24,-1 0-32,4 0 48,0 0-24,2 0 24,-1 0 8,1 0-48,0-4-8,0 4 40,0-3-80,2 1 88,-1 0 8,5-2-40,-1 1 8,10-1 24,-11 0 0,9 1 0,-12 3 8,5-4-16,12 0-8,-12-1 0,18 1-24,-19-1 16,3 3 24,8-2 8,3 0-48,-1-1 88,4 1-56,2 0 8,-8 1 0,-8 1 104,16-4-128,1 1 88,1-1-56,4 3-72,-1-1 104,-26 4-40,24 0-24,4-4-32,0 1 80,2-1-24,2 0 8,-19 3-8,1-1 56,20 2-80,2 0 8,-3-4 0,1 4 48,-6 0-32,-25 0 32,27 0-56,2 0 88,-4 0-56,0 0 8,-3 0 32,-22 1-48,14 2 8,4 2-48,-4 1 72,0-1 8,-3 1-24,-7-3-16,-4-1 88,9 4-48,-10-1-32,16 1 24,-18-1-32,3 3 24,-6-8-24,15 5 40,-15 1-104,5-1 96,-1 1-56,-1-1-8,-3-3 32,0 2 56,0 1-96,0-1 96,0 0-40,0 1-16,-1-2 0,1-2 56,-2 6-72,-2-1 40,-1-1-16,-3-1-24,-6 1-16,13-4 32,-4 4-40,-2 0-24,-12 1 16,14-1 40,-15 1 16,9-3-8,3-1 32,-10 2-16,-4 2-72,0-1 8,-2 1 16,0-1 32,22-5-48,-27 4 56,-3 1-48,3 1 32,-2-1 48,1 1-40,22-5 0,-13 2 16,-12 0-64,3-1 0,-1 2 72,2 0 32,8-2-56,12-1 64,-18 3 16,-3 0 8,3-1-88,1 3-8,2-3-16,22-2 24,-22 4-112,-2-1 56,3-3 88,-1 3-32,3 0-8,12-3 8,-2 0 48,-9 2-56,2-1 48,-3 0-8,3 2-56,2-3 24,14 0-32,-15 4 8,0-3 48,10 2-24,-9-3 16,10 1 0,3-1-16,-9 0-40,7 1 0,-1 0 40,-1 0-40,1-1 48,3 1-8,1-2 64,-2 2-40,1 0 32,1 0-48,0 0 8,2-1-16,0-1 16,0 0-24,0 0-24,4 0 64,-1 2-72,1-2 16,-2 1 24,1 0 56,3-1-112,10 0 160,-12 0-144,13 2-8,-13-1 48,-3 0 16,16 1-96,-12-1 224,17 1-104,-7 0-16,2-2-48,-15 0 24,12 2-112,3 2 80,-1-2 32,3-1 40,-1-1-40,-7 1 0,-2 0 24,10-1-56,-1 0 16,2 0 0,0 0-8,-1 0 24,-17 0 8,20-3 0,-2-1 16,4 4 48,-2-4-72,2 4-16,-17-1 16,10-2 0,7 0-144,3-3 128,-1 3-32,2-1 40,-11 0 8,-9 2 112,18 2-72,-2-3 16,-2-1-80,2 0 0,-2 1-32,-20 2 56,18-2-64,0-1 16,-3 1 48,-1-1 16,-1 4 32,-12-2-48,0 0 88,15 2-104,-14-3 112,1 3-104,1-4 0,-3 4 8,-3 0 16,4 0-64,-4 0 80,4 0-16,-4 0-8,0 0-40,-1 0 32,0 0-24,-1 0-24,-2 0 48,-1 0 16,-1 0-40,-3 0 24,4 0 64,-1 0-72,-9 0 32,1 0-16,-1 0-96,-2 0 48,1 2-48,-2 0 112,-3-1 24,-1 1-48,0 2 40,13-3-40,-8 0-40,-8 1-8,-1 1 112,-2-1-72,1 2 56,7-3-48,14 0 48,-20 1-80,1 1 80,-1 1-48,2 0 16,0-1 0,21-2-16,-18 0-40,-3 1 32,2 2 0,-2-3 24,4 1 16,8-2-32,2 0 32,-10 2 0,-1-2-32,3 2 8,2-2 0,2 0-8,13 0-16,-14 2 40,0-2 32,1 0-80,6 0 72,-8 0-56,14 0 8,-2 0-32,-1 0 16,-10 0-8,13 0-8,-3-4 32,1 2 0,2 0 16,-1 2-40,1-3 48,0-1-16,0 0-8,2 1 8,0-1-72,0 4 104,0-4 8,0 1-48,0 1 0,0 0 48,4-2-80,-1 1 96,1-1-56,0 0 0,-1 1-8,-3 3 48,0 0-136,4-4 96,0 0 16,-1 4-32,-3-3 32,0 3-24,0 0-8,4-4-72,-4 0 40,4 1 32,-1-1 40,0 4-32,-2 0 56,3-4-8,-1 1-48,3 3-16,0-4 32,-1 0-16,-5 4 8,15 0 0,-12-3-24,12 3 16,-11-6-8,12 2-16,-14 3 24,2-1 32,14-4-128,-3 1 152,-10-1-40,21 1-80,-13 0 64,-9 4 64,12-4-112,5-10 48,-3 11 56,2-1-64,-1-1-8,-16 5 16,14-3-24,1-2-56,1-9 104,-3 12-48,-1-1 16,-12 1 8,-1 1 40,19-4-56,-16 0 56,10 3-56,-12-1 16,1 1 0,-4 2 16,6-2-32,-3 3-32,-3-4 8,4 4 16,-4 0-8,0 0 32,0 0 8,-2 0-64,0 0 16,-1 0 56,-3 0 0,2 0-16,3 0 72,-7 0-64,-6 0-8,8 0 32,-9 2-64,8 0 48,-11 0-32,10-1-56,-12 3 40,5 0-16,-1-1 32,7-1 16,-1 0 40,-8 2-24,-2 0 8,0-3-32,-1 3-16,4-1 24,14-2 8,-19 1-8,0 1 0,-2 1-8,0 0 16,0-1-16,18-1 8,-14 2 8,-3-1-64,1 1 16,1 2 32,-1-3-16,10-2 24,4 0 16,-10 3 8,-1-2-16,1 0 16,1-2-16,3 1-8,14-1 8,-17 2 0,10-2-56,-12 2 40,12-2 24,-10 0-8,15 1-8,-1 0 32,-5-1-24,3 0 40,-1 0-88,1 0 40,4 0 0,0 0-24,-1 0-40,0 0 104,2 0-64,0-4 48,3 2-24,-2 1-48,3 1-32,-1-4 56,3 0 24,9 0-32,-12 3 32,-1-1 96,17-2-96,-14 0 0,17-1 40,-7 1 0,3-1 0,-1-1-24,3 1-40,-2 1-40,4 0 56,-1-1-16,-15 4 24,10-2 40,6-1-80,-2-1 32,2 1 0,2-1-16,-8 1 24,-8 2 72,14-3-72,0 1 88,-4 0-96,-1 1 0,0-1 40,-16 4-32,12 0-80,2-4 80,-9 1-8,10 3-40,-10-4 40,-4 4 8,1 0 48,12-4-80,-15 4 56,3 0-16,1 0-32,-1 0 24,-2 0 48,3 0-72,-1 0 56,1 0 16,-4 0-80,4 0 96,-4 0-64,0 0-16,0 2-64,3-2 120,-3 2-88,0 0 40,0-1 8,0 0 88,0-1-64,0 0 48,0 2-64,-2-1-40,1 1 32,1-2-32,-6 4 0,1 1 32,-1-1 0,-1 0 56,-10-1-40,14-1-16,-1 0 8,-15 4-48,12-3 72,-11 3-48,3-3 48,0 3 16,-1 0-128,-1-1 88,1 1-16,-3-1 16,1 1 16,15-6-24,-11 5 24,-6 1-56,2-1 0,3 1 40,-2-1-48,13-2 40,1 0 40,-17 11 48,12-12-96,-10 4 40,12-1-32,-10 3-40,10-3 96,-8-1-24,8-1 8,1 1-8,-1 0-32,4-3 0,-1 2-8,-3 0-40,2-1 72,3 0 0,-1 0 0,0-1-24,2 0 56,0 0-96,0-1 136,0 0-104,0 0 48,0 0 16,0 0-56,4 0-112,1 0 80,1 0-8,-1 0 16,12 0 24,-15-1 0,1-1 8,14 2-24,-12-4-8,17 4 56,-7-4-16,1 4-16,-14 0 64,13-3-40,4-1-40,-3 4-16,3-4-8,1 4 40,-16 0 0,12 0 16,6-3-40,-2-1 32,0 4 8,1-4 16,-10 2-32,-4 1 56,13-3-32,-1 0-24,-1 4-8,0-3 8,-3-1 0,-15 4 32,17-4-32,-3 4-56,1 0 72,-9-3-24,16 3 0,-20 0 8,1 0 48,16 0-96,-14 0 40,12-4 0,-14 4-32,10 0 40,-9 0 72,0 0-48,-1 0-8,3 0 8,-1 0-80,1 0 32,-5 0 24,2 0-8,0 0 8,-3 0 32,4 2-24,-4-2 16,0 1-24,0 0-8,0 0-8,0 1-8,-2 0 0,-2 2 72,-1-1-48,5-3 32,-15 6-8,10-1 16,-12 1-40,12-1 16,-16-1-8,17-3-8,-6 2-40,-7 2-48,-1-1 88,-3 3 8,-1-1-8,-2 1 40,1 1-64,-1-3 8,0 1-8,0 1 40,0 0-16,22-6 0,-22 6 16,0 0-56,0-1 40,2 1 16,2 0 8,12-4-24,-2 0 80,-9 4-80,3-1 72,1 1-72,0-1 24,11-2-24,3-3 32,-18 5-72,14-3 88,-2 3-16,-8-1 0,13-1-40,1-3 8,-3 2-24,-2-2-48,2 3 88,2-2 32,1 0 16,0-1-64,0 0 120,-1-1-112,2 0 48,0 0-128,0 0 64,4 0 8,-4 0-24,3 0-56,1 0 112,0 0-88,-1 0 56,1-4 24,-3 3-24,2-2-16,2 0 16,1 3 40,8-4-32,-10 0 32,0 1 16,1-1-72,12 0 24,-13 1-32,1-1 8,12 0 0,-17 4 16,3 0-8,12-3-24,-9 3 32,8-4 16,-10 0 0,12 4 32,-10-3-40,16-1 0,-7 4-24,-1-4 8,-1 4 8,-11 0 24,13 0-16,0-4 32,-1 4-24,1-3-24,2 3 8,-1 0-64,3 0 64,-1-4-72,0 4 56,1 0 16,-7-2 0,-6 0-24,11 2 80,1 0 64,-1 0-120,-1-3 48,0 3-48,-15 0 16,13 0-136,3-4 120,-2 0 24,1 4-48,-10 0 0,16 0 0,-17-3-40,12 3 80,-12 0 0,1 0 16,9 0 8,-15 0-56,3-4-32,1 4 72,-4 0-48,4 0 8,-4 0 16,0 0 24,0 0-72,0 0 8,-2 2 32,0 0 8,0-1 0,0 0 8,-3 0-16,-1 1 80,-9 0-72,10 0-40,-12 2 96,17-4-56,-7 7-80,-13-2 80,5-1 56,-1-2-80,-5 2-8,14-2 32,-4 1-56,-9 3-32,0-1 88,-1 1-8,1-1 48,4-2-40,10-2 40,-14 3-72,-2-1 120,1-1-64,1 2-8,2-1-32,-2 1-80,-1-2-8,1 0 96,0-2-16,0 2 32,10-1-8,1 0 80,-9 0-88,1-1 32,10 0 16,-11 0-64,11 0 24,6 0-8,-15 0-40,10 0 64,1 0 8,-1 0-24,-1 0 48,5 0-48,-2 0-32,-1 0-56,3 0 88,0 0-32,2-3 16,0 3 16,0 0 40,0-4-32,0 4 48,0-4-32,4 1 8,-1-1-40,3-2 16,9 3-48,-10-1 0,10 0 24,-10 1-8,5 1 24,3 0 48,1-3-24,3 1 8,3 0-64,2-1 8,-2 0 24,-16 4-8,20-4 24,2-1 24,-2 1-48,3-10-24,-1 15 40,-19-1-8,13-2-16,12-2-32,-5-10 72,5 11-32,-1 1 32,2-3 40,0 1-56,2-1-24,2 1-24,-2-1 32,0 1 8,-34 4 0,34-4-24,4 0-24,0 1 56,-1-2 32,1 1-48,-1-1 40,1 1-128,-2-1 152,0 1 0,-1-1 8,-1 1 48,0 1-104,0 0 0,0 1 24,-4-1 8,3 0-64,-29 4 24,23-3 72,3 3-80,2-4-16,-4 0 64,-1 4-40,0 0 56,-5-3-8,1 3-32,0 0-24,-2 0-8,-5 0 16,-15 0 16,14 0-16,-1 0 48,0 0-56,-10 0-48,12 0 96,-12 0-40,10 0-8,-11 1 64,1-1-56,1 2 0,-1-2 72,10 2-40,-15 0-56,4-2 24,-1 2-16,-3 0 8,0-2 8,4 1 48,-4 1-56,4 0 80,-4 0-24,0 0-24,0-1-24,0 0 56,0 2-144,0-3 40,0 2 48,0-2-16,0 2 48,0-2-16,0 0 24,0 2-40,0-2 32,0 0-40,0 0-64,-2 0 8,2 0 24,-2 0 56,2 0 8,-1 0-24,0 0 48,-3 0-24,-1 0-8,-1-4-64,3 4 40,-3 0-32,1-3 0,-10-1-48,9 4 40,-12-4 56,3 4-16,10 0 8,-4 0 56,-10-4-72,1 1 24,-4 3-16,-2-4-8,6 4 16,12 0 16,-23-4-48,-1 4 24,-3 0 24,-2 0-8,0 0-16,30 0 8,-25 0 16,-5 0-80,-1 0 0,-1 0 8,-4 0 0,1 0 80,-4 0-8,0 0 8,1 2-72,-1 0-24,5 0 72,36-2-72,-41 4-24,3-1 40,1 1 48,1-2 32,4 0-24,26-2 0,-15 2 32,-7 1-56,3 1 40,1 0 56,3-1-72,2 1 32,0-2-40,3 0 24,3-1 16,-1 1-40,10-2 16,6 0-8,-15 2-56,11 0-8,-3-2 24,3 0 24,1 2 24,3-2-8,0 0 80,0 2-56,1-2-48,0 0-16,0 0 48,5 0-16,10 0 8,-12 0 8,14-4-24,-4 1 16,-11 2 16,12 1 16,5-3-128,3-1 72,2 0-16,3 1-24,3 3 80,1-4-16,4 0 40,2 4-80,0-3 48,0-1-8,-36 4 0,40-4-32,1 0 40,2 1 40,2 3-32,0-4 32,0 4 32,2-4-88,0 1 104,-1-1-48,1-1 8,-10 0-56,-26 4 56,36-3-72,-1 1 40,-1-3-56,-1 3 80,-3-3-56,-37 5 8,28-2-16,4-2-16,-2-1 24,-4 1 24,1-1-24,-3 3 80,-3-1-40,0 0 24,-4 1-40,-2-1-32,-4 4 16,-14 0 0,15 0-24,-12-4 112,14 4-48,-16 0-56,3 0 48,-2 0-32,7 0-64,-11 0 0,3 0 88,-3 0-32,0 0 24,0 0-16,0 0 120,0 2-128,0 0 56,-1 0-56,-5 1-48,0 1 88,6-4-32,-14 4-56,8-1 16,-12 1 48,3 0-24,-1-2 32,7-1-16,-3 1 48,-13 2-80,-1 0 40,-5-1-48,-1 1-16,4 0 56,21-2-16,-31 3-24,-3 1-16,-1-3 64,-4 3 8,-4-1-48,39-4 32,-27 4 8,-12 2-88,2-1 0,2-3 72,0 1-40,20-2 48,10 0 16,-24 1-24,1 1 24,0-2-56,3 0 0,0 0 40,35-2-8,-34 3-40,4 1 48,1-2-32,3 0-24,1-1 32,16 0 24,-6 0 0,-6-1-24,2 2 40,2 0-24,3 0 24,4-1-16,7 0 40,-3-1-56,-10 0 16,12 0-16,-10 0 8,11 0 16,-1 0-8,-1 0-32,1 0 8,-1 0 48,4 0-40,1 0 80,1 0-72,0 0 48,0 0-24,0-4-32,5 4 16,-5 0 16,6 0-64,10-4 136,-10 1-96,8-1 0,-8-2-8,0 5 16,6-1-120,5 2 48,1-4 120,1 0-56,1 1-16,-7 0 24,-6 2 80,17-3-128,4 1 48,-1-1 64,4 0-32,2 1 0,1 3 16,0-4-88,1 0 72,2 1 8,0 3-16,-19-2-24,4 0 112,19-2-104,-1 1 0,3-1 32,-1 0-16,-2 1-24,1-1 32,-1 0-24,-5-1-40,0 1 56,-4 0 8,-25 4-32,18-3-24,5-1-24,-3 0 40,0 1 8,-2 3 32,-12-3-32,-4 2 80,16 1-56,-4 0 48,-2 0-72,-1 0 40,-2 0-40,-13 0 0,3 0-32,15 0-32,-14 2 88,-1 0-24,10-1-16,-15 0 16,0 0 88,6 3-136,-1 0 64,1 1 16,-3 1 8,0-2-40,-2-3 40,-1 5 0,0-3-24,0 3-32,-2-1 16,0 1-16,2-5 16,-5 3-24,-1 4-32,-1-3 80,-8 3-32,8-1 8,-15-1 32,5-1-40,-5 1 64,2 1-40,-2-2 48,-2 1-64,22-6-32,-20 5-64,-6 1 56,3-1-32,-3-1 72,-1 0-8,-3-2 0,-1 0-72,-2-1 56,-3 1 16,-1 0 0,14-2 8,12 0 64,-28 0-64,1 0 8,-1 0-96,-1 0 56,1 0 32,40 0-48,-44 0-56,1 0 32,0-4-8,2 4 48,0 0 16,23 0 16,-3 0 64,-18 0-80,1-3 32,0 3 24,6 0-56,0 0 40,4 0-64,1 0 16,1 0 56,1 0-8,4 0 48,18-1-72,-14-2 8,-1-1-88,1 4 40,1-3-32,3 3 80,6-4 0,-10 4 24,12-4 16,-1 1-24,0 3 8,1-4-32,6 4 0,-2 0-24,-1-4-48,1 1 32,2-1 48,0 0-8,0 3 0,0-1 40,4-2-64,1 0 40,10 1-8,-10-3-16,12 0 64,-2 1-72,-1-1 8,3 3 40,3-3-32,4 1-16,-21 4 16,18-4-32,6 0-72,5 1 88,-3 0 16,6 1-32,-17 0 32,1 0 0,18-2-16,1-1 112,3 2-40,3 1 8,-5 3-64,-36 0 56,39-4-104,3 4 40,-1-4 40,2 4-16,0 0 16,-35-1-32,24-1 88,9 2-96,2 0 88,-2-4-80,0 4-24,-16 0 24,-14 0 64,29-4-80,-7 1 24,-1 3-8,-3-4 0,-3 0 8,-28 4-8,24 0 0,-1-3 16,-1-1 16,-4 0-24,1 1-16,-13 1 8,3 0 8,-5 2 0,15-6 16,-16 6 16,11-3-16,-12 3-24,-3 0 32,4 0-24,2-4 24,-1 4 48,-1-4-88,0 4-24,-4 0 32,0 0-32,0 0-72,0 0 96,0 0 24,0 2 32,0 0 8,-2 0-40,-4 0 32,1 0-80,-3-1-24,-10 3 64,3 2-56,0-3-48,-3 1 96,0 0-16,-4-1-24,12-1 40,-6 2 24,-14 0-88,-3-3 0,-2 3 48,-3 0-8,8-2 24,19-1 24,-29 3-8,-4 0-8,0-2 8,-2 1-16,0-1-8,2 0-40,-1 0-40,3 0 80,-2-1-88,2 1 56,-1-2 48,1 0-104,2 0 128,1 0-112,0 0 64,5 2 16,30-2 8,-33 0-48,4 0 104,2 0-88,3 0 40,1 0-24,19 0 8,-10 0 0,-6 0 0,4 0 0,-2 0 24,3 0-24,8 0 0,6 0 48,-12 0-32,10 0-32,-12 0 32,14 0-24,-10 0 16,11 0 16,-1 0-64,3 0 24,-2 0 40,3 0-40,1 0 40,0 0-8,0-4 32,3 4-48,1-3 24,0 3-24,-3 0-8,16 0-96,-11-4 176,12 0-88,-13 4 24,19-3 0,-19 3-8,11 0-40,4 0-16,2 0-8,2-4 64,0 4-8,1-4 40,1 1 0,4 3-16,-3-4-40,4 4 72,3-4-32,-1-1 0,2 1-32,0 1 80,1-1-16,-1 4-24,-21-2-24,9 0 88,16-2-136,-3 1 88,1-1 16,2 0-40,-11 4-16,-18 0 72,31 0-88,-3-3 16,5-1-8,-3 4-24,1-4 32,-35 4 0,30 0-32,3 0 0,-1 0 16,1 0 32,-1 0 40,-1 0 24,0 0-24,0 0 24,-2 2-56,0-2-16,-4 0-8,-29 0-8,27 2-16,1-2 96,-3 2-72,-1-2 0,-2 2-8,-19-2 8,8 0-72,6 0 56,-3 0 32,-1 0 0,-10 2 8,6-2-24,-5 0 56,-2 1-40,1-1-32,1 0-8,-3 0-8,1 0 24,-4 0 8,0 0 48,0 0-80,0 0 0,0 0 24,0 0 0,0 0 64,-4 2-40,-1 0 32,-3-2-96,-10 2 48,7-1 0,7 0 32,-12 4-80,-4-1 56,-3-2-48,-2 2-8,-3-1 0,23-2 48,-19 0-8,-9 3-48,0-2 40,-4 3 56,-2-1-40,-1-1 8,-3 3-16,1-4-16,-2 1 0,-2 1 32,3 0-8,40-4-24,-45 3-32,-1-1-8,-1 0 40,2 0 8,0 2 16,32-4 0,-14 2-32,-12-1-24,-2 1 16,2 0-16,1 2 24,1-2 24,1 3 0,2-3 56,2 0-64,4 0-48,2 1 48,25-2 16,-20 2-48,-3-1-8,1 1 88,2 1-40,2-2 0,3 0 72,1 0-32,1 1 32,3 1-48,6-2 32,-7 0-48,14-2 32,-5 3-40,-1 1 40,1 0-24,1-1 32,1 1-40,4-3 0,-2 2 0,2-1-16,0-1-24,4 1 56,0 0 32,1 0-16,12-2-24,-12 2 16,16 0-80,-5-1 48,4 1 16,-18-2-8,18 2-32,4 0 24,2 0 24,4 0-8,-1-1-32,-15 0 24,3 0 0,18 1-8,2-2 48,2 2 24,-1-2-16,-5 2-48,-25-2 48,32 2-40,2-2 0,2 0 56,1 0 8,1 0-64,-36 0-8,26 2 56,10-2-88,0 0 0,-1 0 64,0 0-16,-21 0-16,-8 0 56,21 0-40,-2 0 64,-2 0-96,-6 0 16,-8 0 0,-12 0 32,15 0-88,-3-4 104,-1 4-24,-3 0-40,-10 0 40,2 0-24,5 0-16,-9 0-64,12 0 72,-11 0 8,-1 0-16,0 0 16,-2 0 88,3 0-56,-1 0 0,1 0 0,-4 0-40,0 2 8,1-2 0,2 2-80,-3 1-8,0-1 72,0 0 8,0 0 48,-2 0 32,0-1-88,-3 1 104,-1 0-104,-9 2 32,10-3-16,5 0 64,-19 2-144,1-1 72,2 2-8,-5-2-64,1 1 40,13-2 40,-10 0-40,-9 1-24,-1 2 48,-4-3 24,-1 1 0,9 0-8,11-2 40,-23 2 0,-3 2-48,-1-2 0,-1-1-16,-3 1-16,42-2 40,-40 2-48,-3 0-56,0 0 64,2 0-8,-3-1 16,3 3 64,2-2-96,1 0 112,2-2-56,1 2-24,2-1 48,3 1-64,2 2 88,-1-2-24,6-2 24,1 0-80,1 2-16,3-1-8,-1-1 8,3 0 88,1 0 0,-1 0 88,12 0-40,-14 0-72,14 0-8,-1 0 0,-1 0 0,7 0-32,-6 0 48,1 0-64,3 0 16,2 0 80,0 0 0,0 0-48,0 0 80,0 0-120,6-3 24,-1 3-8,10 0 8,-13-3 16,-1 2 80,18 1-88,-4-4 80,1 4-80,3-3-16,-1 3 40,-15-1-16,16-2-64,5 3-8,2-4 88,3 1-72,0 3 16,-11-2 40,-4 0 32,19 2-56,0-4 88,4 1-24,-1 3-8,-2-4-32,-31 4 16,38 0 16,-3-4-56,5 1 16,-1 3 64,2-4-48,-35 4-8,26 0 56,9-4-32,0 4-40,-1-3 24,1-1 8,-16 1-16,-14 2 32,25-2-48,-2-1 0,-6-2 40,-5 3-16,-3-1-16,-21 4 8,17 0-8,-3 0-48,-10-4 72,10 4 0,-12-3 48,0 3-16,-1 0-64,1-4 72,-4 4-72,0 0 32,0 0-16,0 0 24,0 0-48,-2 2 104,-3 0-160,-3-2 48,-6 2-32,10-2 64,-7 1-144,-6 1 120,-3 0-16,-2 2 48,-2-2 0,9 1-8,4-1 80,-16 4-72,-3-3-40,-1 1 16,-4 0-40,2-1 56,31-3-16,-35 4 40,1 0-56,-3-3 16,0 5 8,1-2 24,25-2-16,-13 1 24,-12 3-56,-1-4 40,2 3-48,0 1-8,13-3 48,14-1 32,-25 4-48,0-1 32,2-1 16,-1-1-32,1-1 32,29-1-32,-21 0-8,-4 1 24,-1 0-8,4 0-40,1 1 48,11-1-16,2 0 8,-12 0-8,2 2 120,2-3-136,-1-1 32,7 2-16,12-2 32,-15 0-136,1 2 72,8-2 32,-10 0-32,13 0 24,3 0 8,-13 0-32,9 2-192,1-2-56,-2 2-208,-1-2-192,4 1 680,3 0-840,-5 0-353,4-1-351,2 0-465,-1 0-415,1 0-265,0 0 2689,0 0-2560,3 0 647,3 0 689,10 0 640,-10 0 352,2 1 232,2 0-4025,-10-1 4025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9.52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1229 0 8041,'0'0'608,"0"0"153,0 0 151,-2 0 72,2 0-216,0 0-136,0 0-24,0 0-32,0 0 41,0 0 15,0 0-24,0 0-40,0 0-80,-1 0-120,1 0-368,0 0 272,0 0-120,0 0-56,0 0-8,-2 0-24,0 0-64,2 0 80,-2 0-8,0 0-8,2 0-48,-2 0 24,2 0-32,0 0-8,-1 0-16,-1 0 24,-2 0-48,2 0 40,-2 0-56,3 0 56,-1 0-120,-2 0-104,2 0-160,0 0-224,-1 0-224,1 0 832,2 0-1032,-4 0-241,1 0-55,1 0-56,0 0 232,0 2 327,2-2 825,-2 0-520,2 0 288,-2 0 104,2 0-1768,0 0-2113,0 0 4009</inkml:trace>
  <inkml:trace contextRef="#ctx0" brushRef="#br0" timeOffset="830">917 59 8881,'0'0'881,"0"2"103,0 0-56,0 0-296,0 0-184,0-1-48,0 1-16,0-2 56,0 0-15,0 2 7,0 0-72,0 0-56,0 0-80,0-1-104,-2 1-8,2 0-80,-2-2 40,0 0-8,0 2-64,0-2 16,1 2-16,-3-2-48,0 2 72,-1-2-72,3 0-64,-1 0 112,0 0-208,0 1-192,-3-1-192,1 0-233,-1 0-159,1 0 984,5 0-1080,-6 0-48,1 0 112,-1 0 239,-1 0 281,1 0 248,5 0 248,-3 0-96,-2 0-16,1 2-8,-1-2-3841,6 0 3961</inkml:trace>
  <inkml:trace contextRef="#ctx0" brushRef="#br0" timeOffset="831">470 111 6849,'0'0'2713,"0"0"-2713,0 2 1200,0-1 16,0 1-368,0 0-264,0-2-184,0 2-31,0-2 7,0 0-8,0 2-72,0 0-48,0-1-112,0 1-64,0-2-48,0 2 8,0 0 56,0-2-56,-1 1-32,0 0 64,-1-1-40,0 2-64,-1-1 0,1 1-80,0 0 120,2-2-248,-4 0-208,2 2-280,-1-2-305,-1 0-215,2 2-104,2-2 1360,-2 0-1160,1 0 311,-3 0 361,2 0 280,0 2 88,1-2 120,0 0-3969,1 0 3969</inkml:trace>
  <inkml:trace contextRef="#ctx0" brushRef="#br0" timeOffset="832">131 89 8017,'0'1'1160,"-1"-1"-87,-2 2-1073,2-2 1160,-3 2-272,2-2-200,1 0-152,-3 0 33,2 0 47,-2 0 32,-1 0-8,-1 0-24,3 0-48,-3 0-136,3 1-432,1 0 384,-4-1-136,1 0-48,-1 0-64,1 2-64,-1-1-72,6 0 89,-7 0-89,1 1 40,1 0-16,-1 0-104,2 0-57,3-2 137,-1 2-248,-4 0-208,3-1-192,-1 1-352,0 0-432,3 1 1432,0-2-1729,0 1-199,-1-1 368,0 1 479,2 0 505,0 0-3193,0-2 3769,0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53.67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30 0 8985,'0'0'1209,"0"0"15,4 0-424,-1 2-368,-1-2-432,0 0 240,-2 0-136,4 0-32,-1 0 96,-3 0 112,4 0 96,-4 0 25,4 0-9,-4 0-80,0 0-88,0 0-16,0 0-208,3 0 112,-3 0-64,0 0 32,0 0-56,0 0-8,0 2 24,0 0-8,0 0 0,-2 0-120,1-1-120,-1 3 208,2-4-344,-4 6-232,0-5-177,-1 3-159,1 0-192,-1-1-56,3-1 1160,-2 2-1096,0 0 119,-1-1 321,-1 1 248,1 2 208,1-3 200,2-1-3841,2-2 3841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54.60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929 0 10122,'0'0'1456,"0"2"-248,3 2-520,1-1-360,-4-1-208,4 0-40,-4 0-48,0-2 113,0 0 39,3 0 72,-3 0 24,0 0-136,0 2 32,0-2-72,4 0-24,-4 0-24,0 2-56,0-1-48,0 1 16,0 0-24,0 0-104,0 0-160,0 0-280,0 0-161,0 1-223,0 1-80,0-1 1064,0-2-1056,-2 2-17,0-1 305,1 4 192,-5-1 240,0 1 160,5-5 176,-3 5-3929,4-6 3929</inkml:trace>
  <inkml:trace contextRef="#ctx0" brushRef="#br0" timeOffset="1">645 405 11386,'0'0'1672,"0"1"-1672,0 1 952,4 4-495,0 0-265,-1-1-144,-3-1-24,4-3-24,-4 0 8,0 0-48,4 3 96,0 0-16,-1-1 24,-3-1 24,1-1-88,2 0 40,-3 3 0,0-2-24,0 1 8,4 1-8,-4-2 8,0 1 16,0 1-24,0-2-32,0 0-8,0 0-64,0-2 88,0 3-184,0-1-152,0 0-233,0 0-135,-2 0-128,1-2 832,0 2-904,-3 1 16,1 1 8,-3 0 23,0-1 209,2 0 648,3-2-440,-5 4 152,1 1 192,-1-1-3721,6-5 3817</inkml:trace>
  <inkml:trace contextRef="#ctx0" brushRef="#br0" timeOffset="2">379 828 9289,'0'2'1209,"0"-2"-153,0 1-448,0 1-304,0 0-200,0-2-104,0 0 104,0 0 16,0 2 96,0-2 96,0 0 56,0 0 25,0 0-89,0 0 56,0 0-216,0 0-40,-2 0-16,2 0-88,-2 0-56,0 0 80,0 2 24,1-2 0,-1 2 0,1-2-48,0 0 88,-1 1-32,0-1 64,0 2-104,1 0-32,1 0 16,0-2-160,0 4-224,-2-3-72,2 5-281,0-4-119,-2 0-120,2-2 976,0 1-1088,-2 1 48,0 2 71,0 0 265,2 1 256,0-1 448,0-2-216,0 3-192,-1 3-3545,1-8 3953</inkml:trace>
  <inkml:trace contextRef="#ctx0" brushRef="#br0" timeOffset="3">4 1183 9930,'0'3'1264,"0"3"-376,0-1-488,0 1-312,-2-1-56,2 1-136,0-1-16,-2-1 40,2-2-64,0 2 80,0-3-8,0 3-160,0-2-184,1-1 416,2 2-640,0-2-256,1 3-41,2 0 193,8-2 224,-10-1-3593,-4-1 4113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6:5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2705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2383">2161 85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6:5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1288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87">2137 76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1207">1 1404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2258 253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639">0 295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1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2378 1380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521">0 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2142 2583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302">0 5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392 256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315 314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8 363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752">2084 113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1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0 359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639">2122 151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0 272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623">2488 96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3 161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606">2467 107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615">2573 87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3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0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4.939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2183 129 9105,'0'2'1249,"0"0"7,4-1-168,1 3-432,-1 0-296,-4-4-360,5 4 224,-1-3-160,0 1 41,-4 0 23,0-2 112,0 0-240,0 0 304,3 0 0,-3 0 40,0 0-56,0-4 8,0 1-296,0 3 304,0-4-72,0 4 24,0-4-40,0 1-72,0-1-24,0 3-120,-1-4 112,-1 0-32,-4-1 16,2 1 32,-1-1-16,2-2-112,0 2 136,-2 6 16,-1-6-24,-1 1-16,-8 1 32,10-2-144,5 6 72,-15-5 48,10-1-88,-12 1 57,10 1 15,-12-1-16,17 3-88,-3-2 136,-13-1-104,3-1 48,8 2 16,-14-1 32,9 2-128,8 2 152,-11-2-24,-3 3-16,1-4 24,-3 4 0,1 0-32,17-1-104,-14-2 128,0 3-72,-5 0 48,3 0 8,0 0-8,7 0-104,1 0 128,-8 0-16,-2 0 72,-2 0-56,0 2 40,2 1-168,17-2 160,-20 1-48,-1 3 88,2 1-32,0 8-8,-1-8 0,17-2-160,-11 7 160,-5-4-32,-2 9 56,0-1 0,2-7-8,6 6-176,8-6 241,-16 8-25,2-8-152,-2 14 128,2-8-56,-2 5-24,23-19-112,-22 20 240,-1-2-168,-2 3 56,2-3-16,1 4 16,11-12-128,-2 2 136,-10 10-32,0 8-40,-2-8-8,0 2 24,7-5-80,15-15 64,-22 17 40,2 6-48,0-1 16,0 2 32,0-1-24,19-21-80,-14 14 112,-6 11-96,1-1 40,0 3-16,-4 0-16,13-13-24,4-7 72,-12 24-80,-5-4 64,2 5-8,0 5 24,1-4-72,25-38 24,-26 43-16,0-1-24,2-1-32,0-2 80,2 1 16,14-27-48,-6 10 72,-4 13-40,-1 4 88,1-1-88,0-3 8,7-8-40,7-20 88,-13 26-128,3 0 136,-1 2-80,0-2 56,8 2 8,6-31-80,-15 17 8,11 8 40,-12-1-32,12-1 24,-12 1-48,15-16 8,-1-1 64,-14 17-40,12-3-24,-3 1 24,-6-1-32,9-3 8,4-22 32,-6 26 40,-8-2-48,11-3 40,-1 0-80,-2 0 16,5-16 0,-2 8 32,-2 9-160,3-2 88,1-1 0,-2-1-24,3-8 64,0-6 48,1 13-88,0-5-72,0 1 48,0-9-56,4 10 8,-4-15 112,6 4-136,-3 9-136,1-8-24,2-1 8,-1 3-64,-2-6 352,0 1-352,2 5-80,1-3-112,8 1-40,-14-3-73,5-1 657,-4-2-736,4 2-64,10 0-88,-11-2-80,1 2-89,1-2-159,-3 0 1216,8 0-1344,-7 0-128,0 0-113,1 0-39,1 0 168,-3 0 1456,-1 0-1057,2 0 401,2 0 368,-3 0 168,1 0-3857,-4 0 3977</inkml:trace>
  <inkml:trace contextRef="#ctx0" brushRef="#br0" timeOffset="582">539 1988 7649,'0'0'1432,"0"2"-391,0 0 71,0 0-288,4 1-272,-4-2-552,0 0 408,3 1-88,-3 2-16,4-3 113,-4 1 103,0 0-520,0-2 608,0 2 88,0 0-40,0 0-24,0-1-56,0 1-56,0 0-520,0 2 497,0 1-129,0 1-32,-2-1-8,0-1-32,0 0-296,1-2 360,-5 3-32,1 10-40,-1-10 16,-1 10-16,-8-9 32,14-6-320,-3 14 336,-11-8-72,9 12 32,-8-3-16,8 0 1,-2-9-281,-2 2 312,4 7-104,-12 2-8,12-3-32,-10-6 16,11 8-184,4-12 264,-15 1-8,10 12-8,-10-10-16,10 10 0,-10-12-8,14-1-224,-2 7 192,-11-7-56,10 1-96,-10 1 72,11-1-16,-5-1-96,4-2 112,1 0 40,-3-1-80,-8 1 0,9-2-40,1 0 0,5 0-32,-15 0 8,12 0-40,-5-3 72,1-3-48,-1 1 24,6 2-16,-1 0 32,-4-13-72,1 10 16,-1-11 8,1 3-16,2 10 32,3 2 56,-5-16-16,3-1-56,-1 3 56,0-3-24,0 1 0,4 15-16,-1-12 48,-1-4-96,0-3 24,0 2 48,0-4 40,1 12-64,0 2 112,0-12-64,-1 2-64,-2 0-32,2 1-24,1 2 72,0 16-120,-2-16-64,-1-1-136,-1 3-128,-1 0-176,2 1-144,3 12 768,-3-2-928,-2-14-265,1 12-183,-3-12-328,-6 12-369,10-8-263,-3 10-201,-1-2 321,1-8 615,0 10 617,-8 0 568,14 4 416,-2-5-4057,3 5 4057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6.300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262 0 12594,'0'8'3345,"0"8"-849,0-5-2496,0-7 1281,0 16-593,3 2-440,-3 0-120,0 0 8,0-1 56,0-18-192,0 16 296,0 5 48,0-1 128,0 3 56,0-2 64,0-9-592,0-2 601,-2 12-97,1 3-56,1 1-104,0 1 0,0-3-344,0-25 264,0 31-24,0-3-80,0 3-16,0 0 8,0 0 24,0-22-176,0 13 144,0 9-80,0-2 96,3 4-104,-3-2 64,0-8-120,0-15 144,0 23-120,0-3-8,0-3 48,0-1-48,0 2 16,0-26-32,4 20 40,-4 2-88,0-4 80,0-2-40,0-1-8,0-9 16,0 0 48,0 0-112,0 6 48,4-8-48,-4-1-112,3 0 176,-3-4-200,0 6-136,0-1 24,4-3-80,-4 1-48,0-2-32,0-2 472,0 0-568,0 2-88,4-2-17,-4 0-79,0 0-80,0 0 832,0 0-856,0-4-184,3 0-161,-3 1-143,0-1-104,0 0-144,4-1-57,-4-1 9,0 1 111,4-1 313,-4-8 384,0 14 352,3-6 232,-3-10 168,0 16-8,4-6-8,-1 2 96,-2 3-3865,-1 1 3865</inkml:trace>
  <inkml:trace contextRef="#ctx0" brushRef="#br0" timeOffset="488">497 909 8713,'0'2'1841,"0"1"135,0 5-415,0-1-585,0 8-368,0-13-608,0-1 440,-2 7-72,0 6 8,0-8 120,-1 9 80,-1-10 96,3-2-672,-2 9 753,0-7-41,-3 10-24,1-9-16,-1 8-48,4-11-624,1 0 576,-5 11-48,2-8-23,-1 9-113,-1-10-16,-1 2-376,7-6 336,-7 13-64,-1-10-24,1 2 16,0 8-64,1-10 8,4-2-208,-3 1 224,-10 3-152,11-1-8,-10 1-16,8-2-56,-4-3 8,5-1 56,0 2 24,-14 0-40,12-2 0,-9 0-40,8 0-24,8 0 24,-16-4-56,8-1-16,-12-10 112,15 12-16,-14-12 0,16 13-24,-1 0 32,-15-14-56,12 10 56,-11-12-32,10 12 8,-9-13-8,14 16-32,-4-2-72,-10-19 24,12 7-56,-12 2-40,12 1-112,1 10 288,-7-7-344,5-6-208,-8-1-80,10 0-56,-3 1-169,2 5 857,2 6-904,-4-13-232,1-3-288,1 2-369,1 2-583,2-3-337,2 21 2713,-2-18-2560,2-2 583,0 1 833,4 1 648,11 3-3521,-15 15 4017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24.182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0 87 5385,'0'-3'2328,"1"2"-2328,2-2 1064,3-1 33,-1 4-257,1 0-216,-1 0-208,1 0-416,3 0 336,-5 0-72,-1 0 88,3 0 80,-1 0 40,0-3-472,-4 3 569,4-4-49,10 4 64,-11-4-32,1 4-32,10-4-24,-14 4-496,2 0 408,2-3-40,10-1 0,-11 4-24,10-4-32,-12 2-312,0 1 393,13-3-73,-12 4-24,12-4 0,-9 4-64,9-3-232,-14 3 272,5-4-16,12 4-16,-12 0 0,12-4-56,-13 4-16,16-3 32,-16-1-80,12 4 80,-12 0 0,15-4-32,-8 2-168,-7 1 216,12-5-48,-3 6 120,1-4-120,0 4 9,-1 0-1,-13 0-176,13-3 48,1 3 40,0 0 56,1 0-32,-1 0-8,-8 0-104,2 0 176,10 0-104,-3 0 72,1 0 0,-1 2-40,-2-1-104,-11-1 112,13 4-48,1-2-176,1 4 176,-1-1 8,1 1 0,-14-5-72,9 3 272,3 2-248,1-1 24,1 1 0,-1-1-16,-7-2-32,-4 0 64,13 4 0,-4 10 160,1-12-216,3 1 32,-3-1-40,-16-5 32,18 4-232,-3 10 272,2-8-48,-3 1-8,3 1 0,-12-6-16,5 3-16,4 2-8,1 12 40,0-14 48,-10 10-40,12-11-24,-12-2 16,10 12-8,0-8 56,0 10-64,-1-8-8,1 10 24,-13-15-16,11 1-48,3 15 0,1-12 56,-1 13 16,1-12-40,-9 3 16,-1-2 72,7-2-40,1 14-144,0-7 120,-1-6-16,2 9 8,-15-16-8,16 5 136,-1 19-72,-1-19-48,1 12 8,-1-3-32,-10-13 16,7 1-48,2 16-16,3-12 88,-2 12-40,1-12 8,-6 7 8,-5-8 56,0 9-104,16 0 24,-16-1 96,13 1-24,-3-8-40,-14-6-8,4 19 72,15-4-152,-15 1 104,10 1 32,-9-1-40,1-10-16,2 2 80,-3 10-88,8-3 48,-10 1-48,13-1-8,-14-2 16,-3-11 24,15 13-72,-11 3 152,10-3-72,-10 1-32,2 1 16,-2-15-16,10 9-56,-10 4-32,1 1 56,1 0 32,8-1-16,-11-7 16,-2-3 88,14 14-56,-15 0 8,5-1-8,1-3-32,10-1 8,-15-15-8,2 7-8,3 13-72,-1-12 80,10 14 32,-11-15-40,-2 1 8,1 4 64,3 3-120,-1 0 24,1 1 32,8-8 16,-14 9-16,0-12 56,6 0-48,-1 16-24,1-7 24,-2-6-8,-1 10-8,-2-15 8,4 1 8,-2 15-88,3-5 64,-2 1 8,-4 0 24,2-11-16,-1-1 96,5 17-72,-1-5 64,-1 0-64,0 0-64,-1 0 40,-3-14-16,4 16-48,0-1 80,-1-1-24,1 0 0,0 1 16,-3-11-8,1 5-40,2 7 8,-4-1-8,4-1 48,-1-1-16,0-3 8,-2-7 56,-1 11-16,4 1-104,-1-1 56,1 2 32,0-1 0,-4-15-24,0 13 24,0 1-48,4-1 72,-4-6-16,3 12 64,-3-13-96,0 1 120,0-1-168,0 11 72,0-10-16,0 12 8,0-14-16,0-5 48,0 18-64,0-14 32,0 10-40,0-10 16,0 10 32,0-14-24,0 4-40,0 2-16,0 0 24,0 8-8,0-11 48,2 0-8,0-1 64,-2 5-40,0-1-88,0-2 0,0 1-56,0-1 120,0-5-128,0 6-8,4-1-160,-4-1 56,0 0-72,0 0-32,0-3 344,0 1-392,0 2-208,0 0-81,3-3-55,-3 1-80,3 0 816,-2-2-952,-1 2-200,0-2-361,4 0-223,-4 0-80,0 0-41,0 0 1857,0 0-1704,3-4 144,1 1 439,-4-1 377,5 0-3513,-5 4 4257</inkml:trace>
  <inkml:trace contextRef="#ctx0" brushRef="#br0" timeOffset="456">2207 1398 8657,'0'2'793,"4"0"-89,-4 0-160,3 1-120,0 2-424,-2-4 408,-1 5-72,0-1 16,0 2 40,0 1 0,0-3 16,0-4-408,0 13 504,0-8-15,0 1 47,-2 9 40,0-10-88,1 3-488,1-2 528,-2 1-88,0 10-24,0-1-48,0-1-40,1 0-328,0-15 328,-2 17-56,-3 1 9,1-1 7,-1 2 24,1 0 0,3-13-312,-2 7 336,-1 8-88,-1 0-16,1 0 64,-1 0-40,-4-8-256,5-8 328,2 16-32,-3 0-160,-9 0 48,12 0 0,-3 1-24,6-22-160,-14 20 208,10-1-112,-2 2-8,-1-4 24,0 3 24,3-14-136,0 2 184,-3 8-79,0-1 31,1-1-24,-1 0 8,2-9-120,4-5 160,-4 15-56,-1-10-48,1 0-24,-1-1 8,-1-1 0,6-4-40,-4 2 104,0 1-80,1-1-8,0 0 32,-1-2-48,1 0 0,2 0 64,-3 0-16,-3-6-72,3 1 24,-10-1 40,10-8-40,5 14 24,-6-4 0,-10-2-56,12-10 16,-2 10-24,-8-12 64,12 16-24,-2-2 56,-12-16-88,10 15 16,-10-17-16,10 7 56,-6 3-24,8 7 40,-2-11 24,-12-1-40,12-1-40,-10 1 8,10 1-24,5 13 32,-14-9-80,9-3-144,-12 10-40,12-19-184,-9 18-153,12-3 601,1 0-752,-5 4-320,-8-10-280,9 11-369,1 1-375,0-2 2096,4 4-2353,-6-5-87,1 1 407,1 1 625,1-1-3281,4 5 4689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1999 273 7441,'0'0'40,"4"-4"8,-1 4-48,-2 0 48,2 0 0,3 0 32,-3 0-48,1 0 0,2 0 0,-5 0-32,1 0 8,2-3 16,0 3 40,-4 0 64,3 0 72,0 0-200,-2 0 304,-1 0 32,4 0 32,-1 0 49,1 2-9,0-2 80,-4 0-488,3 0 480,1 0-48,-4 0 64,4 0-24,-4 0 8,2 0-480,-1 0 544,-1 0-64,4 0-15,-4 0-9,0 0 0,0 0-456,0 0 448,0 0 32,0 0-16,0 0-24,0 0-40,0 0-88,0 0-2856,0 0 5400,0 0-2616,0 0 8,0 0 25,0 0-41,0 0-4081,0 0 7946,0 0-3881,-2 0 24,0 0-56,1 0 40,-1-4-224,2 4 232,-4 0-40,0 0 16,1 0 40,-3 0-48,1 0 24,3 0-224,-2 0 240,-1 0-144,-1 0 128,-1 0-64,1 0-16,0 0-144,5 0 216,-14 0-64,12 0 32,-5 0-32,-7 0 0,10 0-64,3 0-88,-11 0 113,8 0-57,-12 0 40,10 0 40,-12 0-32,12 1-104,0 0 152,-8 1-8,-2-2 64,3 0-152,-3 0 88,3 0-144,13 0 32,-13 1-72,-5 1 160,1 0-152,0-2 80,-1 2-8,13-2-40,-8 0 0,-6 0 48,-2 0-8,0 0 32,-2 0 8,7 0-80,10 0 80,-19 0-40,-3 0-80,-1 0 40,1 0-8,-1 0 8,28 0 0,-25 0 48,-2 0-88,-1 0 16,1 0 16,-3 0 8,19 1 0,-3 0 0,-15-1 16,0 0-8,-1 2-56,1-1 16,5 1 32,21-2-16,-25 6-16,-1-3 80,2 1-64,-3 2 24,1-3 16,24-1-24,-15 2-40,-10 1 32,3 1 16,1-1-16,-1 1 48,12-3-40,6-1 72,-16 4-32,1 1 56,-1-1-80,1-1 8,0 1-16,26-6-8,-26 5-8,1 1-24,2-1 24,0 1 40,-1-1-72,16-3 40,-6 0 96,-8 4-104,3-5 0,-1 3 8,2 0-56,3-3 56,11 0 32,-12 1 16,-1-1 24,2-1-40,8 2 16,-10-2-48,12 2 0,-10-2-48,10 0 16,-3 0 8,1 0 24,3 0 0,1 0 64,-3 0 0,1-4 56,1 4-128,2 0 32,-1-3-24,2 3-32,0 0-72,-1 0 96,0 0-16,2 0 40,0-4-16,0 4 8,0 0-80,0 0 16,0-4 64,4 4 8,-2 0-16,-1 0 56,3 0-40,-4 0 24,5 0-24,1-3 32,-1 3-48,-4 0 0,15 0-48,-12 0-48,12 0 80,-10 0 64,16 0 8,-19 0-56,-1 0 96,24 0-112,-8 0 40,3 0-48,3 0 32,-2 1-8,-19-1 8,25 2-72,1-2 112,3 0-80,-1 0 40,7 0 48,-30 1-56,23 0-72,11 1 24,3 0 32,1-2-40,1 0 72,-19 0-16,-8 0 40,30 0 8,-1-4-24,-1 0-8,2 1 56,-3-1-72,-46 4 40,46-5 8,1-1-40,-4 1-16,1-1 40,-1-9 32,-28 14-64,10-1 96,18-4-112,-2-10 24,1 12-16,-3-2-16,-9 2 24,-21 3 72,30-16-64,1 14 8,-5-14 24,1 13-16,-4-1-16,-28 2-8,23-11 24,4 11-72,-3-3 0,-1-9 40,-6 15-56,-11-3 64,-2 1 72,11-4-48,-3 3 80,-12-3-80,15 3-40,-15-1 16,-4 4 56,14-4-128,-12 4 64,3 0 24,-3 0 16,3 0 0,-2-3-8,-1 3-64,1 0 0,0 0 24,-4 0 32,0 0-16,0 0 32,0 0-24,0-4 40,0 4-96,-2 0 48,2 0 0,-4 0-24,0 0 16,-1 2 32,-1-2-80,-1 2 16,0-2 40,-1 0 72,3 0-96,-14 0 96,5 0-48,-1 0-24,9 0 0,5 0-8,-23 0-16,7 0 88,-5 0-56,-2 1 40,-1 1-8,17-1-40,-14 0-64,-9 1-40,0 0 72,-6 1-24,-2-1 48,14 1 8,10-2 64,-26 3-48,-5-1 0,0 3-24,-1-1 0,-3-1-32,50-4 40,-48 6-96,-2-3 8,1 3 32,-3-1-8,1 3 88,30-6-24,-10 1-8,-20 3-64,-1-5 56,3 1-48,1 4 24,13-3 40,24-3 16,-35 6 0,4-2 64,-1-1-40,1-1 0,3 0-40,33-2 0,-24 0 0,-5 0-80,2 0 72,-2 0 8,3 0-80,15 0 80,3 0 72,-15 0-64,1 0 8,2-4-8,3 1-8,2 3 0,19 0 0,-20-4-8,2 4-32,4-4 48,-1 1-24,10-1 40,1 4-24,-7 0 48,8-4-88,-1 4 16,1-3-32,-1-1 24,2 1 32,3 2 48,-1 1-32,0-3 32,2-1-24,0 0-64,0 4 32,6-3-48,-1 3 0,12-4 56,-12 4 24,17-4-16,-14 2-8,1 1 40,11-3-40,4 0 64,2 0-72,3 1 0,-4 0 8,-21 2-8,28-3-24,5-1 72,1-1-72,3 3 56,-1-3-40,-29 5 16,24-1-64,11-4 56,5 1-40,1-1 16,-1 2 8,-16 1 24,-14 1 0,32-2 48,2-1-40,0-1 40,-1 2 56,-1-1-104,-53 5 48,51-4-8,1 4-16,-2-5-40,-1 1 48,-5 0 8,0 4 8,1-3-64,-5-1 16,-1 4 16,-3-4 32,-11 4-48,-18 0 56,24 0-48,-3 0 72,-3 0-104,-1-3 64,-4 3-8,-17-1-32,13-2-48,2 3 56,-1-4 8,-3 4 0,3 0 8,-14 0-24,0 0 0,17 0-32,-15-3 112,10 3-56,-11-4 0,1 4-24,-5 0 40,6 0-80,-1 0 32,-1-4 48,-4 4-32,0 0 24,0 0-32,0 0-24,0 0-48,0 0 24,-2 0 0,-3 0 64,-1 0-16,4 0 56,-14 0-16,-1 0-56,1 2 8,-5-2 24,-3 2-24,22-2 8,-20 2 8,-5-2-88,-3 2 24,-3-1 32,-2 1 24,20-1 0,-6 0 88,-20 1-88,-1-2 80,-2 2-104,-2 0-16,8-2 40,30 0-8,-38 1-96,0-1 104,2 2-56,1 0 24,1-2-48,32 1 80,-24 0-48,-10-1-72,3 0 40,-1 0 32,0 0-48,16 0 96,11 0 80,-25 0-32,0 0-32,1 0 48,0 0-48,4 0-16,34 0-32,-34 0 72,0 0-104,3 0 56,-1 0-8,4 0-8,17 0 24,-6 0 24,-11 0-80,0 0 104,1 0-40,0 0 32,5-4-48,-1 4-56,2 0 112,-1 0-80,3 0 72,0 0 8,18 0-48,-12 0-56,-5 0 8,12 0 8,-12 0 16,16 0-40,0 0 64,0 0 8,-2 0 16,-1 0-40,4 0 16,0 0-8,2 0 8,0 0-88,0 0 24,0 0-8,4 0 40,2 0-8,8 0-16,-12 0 56,2 0-32,14 0-88,-1-3 96,1 3 48,4 0-32,-5 0 8,-10 0 48,19 0-32,1 0-40,1 0 56,2 0-16,3 0-16,-32 0 0,33 0 16,2 0-64,1 0 88,4 1-48,-3 1-24,-18-2 32,2 0 0,21 0-64,-1 0 136,0 0-64,2 2-24,-6-2 16,-31 0 0,35 0-40,2 2 88,-2-2-8,1 0-8,-3 0 0,-31 0-32,24 0 24,6 0 32,0-4-16,-1 1 16,-3-1-32,-12 2-24,-9 0 56,23 2-64,-2-5 40,0-1-40,0 3 16,-2-1 24,-33 4-32,29-4-40,0 1 40,-1-1 0,-2 0-8,-2 1-8,-15 1 16,6 0 64,7-2-120,-4 0 104,-1 1 8,-3-3-40,-2 3-16,-9 3 80,12 0-80,-10-4 48,14 4-64,-16-4 32,3 4 16,-5 0-32,3 0 8,2-3 8,-2 3-8,-4 0 16,3 0-40,-3 0 16,0 0 24,0 0-8,0 0-8,-2 0-8,1 0 24,-5 0-24,6 0 48,-7 0-40,-8 0-48,8 0 24,-12 0-8,4 0-32,10 0 56,-6 0 32,-7 0-120,-3 0 56,-3 1 56,-1-1 8,7 0-32,10 0 32,-23 0-48,-1 0 8,-1 0-48,-3 0 64,-1 0-32,35 0 24,-33 0-24,-4 0-48,1 2 40,-3-2 56,-1 2-48,24-1 24,-6 0 72,-19 1-128,-1 0 0,-2-1 40,2 1-48,4 1 64,32-2 24,-41 1-48,-1 3-16,-1-3 24,-1 4 24,1-3 8,40-2-16,-28 2 16,-9 1-72,2-2-24,2 3 56,4-3-16,16 0 40,7 0 24,-20 1 40,2-1-24,0 0 0,2 2-16,4-1-24,29-3 0,-29 4-40,3-2-24,2 0 80,2-1-32,2 1 0,13-2 16,-5 0 16,-6 0-64,10 0 104,-10 0-40,13 2 16,-10-2-24,11 2-48,-1-2 24,-1 0-32,4 0 48,0 0-24,2 0 24,-1 0 8,1 0-48,0-4-8,0 4 40,0-3-80,2 1 88,-1 0 8,5-2-40,-1 1 8,10-1 24,-11 0 0,9 1 0,-12 3 8,5-4-16,12 0-8,-12-1 0,18 1-24,-19-1 16,3 3 24,8-2 8,3 0-48,-1-1 88,4 1-56,2 0 8,-8 1 0,-8 1 104,16-4-128,1 1 88,1-1-56,4 3-72,-1-1 104,-26 4-40,24 0-24,4-4-32,0 1 80,2-1-24,2 0 8,-19 3-8,1-1 56,20 2-80,2 0 8,-3-4 0,1 4 48,-6 0-32,-25 0 32,27 0-56,2 0 88,-4 0-56,0 0 8,-3 0 32,-22 1-48,14 2 8,4 2-48,-4 1 72,0-1 8,-3 1-24,-7-3-16,-4-1 88,9 4-48,-10-1-32,16 1 24,-18-1-32,3 3 24,-6-8-24,15 5 40,-15 1-104,5-1 96,-1 1-56,-1-1-8,-3-3 32,0 2 56,0 1-96,0-1 96,0 0-40,0 1-16,-1-2 0,1-2 56,-2 6-72,-2-1 40,-1-1-16,-3-1-24,-6 1-16,13-4 32,-4 4-40,-2 0-24,-12 1 16,14-1 40,-15 1 16,9-3-8,3-1 32,-10 2-16,-4 2-72,0-1 8,-2 1 16,0-1 32,22-5-48,-27 4 56,-3 1-48,3 1 32,-2-1 48,1 1-40,22-5 0,-13 2 16,-12 0-64,3-1 0,-1 2 72,2 0 32,8-2-56,12-1 64,-18 3 16,-3 0 8,3-1-88,1 3-8,2-3-16,22-2 24,-22 4-112,-2-1 56,3-3 88,-1 3-32,3 0-8,12-3 8,-2 0 48,-9 2-56,2-1 48,-3 0-8,3 2-56,2-3 24,14 0-32,-15 4 8,0-3 48,10 2-24,-9-3 16,10 1 0,3-1-16,-9 0-40,7 1 0,-1 0 40,-1 0-40,1-1 48,3 1-8,1-2 64,-2 2-40,1 0 32,1 0-48,0 0 8,2-1-16,0-1 16,0 0-24,0 0-24,4 0 64,-1 2-72,1-2 16,-2 1 24,1 0 56,3-1-112,10 0 160,-12 0-144,13 2-8,-13-1 48,-3 0 16,16 1-96,-12-1 224,17 1-104,-7 0-16,2-2-48,-15 0 24,12 2-112,3 2 80,-1-2 32,3-1 40,-1-1-40,-7 1 0,-2 0 24,10-1-56,-1 0 16,2 0 0,0 0-8,-1 0 24,-17 0 8,20-3 0,-2-1 16,4 4 48,-2-4-72,2 4-16,-17-1 16,10-2 0,7 0-144,3-3 128,-1 3-32,2-1 40,-11 0 8,-9 2 112,18 2-72,-2-3 16,-2-1-80,2 0 0,-2 1-32,-20 2 56,18-2-64,0-1 16,-3 1 48,-1-1 16,-1 4 32,-12-2-48,0 0 88,15 2-104,-14-3 112,1 3-104,1-4 0,-3 4 8,-3 0 16,4 0-64,-4 0 80,4 0-16,-4 0-8,0 0-40,-1 0 32,0 0-24,-1 0-24,-2 0 48,-1 0 16,-1 0-40,-3 0 24,4 0 64,-1 0-72,-9 0 32,1 0-16,-1 0-96,-2 0 48,1 2-48,-2 0 112,-3-1 24,-1 1-48,0 2 40,13-3-40,-8 0-40,-8 1-8,-1 1 112,-2-1-72,1 2 56,7-3-48,14 0 48,-20 1-80,1 1 80,-1 1-48,2 0 16,0-1 0,21-2-16,-18 0-40,-3 1 32,2 2 0,-2-3 24,4 1 16,8-2-32,2 0 32,-10 2 0,-1-2-32,3 2 8,2-2 0,2 0-8,13 0-16,-14 2 40,0-2 32,1 0-80,6 0 72,-8 0-56,14 0 8,-2 0-32,-1 0 16,-10 0-8,13 0-8,-3-4 32,1 2 0,2 0 16,-1 2-40,1-3 48,0-1-16,0 0-8,2 1 8,0-1-72,0 4 104,0-4 8,0 1-48,0 1 0,0 0 48,4-2-80,-1 1 96,1-1-56,0 0 0,-1 1-8,-3 3 48,0 0-136,4-4 96,0 0 16,-1 4-32,-3-3 32,0 3-24,0 0-8,4-4-72,-4 0 40,4 1 32,-1-1 40,0 4-32,-2 0 56,3-4-8,-1 1-48,3 3-16,0-4 32,-1 0-16,-5 4 8,15 0 0,-12-3-24,12 3 16,-11-6-8,12 2-16,-14 3 24,2-1 32,14-4-128,-3 1 152,-10-1-40,21 1-80,-13 0 64,-9 4 64,12-4-112,5-10 48,-3 11 56,2-1-64,-1-1-8,-16 5 16,14-3-24,1-2-56,1-9 104,-3 12-48,-1-1 16,-12 1 8,-1 1 40,19-4-56,-16 0 56,10 3-56,-12-1 16,1 1 0,-4 2 16,6-2-32,-3 3-32,-3-4 8,4 4 16,-4 0-8,0 0 32,0 0 8,-2 0-64,0 0 16,-1 0 56,-3 0 0,2 0-16,3 0 72,-7 0-64,-6 0-8,8 0 32,-9 2-64,8 0 48,-11 0-32,10-1-56,-12 3 40,5 0-16,-1-1 32,7-1 16,-1 0 40,-8 2-24,-2 0 8,0-3-32,-1 3-16,4-1 24,14-2 8,-19 1-8,0 1 0,-2 1-8,0 0 16,0-1-16,18-1 8,-14 2 8,-3-1-64,1 1 16,1 2 32,-1-3-16,10-2 24,4 0 16,-10 3 8,-1-2-16,1 0 16,1-2-16,3 1-8,14-1 8,-17 2 0,10-2-56,-12 2 40,12-2 24,-10 0-8,15 1-8,-1 0 32,-5-1-24,3 0 40,-1 0-88,1 0 40,4 0 0,0 0-24,-1 0-40,0 0 104,2 0-64,0-4 48,3 2-24,-2 1-48,3 1-32,-1-4 56,3 0 24,9 0-32,-12 3 32,-1-1 96,17-2-96,-14 0 0,17-1 40,-7 1 0,3-1 0,-1-1-24,3 1-40,-2 1-40,4 0 56,-1-1-16,-15 4 24,10-2 40,6-1-80,-2-1 32,2 1 0,2-1-16,-8 1 24,-8 2 72,14-3-72,0 1 88,-4 0-96,-1 1 0,0-1 40,-16 4-32,12 0-80,2-4 80,-9 1-8,10 3-40,-10-4 40,-4 4 8,1 0 48,12-4-80,-15 4 56,3 0-16,1 0-32,-1 0 24,-2 0 48,3 0-72,-1 0 56,1 0 16,-4 0-80,4 0 96,-4 0-64,0 0-16,0 2-64,3-2 120,-3 2-88,0 0 40,0-1 8,0 0 88,0-1-64,0 0 48,0 2-64,-2-1-40,1 1 32,1-2-32,-6 4 0,1 1 32,-1-1 0,-1 0 56,-10-1-40,14-1-16,-1 0 8,-15 4-48,12-3 72,-11 3-48,3-3 48,0 3 16,-1 0-128,-1-1 88,1 1-16,-3-1 16,1 1 16,15-6-24,-11 5 24,-6 1-56,2-1 0,3 1 40,-2-1-48,13-2 40,1 0 40,-17 11 48,12-12-96,-10 4 40,12-1-32,-10 3-40,10-3 96,-8-1-24,8-1 8,1 1-8,-1 0-32,4-3 0,-1 2-8,-3 0-40,2-1 72,3 0 0,-1 0 0,0-1-24,2 0 56,0 0-96,0-1 136,0 0-104,0 0 48,0 0 16,0 0-56,4 0-112,1 0 80,1 0-8,-1 0 16,12 0 24,-15-1 0,1-1 8,14 2-24,-12-4-8,17 4 56,-7-4-16,1 4-16,-14 0 64,13-3-40,4-1-40,-3 4-16,3-4-8,1 4 40,-16 0 0,12 0 16,6-3-40,-2-1 32,0 4 8,1-4 16,-10 2-32,-4 1 56,13-3-32,-1 0-24,-1 4-8,0-3 8,-3-1 0,-15 4 32,17-4-32,-3 4-56,1 0 72,-9-3-24,16 3 0,-20 0 8,1 0 48,16 0-96,-14 0 40,12-4 0,-14 4-32,10 0 40,-9 0 72,0 0-48,-1 0-8,3 0 8,-1 0-80,1 0 32,-5 0 24,2 0-8,0 0 8,-3 0 32,4 2-24,-4-2 16,0 1-24,0 0-8,0 0-8,0 1-8,-2 0 0,-2 2 72,-1-1-48,5-3 32,-15 6-8,10-1 16,-12 1-40,12-1 16,-16-1-8,17-3-8,-6 2-40,-7 2-48,-1-1 88,-3 3 8,-1-1-8,-2 1 40,1 1-64,-1-3 8,0 1-8,0 1 40,0 0-16,22-6 0,-22 6 16,0 0-56,0-1 40,2 1 16,2 0 8,12-4-24,-2 0 80,-9 4-80,3-1 72,1 1-72,0-1 24,11-2-24,3-3 32,-18 5-72,14-3 88,-2 3-16,-8-1 0,13-1-40,1-3 8,-3 2-24,-2-2-48,2 3 88,2-2 32,1 0 16,0-1-64,0 0 120,-1-1-112,2 0 48,0 0-128,0 0 64,4 0 8,-4 0-24,3 0-56,1 0 112,0 0-88,-1 0 56,1-4 24,-3 3-24,2-2-16,2 0 16,1 3 40,8-4-32,-10 0 32,0 1 16,1-1-72,12 0 24,-13 1-32,1-1 8,12 0 0,-17 4 16,3 0-8,12-3-24,-9 3 32,8-4 16,-10 0 0,12 4 32,-10-3-40,16-1 0,-7 4-24,-1-4 8,-1 4 8,-11 0 24,13 0-16,0-4 32,-1 4-24,1-3-24,2 3 8,-1 0-64,3 0 64,-1-4-72,0 4 56,1 0 16,-7-2 0,-6 0-24,11 2 80,1 0 64,-1 0-120,-1-3 48,0 3-48,-15 0 16,13 0-136,3-4 120,-2 0 24,1 4-48,-10 0 0,16 0 0,-17-3-40,12 3 80,-12 0 0,1 0 16,9 0 8,-15 0-56,3-4-32,1 4 72,-4 0-48,4 0 8,-4 0 16,0 0 24,0 0-72,0 0 8,-2 2 32,0 0 8,0-1 0,0 0 8,-3 0-16,-1 1 80,-9 0-72,10 0-40,-12 2 96,17-4-56,-7 7-80,-13-2 80,5-1 56,-1-2-80,-5 2-8,14-2 32,-4 1-56,-9 3-32,0-1 88,-1 1-8,1-1 48,4-2-40,10-2 40,-14 3-72,-2-1 120,1-1-64,1 2-8,2-1-32,-2 1-80,-1-2-8,1 0 96,0-2-16,0 2 32,10-1-8,1 0 80,-9 0-88,1-1 32,10 0 16,-11 0-64,11 0 24,6 0-8,-15 0-40,10 0 64,1 0 8,-1 0-24,-1 0 48,5 0-48,-2 0-32,-1 0-56,3 0 88,0 0-32,2-3 16,0 3 16,0 0 40,0-4-32,0 4 48,0-4-32,4 1 8,-1-1-40,3-2 16,9 3-48,-10-1 0,10 0 24,-10 1-8,5 1 24,3 0 48,1-3-24,3 1 8,3 0-64,2-1 8,-2 0 24,-16 4-8,20-4 24,2-1 24,-2 1-48,3-10-24,-1 15 40,-19-1-8,13-2-16,12-2-32,-5-10 72,5 11-32,-1 1 32,2-3 40,0 1-56,2-1-24,2 1-24,-2-1 32,0 1 8,-34 4 0,34-4-24,4 0-24,0 1 56,-1-2 32,1 1-48,-1-1 40,1 1-128,-2-1 152,0 1 0,-1-1 8,-1 1 48,0 1-104,0 0 0,0 1 24,-4-1 8,3 0-64,-29 4 24,23-3 72,3 3-80,2-4-16,-4 0 64,-1 4-40,0 0 56,-5-3-8,1 3-32,0 0-24,-2 0-8,-5 0 16,-15 0 16,14 0-16,-1 0 48,0 0-56,-10 0-48,12 0 96,-12 0-40,10 0-8,-11 1 64,1-1-56,1 2 0,-1-2 72,10 2-40,-15 0-56,4-2 24,-1 2-16,-3 0 8,0-2 8,4 1 48,-4 1-56,4 0 80,-4 0-24,0 0-24,0-1-24,0 0 56,0 2-144,0-3 40,0 2 48,0-2-16,0 2 48,0-2-16,0 0 24,0 2-40,0-2 32,0 0-40,0 0-64,-2 0 8,2 0 24,-2 0 56,2 0 8,-1 0-24,0 0 48,-3 0-24,-1 0-8,-1-4-64,3 4 40,-3 0-32,1-3 0,-10-1-48,9 4 40,-12-4 56,3 4-16,10 0 8,-4 0 56,-10-4-72,1 1 24,-4 3-16,-2-4-8,6 4 16,12 0 16,-23-4-48,-1 4 24,-3 0 24,-2 0-8,0 0-16,30 0 8,-25 0 16,-5 0-80,-1 0 0,-1 0 8,-4 0 0,1 0 80,-4 0-8,0 0 8,1 2-72,-1 0-24,5 0 72,36-2-72,-41 4-24,3-1 40,1 1 48,1-2 32,4 0-24,26-2 0,-15 2 32,-7 1-56,3 1 40,1 0 56,3-1-72,2 1 32,0-2-40,3 0 24,3-1 16,-1 1-40,10-2 16,6 0-8,-15 2-56,11 0-8,-3-2 24,3 0 24,1 2 24,3-2-8,0 0 80,0 2-56,1-2-48,0 0-16,0 0 48,5 0-16,10 0 8,-12 0 8,14-4-24,-4 1 16,-11 2 16,12 1 16,5-3-128,3-1 72,2 0-16,3 1-24,3 3 80,1-4-16,4 0 40,2 4-80,0-3 48,0-1-8,-36 4 0,40-4-32,1 0 40,2 1 40,2 3-32,0-4 32,0 4 32,2-4-88,0 1 104,-1-1-48,1-1 8,-10 0-56,-26 4 56,36-3-72,-1 1 40,-1-3-56,-1 3 80,-3-3-56,-37 5 8,28-2-16,4-2-16,-2-1 24,-4 1 24,1-1-24,-3 3 80,-3-1-40,0 0 24,-4 1-40,-2-1-32,-4 4 16,-14 0 0,15 0-24,-12-4 112,14 4-48,-16 0-56,3 0 48,-2 0-32,7 0-64,-11 0 0,3 0 88,-3 0-32,0 0 24,0 0-16,0 0 120,0 2-128,0 0 56,-1 0-56,-5 1-48,0 1 88,6-4-32,-14 4-56,8-1 16,-12 1 48,3 0-24,-1-2 32,7-1-16,-3 1 48,-13 2-80,-1 0 40,-5-1-48,-1 1-16,4 0 56,21-2-16,-31 3-24,-3 1-16,-1-3 64,-4 3 8,-4-1-48,39-4 32,-27 4 8,-12 2-88,2-1 0,2-3 72,0 1-40,20-2 48,10 0 16,-24 1-24,1 1 24,0-2-56,3 0 0,0 0 40,35-2-8,-34 3-40,4 1 48,1-2-32,3 0-24,1-1 32,16 0 24,-6 0 0,-6-1-24,2 2 40,2 0-24,3 0 24,4-1-16,7 0 40,-3-1-56,-10 0 16,12 0-16,-10 0 8,11 0 16,-1 0-8,-1 0-32,1 0 8,-1 0 48,4 0-40,1 0 80,1 0-72,0 0 48,0 0-24,0-4-32,5 4 16,-5 0 16,6 0-64,10-4 136,-10 1-96,8-1 0,-8-2-8,0 5 16,6-1-120,5 2 48,1-4 120,1 0-56,1 1-16,-7 0 24,-6 2 80,17-3-128,4 1 48,-1-1 64,4 0-32,2 1 0,1 3 16,0-4-88,1 0 72,2 1 8,0 3-16,-19-2-24,4 0 112,19-2-104,-1 1 0,3-1 32,-1 0-16,-2 1-24,1-1 32,-1 0-24,-5-1-40,0 1 56,-4 0 8,-25 4-32,18-3-24,5-1-24,-3 0 40,0 1 8,-2 3 32,-12-3-32,-4 2 80,16 1-56,-4 0 48,-2 0-72,-1 0 40,-2 0-40,-13 0 0,3 0-32,15 0-32,-14 2 88,-1 0-24,10-1-16,-15 0 16,0 0 88,6 3-136,-1 0 64,1 1 16,-3 1 8,0-2-40,-2-3 40,-1 5 0,0-3-24,0 3-32,-2-1 16,0 1-16,2-5 16,-5 3-24,-1 4-32,-1-3 80,-8 3-32,8-1 8,-15-1 32,5-1-40,-5 1 64,2 1-40,-2-2 48,-2 1-64,22-6-32,-20 5-64,-6 1 56,3-1-32,-3-1 72,-1 0-8,-3-2 0,-1 0-72,-2-1 56,-3 1 16,-1 0 0,14-2 8,12 0 64,-28 0-64,1 0 8,-1 0-96,-1 0 56,1 0 32,40 0-48,-44 0-56,1 0 32,0-4-8,2 4 48,0 0 16,23 0 16,-3 0 64,-18 0-80,1-3 32,0 3 24,6 0-56,0 0 40,4 0-64,1 0 16,1 0 56,1 0-8,4 0 48,18-1-72,-14-2 8,-1-1-88,1 4 40,1-3-32,3 3 80,6-4 0,-10 4 24,12-4 16,-1 1-24,0 3 8,1-4-32,6 4 0,-2 0-24,-1-4-48,1 1 32,2-1 48,0 0-8,0 3 0,0-1 40,4-2-64,1 0 40,10 1-8,-10-3-16,12 0 64,-2 1-72,-1-1 8,3 3 40,3-3-32,4 1-16,-21 4 16,18-4-32,6 0-72,5 1 88,-3 0 16,6 1-32,-17 0 32,1 0 0,18-2-16,1-1 112,3 2-40,3 1 8,-5 3-64,-36 0 56,39-4-104,3 4 40,-1-4 40,2 4-16,0 0 16,-35-1-32,24-1 88,9 2-96,2 0 88,-2-4-80,0 4-24,-16 0 24,-14 0 64,29-4-80,-7 1 24,-1 3-8,-3-4 0,-3 0 8,-28 4-8,24 0 0,-1-3 16,-1-1 16,-4 0-24,1 1-16,-13 1 8,3 0 8,-5 2 0,15-6 16,-16 6 16,11-3-16,-12 3-24,-3 0 32,4 0-24,2-4 24,-1 4 48,-1-4-88,0 4-24,-4 0 32,0 0-32,0 0-72,0 0 96,0 0 24,0 2 32,0 0 8,-2 0-40,-4 0 32,1 0-80,-3-1-24,-10 3 64,3 2-56,0-3-48,-3 1 96,0 0-16,-4-1-24,12-1 40,-6 2 24,-14 0-88,-3-3 0,-2 3 48,-3 0-8,8-2 24,19-1 24,-29 3-8,-4 0-8,0-2 8,-2 1-16,0-1-8,2 0-40,-1 0-40,3 0 80,-2-1-88,2 1 56,-1-2 48,1 0-104,2 0 128,1 0-112,0 0 64,5 2 16,30-2 8,-33 0-48,4 0 104,2 0-88,3 0 40,1 0-24,19 0 8,-10 0 0,-6 0 0,4 0 0,-2 0 24,3 0-24,8 0 0,6 0 48,-12 0-32,10 0-32,-12 0 32,14 0-24,-10 0 16,11 0 16,-1 0-64,3 0 24,-2 0 40,3 0-40,1 0 40,0 0-8,0-4 32,3 4-48,1-3 24,0 3-24,-3 0-8,16 0-96,-11-4 176,12 0-88,-13 4 24,19-3 0,-19 3-8,11 0-40,4 0-16,2 0-8,2-4 64,0 4-8,1-4 40,1 1 0,4 3-16,-3-4-40,4 4 72,3-4-32,-1-1 0,2 1-32,0 1 80,1-1-16,-1 4-24,-21-2-24,9 0 88,16-2-136,-3 1 88,1-1 16,2 0-40,-11 4-16,-18 0 72,31 0-88,-3-3 16,5-1-8,-3 4-24,1-4 32,-35 4 0,30 0-32,3 0 0,-1 0 16,1 0 32,-1 0 40,-1 0 24,0 0-24,0 0 24,-2 2-56,0-2-16,-4 0-8,-29 0-8,27 2-16,1-2 96,-3 2-72,-1-2 0,-2 2-8,-19-2 8,8 0-72,6 0 56,-3 0 32,-1 0 0,-10 2 8,6-2-24,-5 0 56,-2 1-40,1-1-32,1 0-8,-3 0-8,1 0 24,-4 0 8,0 0 48,0 0-80,0 0 0,0 0 24,0 0 0,0 0 64,-4 2-40,-1 0 32,-3-2-96,-10 2 48,7-1 0,7 0 32,-12 4-80,-4-1 56,-3-2-48,-2 2-8,-3-1 0,23-2 48,-19 0-8,-9 3-48,0-2 40,-4 3 56,-2-1-40,-1-1 8,-3 3-16,1-4-16,-2 1 0,-2 1 32,3 0-8,40-4-24,-45 3-32,-1-1-8,-1 0 40,2 0 8,0 2 16,32-4 0,-14 2-32,-12-1-24,-2 1 16,2 0-16,1 2 24,1-2 24,1 3 0,2-3 56,2 0-64,4 0-48,2 1 48,25-2 16,-20 2-48,-3-1-8,1 1 88,2 1-40,2-2 0,3 0 72,1 0-32,1 1 32,3 1-48,6-2 32,-7 0-48,14-2 32,-5 3-40,-1 1 40,1 0-24,1-1 32,1 1-40,4-3 0,-2 2 0,2-1-16,0-1-24,4 1 56,0 0 32,1 0-16,12-2-24,-12 2 16,16 0-80,-5-1 48,4 1 16,-18-2-8,18 2-32,4 0 24,2 0 24,4 0-8,-1-1-32,-15 0 24,3 0 0,18 1-8,2-2 48,2 2 24,-1-2-16,-5 2-48,-25-2 48,32 2-40,2-2 0,2 0 56,1 0 8,1 0-64,-36 0-8,26 2 56,10-2-88,0 0 0,-1 0 64,0 0-16,-21 0-16,-8 0 56,21 0-40,-2 0 64,-2 0-96,-6 0 16,-8 0 0,-12 0 32,15 0-88,-3-4 104,-1 4-24,-3 0-40,-10 0 40,2 0-24,5 0-16,-9 0-64,12 0 72,-11 0 8,-1 0-16,0 0 16,-2 0 88,3 0-56,-1 0 0,1 0 0,-4 0-40,0 2 8,1-2 0,2 2-80,-3 1-8,0-1 72,0 0 8,0 0 48,-2 0 32,0-1-88,-3 1 104,-1 0-104,-9 2 32,10-3-16,5 0 64,-19 2-144,1-1 72,2 2-8,-5-2-64,1 1 40,13-2 40,-10 0-40,-9 1-24,-1 2 48,-4-3 24,-1 1 0,9 0-8,11-2 40,-23 2 0,-3 2-48,-1-2 0,-1-1-16,-3 1-16,42-2 40,-40 2-48,-3 0-56,0 0 64,2 0-8,-3-1 16,3 3 64,2-2-96,1 0 112,2-2-56,1 2-24,2-1 48,3 1-64,2 2 88,-1-2-24,6-2 24,1 0-80,1 2-16,3-1-8,-1-1 8,3 0 88,1 0 0,-1 0 88,12 0-40,-14 0-72,14 0-8,-1 0 0,-1 0 0,7 0-32,-6 0 48,1 0-64,3 0 16,2 0 80,0 0 0,0 0-48,0 0 80,0 0-120,6-3 24,-1 3-8,10 0 8,-13-3 16,-1 2 80,18 1-88,-4-4 80,1 4-80,3-3-16,-1 3 40,-15-1-16,16-2-64,5 3-8,2-4 88,3 1-72,0 3 16,-11-2 40,-4 0 32,19 2-56,0-4 88,4 1-24,-1 3-8,-2-4-32,-31 4 16,38 0 16,-3-4-56,5 1 16,-1 3 64,2-4-48,-35 4-8,26 0 56,9-4-32,0 4-40,-1-3 24,1-1 8,-16 1-16,-14 2 32,25-2-48,-2-1 0,-6-2 40,-5 3-16,-3-1-16,-21 4 8,17 0-8,-3 0-48,-10-4 72,10 4 0,-12-3 48,0 3-16,-1 0-64,1-4 72,-4 4-72,0 0 32,0 0-16,0 0 24,0 0-48,-2 2 104,-3 0-160,-3-2 48,-6 2-32,10-2 64,-7 1-144,-6 1 120,-3 0-16,-2 2 48,-2-2 0,9 1-8,4-1 80,-16 4-72,-3-3-40,-1 1 16,-4 0-40,2-1 56,31-3-16,-35 4 40,1 0-56,-3-3 16,0 5 8,1-2 24,25-2-16,-13 1 24,-12 3-56,-1-4 40,2 3-48,0 1-8,13-3 48,14-1 32,-25 4-48,0-1 32,2-1 16,-1-1-32,1-1 32,29-1-32,-21 0-8,-4 1 24,-1 0-8,4 0-40,1 1 48,11-1-16,2 0 8,-12 0-8,2 2 120,2-3-136,-1-1 32,7 2-16,12-2 32,-15 0-136,1 2 72,8-2 32,-10 0-32,13 0 24,3 0 8,-13 0-32,9 2-192,1-2-56,-2 2-208,-1-2-192,4 1 680,3 0-840,-5 0-353,4-1-351,2 0-465,-1 0-415,1 0-265,0 0 2689,0 0-2560,3 0 647,3 0 689,10 0 640,-10 0 352,2 1 232,2 0-4025,-10-1 4025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9.52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1229 0 8041,'0'0'608,"0"0"153,0 0 151,-2 0 72,2 0-216,0 0-136,0 0-24,0 0-32,0 0 41,0 0 15,0 0-24,0 0-40,0 0-80,-1 0-120,1 0-368,0 0 272,0 0-120,0 0-56,0 0-8,-2 0-24,0 0-64,2 0 80,-2 0-8,0 0-8,2 0-48,-2 0 24,2 0-32,0 0-8,-1 0-16,-1 0 24,-2 0-48,2 0 40,-2 0-56,3 0 56,-1 0-120,-2 0-104,2 0-160,0 0-224,-1 0-224,1 0 832,2 0-1032,-4 0-241,1 0-55,1 0-56,0 0 232,0 2 327,2-2 825,-2 0-520,2 0 288,-2 0 104,2 0-1768,0 0-2113,0 0 4009</inkml:trace>
  <inkml:trace contextRef="#ctx0" brushRef="#br0" timeOffset="830">917 59 8881,'0'0'881,"0"2"103,0 0-56,0 0-296,0 0-184,0-1-48,0 1-16,0-2 56,0 0-15,0 2 7,0 0-72,0 0-56,0 0-80,0-1-104,-2 1-8,2 0-80,-2-2 40,0 0-8,0 2-64,0-2 16,1 2-16,-3-2-48,0 2 72,-1-2-72,3 0-64,-1 0 112,0 0-208,0 1-192,-3-1-192,1 0-233,-1 0-159,1 0 984,5 0-1080,-6 0-48,1 0 112,-1 0 239,-1 0 281,1 0 248,5 0 248,-3 0-96,-2 0-16,1 2-8,-1-2-3841,6 0 3961</inkml:trace>
  <inkml:trace contextRef="#ctx0" brushRef="#br0" timeOffset="831">470 111 6849,'0'0'2713,"0"0"-2713,0 2 1200,0-1 16,0 1-368,0 0-264,0-2-184,0 2-31,0-2 7,0 0-8,0 2-72,0 0-48,0-1-112,0 1-64,0-2-48,0 2 8,0 0 56,0-2-56,-1 1-32,0 0 64,-1-1-40,0 2-64,-1-1 0,1 1-80,0 0 120,2-2-248,-4 0-208,2 2-280,-1-2-305,-1 0-215,2 2-104,2-2 1360,-2 0-1160,1 0 311,-3 0 361,2 0 280,0 2 88,1-2 120,0 0-3969,1 0 3969</inkml:trace>
  <inkml:trace contextRef="#ctx0" brushRef="#br0" timeOffset="832">131 89 8017,'0'1'1160,"-1"-1"-87,-2 2-1073,2-2 1160,-3 2-272,2-2-200,1 0-152,-3 0 33,2 0 47,-2 0 32,-1 0-8,-1 0-24,3 0-48,-3 0-136,3 1-432,1 0 384,-4-1-136,1 0-48,-1 0-64,1 2-64,-1-1-72,6 0 89,-7 0-89,1 1 40,1 0-16,-1 0-104,2 0-57,3-2 137,-1 2-248,-4 0-208,3-1-192,-1 1-352,0 0-432,3 1 1432,0-2-1729,0 1-199,-1-1 368,0 1 479,2 0 505,0 0-3193,0-2 3769,0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53.67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30 0 8985,'0'0'1209,"0"0"15,4 0-424,-1 2-368,-1-2-432,0 0 240,-2 0-136,4 0-32,-1 0 96,-3 0 112,4 0 96,-4 0 25,4 0-9,-4 0-80,0 0-88,0 0-16,0 0-208,3 0 112,-3 0-64,0 0 32,0 0-56,0 0-8,0 2 24,0 0-8,0 0 0,-2 0-120,1-1-120,-1 3 208,2-4-344,-4 6-232,0-5-177,-1 3-159,1 0-192,-1-1-56,3-1 1160,-2 2-1096,0 0 119,-1-1 321,-1 1 248,1 2 208,1-3 200,2-1-3841,2-2 3841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54.60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929 0 10122,'0'0'1456,"0"2"-248,3 2-520,1-1-360,-4-1-208,4 0-40,-4 0-48,0-2 113,0 0 39,3 0 72,-3 0 24,0 0-136,0 2 32,0-2-72,4 0-24,-4 0-24,0 2-56,0-1-48,0 1 16,0 0-24,0 0-104,0 0-160,0 0-280,0 0-161,0 1-223,0 1-80,0-1 1064,0-2-1056,-2 2-17,0-1 305,1 4 192,-5-1 240,0 1 160,5-5 176,-3 5-3929,4-6 3929</inkml:trace>
  <inkml:trace contextRef="#ctx0" brushRef="#br0" timeOffset="1">645 405 11386,'0'0'1672,"0"1"-1672,0 1 952,4 4-495,0 0-265,-1-1-144,-3-1-24,4-3-24,-4 0 8,0 0-48,4 3 96,0 0-16,-1-1 24,-3-1 24,1-1-88,2 0 40,-3 3 0,0-2-24,0 1 8,4 1-8,-4-2 8,0 1 16,0 1-24,0-2-32,0 0-8,0 0-64,0-2 88,0 3-184,0-1-152,0 0-233,0 0-135,-2 0-128,1-2 832,0 2-904,-3 1 16,1 1 8,-3 0 23,0-1 209,2 0 648,3-2-440,-5 4 152,1 1 192,-1-1-3721,6-5 3817</inkml:trace>
  <inkml:trace contextRef="#ctx0" brushRef="#br0" timeOffset="2">379 828 9289,'0'2'1209,"0"-2"-153,0 1-448,0 1-304,0 0-200,0-2-104,0 0 104,0 0 16,0 2 96,0-2 96,0 0 56,0 0 25,0 0-89,0 0 56,0 0-216,0 0-40,-2 0-16,2 0-88,-2 0-56,0 0 80,0 2 24,1-2 0,-1 2 0,1-2-48,0 0 88,-1 1-32,0-1 64,0 2-104,1 0-32,1 0 16,0-2-160,0 4-224,-2-3-72,2 5-281,0-4-119,-2 0-120,2-2 976,0 1-1088,-2 1 48,0 2 71,0 0 265,2 1 256,0-1 448,0-2-216,0 3-192,-1 3-3545,1-8 3953</inkml:trace>
  <inkml:trace contextRef="#ctx0" brushRef="#br0" timeOffset="3">4 1183 9930,'0'3'1264,"0"3"-376,0-1-488,0 1-312,-2-1-56,2 1-136,0-1-16,-2-1 40,2-2-64,0 2 80,0-3-8,0 3-160,0-2-184,1-1 416,2 2-640,0-2-256,1 3-41,2 0 193,8-2 224,-10-1-3593,-4-1 4113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1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2003 332 7745,'3'0'96,"1"0"0,0 1 16,-1 1 40,1-2 40,0 2 32,-3-1-224,1 0 248,4-1 16,0 0 33,-3 0 39,1 0 32,-1 0-368,-2 0 392,2 0 40,1-4-16,0 4-8,-1-3 24,1 3-40,-4 0-392,0 0 392,4-4-32,-4 4 40,3 0-23,-3-4-17,0 4-360,0 0 392,0 0-88,0 0 16,0-3 0,-2 3-40,1 0-280,1 0 256,-6 0-56,1 0 16,-3 0-48,-6 0-32,8 0 8,1 0-144,-7 0 112,7 0-24,-15 0 16,12 0 48,-12 0-24,9 0-128,6 0 184,-12 0 8,-5 0-64,2-4 24,-4 4-24,2-4-64,21 4-64,-22 0 81,-5 0-49,-1 0 24,-8 0 32,0 0-16,22 0-72,-6 0 120,-20 0-112,1-3 80,-3 3-64,-1 0-8,9 0-16,26 0 72,-35 0-112,-2 0 64,2 0-40,-2 0 16,-2 0 8,40 0-8,-30 1 64,-10-1-56,2 2 40,-2 0-24,3 0-64,19 0 40,7 0 40,-25-1-24,0 1 0,6 0 8,-3 0-8,5 0-16,33-2-8,-33 2 8,-1-2-32,2 1 16,0 1 24,2 0 0,23-1-8,-10 0 64,-9 1-96,0-2 24,5 0 16,0 2 0,8-2-8,10 0 72,-14 0-72,1 0 24,1 0-40,1 0-8,10 0 8,6 0 16,-18 0-56,13 0-72,-9 0 40,10 1 16,-1 1 0,4-2 72,-1 0-16,-1 2-16,2-2-32,1 0 8,1 0 40,0 2 16,0-2-64,0 0-24,5 0 8,12 2-17,-12 0 49,17-1 32,-17 1 16,9 2-64,6 0 8,2-2-16,2 3 24,5 1 24,-7-3 24,-11-1 8,26 4-16,3-1 32,1 1-32,-1-3-8,5 1 24,-44-4-8,42 4-40,4-3-16,1 1 64,2 0 8,-2 0 32,-27-2-48,7 0 80,22 0-80,0 0 80,-1 0-104,-3-4 40,-8 4-16,-30 0 24,36-3-64,2-1 104,-2 0-64,1 1 24,-3-1-16,-34 3-8,24-2-8,7-2-24,0 1 80,-3 0-24,1-1-8,0 1 40,0-1-72,-4-1 24,2 2 8,-2 1 0,-4-1-16,-29 4 32,28 0-32,-2-4-8,-4 4 32,-2-3-8,-4 3-8,-10-2-8,3 0 49,-3 2-65,10 0 88,-16 0-32,6 0 0,-4 0-40,-1 0 80,3 0-56,-4 0 128,0 0-80,0 0-40,0 0-16,0 0-16,-2 0-72,-1 2 16,-3-2 80,-9 0-8,1 0-8,5 1-8,1 0 48,-8 1-56,-7-1-16,1 1 8,-1-2 8,0 2 8,20-2-32,-23 2 48,-5 0 48,0 0-72,-4 1 40,0 1-24,24-3-8,-15 2-8,-9 2 24,-4-1 24,-1 1 32,1 1-16,13-4-56,12 0 104,-27 1-24,-1 3 16,0-3-72,-1 3 8,-1-1 56,42-4-88,-40 4 24,-6-1-8,1 1 40,-1 1-72,0-1 16,28-2 0,-6 0 56,-20 2-80,0 1 40,2-1 8,3 1 8,7-2-32,26-3 64,-30 3-40,1 0-32,0 1 16,2-1-8,0 1 16,28-4-16,-17 0 48,-6 3-88,5-2 40,3-2 16,1 2-16,11-2 0,4 0 40,-11 0-24,1 0-24,10 0 24,-10 0 16,10 0-32,6 0 8,-5 0-8,-1-4-8,2 0 0,3 4 8,1-3-16,0 1 16,0 0-48,0 2 64,5-4 0,12 1 8,-5 3-24,-8 0 48,15-4-56,1 0 32,4 4-24,1-4 8,5 4-32,-27 0 24,31-3 0,4-1-80,3 4 104,5-4 8,0-1-32,-22 3 0,1 0 24,27-1-40,3-3 16,4 2 0,0 1 32,1-1-32,-56 4 16,59-4-64,3 1 40,2-3-16,-2 1-24,-2-1 64,-45 5-16,25-2 24,18-2-64,-3-1 72,0-8 8,-2 10-24,-20-6-16,-19 5 64,36 2-16,-7-12-16,-4 11-64,-3-1 32,-4-10 0,-35 15-16,36-4 0,-4-10-16,-6 14 48,1-6-8,-4 1-8,-15 2 0,2 0 48,9-12-80,-14 12 0,14-1 24,-16 0 0,1 1 32,1-1 0,-3 0-24,1 4 32,-4-3-80,0 3 56,0 0-8,0 0 8,0 0-96,-2 0 112,-1 0 8,-12 0-8,12 0-24,0 0 80,-17 0-64,4 0-16,-6 0-8,-2 0 8,-4 0 0,26 0 8,-29 0-8,-4 0 8,-4 0 0,-1 0 16,-4 0 0,28 0-24,-14 0 16,-18 0-40,-3 0 120,-3 0-72,-1 0 16,16 1-40,23-1 88,-39 2-136,-2 0 96,0 2-40,0-2-16,-2 3 88,57-5-80,-53 4 32,-4 0-24,2 1 88,2-1-48,2 1 16,30-3-64,-2 0 120,-23 2-40,2-1-40,4-1 40,1 4 24,10-3-104,27-3 128,-29 4 48,2-2 40,1 0-112,-1 0-72,4-1 0,20 0-32,-12 0-32,-3 1 32,7 0 32,0 0 32,8-2-24,-2 0-40,3 0 72,3 0-24,-3 0 24,2 0-88,3-4 32,-1 4-16,2 0 16,0 0-80,0-4 32,3 1 0,1 3 72,11-4-32,-14 4-8,2 0 56,17-4-56,-4 4 0,6-3-16,2 3 56,-1 0-40,-18 0 24,26-4-24,-1 4 16,4-4 0,1 4 8,2-3-48,-29 3 24,25 0-24,7-4-56,6 4 48,2 0 64,0-4 0,-18 4-32,-7 0 32,30-3 0,1-1-64,-1 4-16,0-4 40,-2 4 8,-48 0-16,48-3-24,1-1 88,-5 0-56,-2 1-24,-1-1 56,-31 3-24,14-2-24,12-1-56,-2-1 96,-1 1 0,-1-1 8,-12 1-24,-14 2 56,22-3-48,-4 1 24,1-1-64,-2-1 56,-4 1-32,-19 4 8,14-4-32,1 1-40,1 1 88,-1-1-24,-1-2-16,-14 5 24,-1-1 64,18-2-88,-16 0 56,11 1-24,-12 3 0,1-4-8,-4 4-8,4 0-24,-4-4 136,0 1-128,0 3 16,0-4 0,0 4 8,0 0-120,-2 0 72,-4 0 40,-10-4 16,1 1-8,4 3 0,6 0 64,-16-4-56,-4 0-8,-1 1-24,-5 3-16,-1-4 8,31 4 32,-31 0-24,-8 0-24,-1-4 48,-3 4-8,0 0 8,24 0 0,-6 0 40,-20 0-96,0 0 56,-2 2 16,2 0-24,6 1 8,31-2 64,-41 2-48,-1 3 0,1-1-16,-1 1 24,-3-1 8,44-3-32,-29 2-16,-13 1 32,4 3-40,0-3 24,4 1-8,19-2 8,6-1 16,-23 3-16,0-1 96,5 1-104,2-1 16,4-1-8,29-4 16,-28 5-104,1-3 96,1 0 40,3 0-32,1 0 24,17-2-40,-6 0 16,-4 0-80,10 0 40,-8 0-32,11 0 56,0 0 0,3 0 40,-1 0-8,0-4-32,0 4 24,2-4-32,0 1 0,4-1-72,11 0 88,-10 1-16,19-1 16,-14 2-8,0 0 72,12-1-112,6-3 96,3 2-48,2 1-40,1 0 32,-29 2 32,33 1-104,3-4 144,3 1-64,0-1-16,6 0-8,-37 4 16,22 0-80,18-3 24,2-1 32,0 0 56,4 1-112,-24 3 80,-11 0 24,33-4-16,2 4-56,-4-4 88,2 4 8,0-3-64,-55 3 16,51 0 40,2 0-72,-1-4 8,-3 4 32,-1-4 8,-30 3-16,6-1 80,16 2-72,-5-4 56,-6 4-88,-1 0 8,-11-3 16,-15 2 16,20 1-56,-5 0 24,-5 0 0,-8 0 24,10-3 0,-12 3 8,0 0-40,0 0 32,-4 0 0,3 0 0,-3 0-8,0 0 32,0 0-16,0 0 48,0 0-56,0 0-16,-2-4-40,-1 4-24,-5 0 72,-10-4 56,3 1-24,-3 3-24,11-2-8,-5 0 24,-11 2-104,-1-4 72,-6 4 16,-1 0-16,5-2 8,17 1 64,-31 1-64,-1 0 24,1 0 0,-3 0-32,1 0 8,39 0 0,-36 0 0,-7-4-56,0 4 72,-2 0-16,-2 0-8,28 0 8,-5 0 64,-23 0-40,0 0 32,1 0 8,1 0-24,4 0-40,38 0 32,-40 0 0,-1 0 8,1 0-8,3 0-40,1 0 8,31 0 0,-18 2-8,-8-2-48,0 0 48,2 2-8,4-1 32,11-1-16,9 0 64,-19 0-48,-1 0 40,5 0-88,0 2 64,6 0-32,20-2 24,-15 2-48,1-2-32,6 0 24,-6 0 48,10 2 8,2-1-24,-2 0 88,1-1-72,1 0-24,0 1 0,2-1-8,0 0 16,0 0 16,6 2-32,10-2 0,-10 0 56,16 2-40,-2 0-24,4 0 32,2 0-96,1-1 32,3 1 32,-1 0 0,-10-1 24,-5 0 40,21 1-8,4-2 0,1 2-32,-1-1-8,0 1 8,-36-2-32,39 2 0,4 0-48,4 0 56,0-2 48,1 0-40,-33 0 16,14 0 24,17 0-96,-1 0 24,-2 0 32,0 0 8,-14-3 8,-20 2 56,32-3-64,1 1 32,-5-3-16,-1 1 16,-3-1-24,-32 6 0,29-5-24,0-10-8,2 11 16,-5 1 48,-3-12-16,-15 13-16,0 0 48,12-1-56,-4-3-8,-1 1 8,-1-1 0,-13 2 8,-4 3 24,19-5-8,-17 2-8,12 1-32,-11-1 0,0 0 8,-3 4 16,3 0 16,0-3-56,-1 3 48,-3-4-16,4 4 0,-4 0 8,0 0 112,0-4-96,0 4 88,0 0-112,-2 0-24,-3 0 48,5 0-16,-6 0-64,1 0 56,-10 0 24,9 0-8,-10 0-8,13 0 0,-1 0 72,-17 0-80,3 0-16,-2 0 8,-6-3 24,5 3-8,16 0 40,-24 0 0,-2 0 0,-3 0-48,-1 0 32,-3 0-16,30 0-8,-23 0 16,-9 0-56,-4 0 8,1 0 80,-3 1-16,20 1-32,6-2 64,-29 2-40,-1 0 72,-1 0-56,-1 1 24,-1 1-16,1 0-88,1 0 72,1-3-56,2 3 56,2 0-80,31-2 48,-16 1-80,-11 1 64,2 0-16,3-1 64,2 1 32,2 1 0,0-1-24,0 2-32,3-1 32,3 1 1,3-1-1,2 1 16,2-1-80,1 1 32,1-3-8,1 3 32,13-4-32,1 0 56,-16 1-56,14-1 88,-1 4-72,1-5-16,2 1 0,2-2 40,-1 4-80,1-2 112,1 0-40,0 0-72,3-1 48,-2 0-8,4 0-72,11-1 16,-10 2 24,18 0 16,-6 0-32,-2-1 48,-8 0 24,18 2 24,-2-1 16,7-2-32,0 2-56,4 0 8,-35-2 16,39 3-64,-1 3-32,1-4 104,1 0-16,5-1-16,-26 0 24,6 0 64,22 1-64,1 0-48,0-2 40,0 0 0,-8 0 8,-30 0 24,37 0 0,-1 0 8,0-4-72,-3 1 24,-1 3 8,-34-1 8,26-2-16,5 3-32,-1-4 32,-1 1-1,-2-3 9,-14 3 8,-7 1 49,23-4-33,-4 1 24,0 1-80,2 0 64,-4 1-24,-29 2 24,31-2-72,2-3 72,-2 1-16,-2 1-48,1 0 72,-24 3-32,11-3 32,9 0-88,-4 4 136,0-3-72,0 3-32,-7-3 24,-10 2 40,13 1-64,0 0 0,-2 0 64,1 0 24,-1 0-72,-1 0 64,-1 0-120,-1 0 48,-10 0 32,14 0-64,-17 0 48,1 0 48,12 0-104,-11-4 56,1 4-8,10 0 8,-15-3 0,0 3 40,4 0-48,-1 0 136,-3 0-112,0 0 8,0 0-104,0 0 32,-3 0 48,-3 0 24,-1 0-16,-5 0-8,5 0 48,-7 1-16,-3 1-72,-3 0 48,-4 0-8,-2 0 0,-3 0 8,-1-1-48,-3 1 48,-3 0-32,-1 0 48,19-1-24,-7 0 32,-19 1-80,-2-1 88,-1 1-40,1 0 24,9 1-24,24-2 80,-37 2-64,1-1 24,-5 0-56,3 0 40,-3 0-48,-1 0-24,0-1 16,-2 1 40,-4 0 24,3 0 8,25-1-40,9 0 64,-33 3-64,3-3 40,1 1-40,0 0 8,2 2-8,50-4-8,-48 5 8,1-3-24,0 2 16,4-2 8,1 1-8,30-2 8,-12 0 32,-12 5-64,0-3 80,6 1-80,2 0 40,7 0-8,14-3 48,-18 3-104,1 1 72,4-1 16,1-2-24,4 3 24,15-4-32,-15 0 8,9 5-72,-10-4 96,14 1-8,-3-1-24,3-1 0,1 0 56,-2 3-96,0-3 24,2 1 32,2-2-24,0 0 8,0 0 24,4 2-16,2 0 16,10 0-8,-10 0-32,16-1 8,-18 0 8,8 0-24,7 1-24,3-2 40,5 2 0,1 0-8,3 2 56,2-1-40,2-1 48,7 2-16,3-1-16,2-1-16,-47-2-8,52 4-80,-1 0 24,3-3 64,1 1 32,0 0 8,-31-1-40,9 0 80,24 3-136,0-3 48,-2 1 16,0 0-16,-11 0 8,-32-2-8,39 2 8,-3-2 8,-4 0-64,-4 0 88,-1 0-32,-32 0 0,23 0-8,3 0-32,-2 0 16,-1 0 40,-3 0-24,-11 0 8,-4 0 112,13-4-56,-1 4 8,-2 0-56,-1 0-48,-4-3 40,-16 2-24,19 1-40,-5 0 88,0 0 8,-1 0-48,-8 0 0,0 0 16,6 0 0,-8 0-40,2 0 80,-3 2-24,1 0 32,-4-1-48,0 0 80,0 1-96,0-2 96,4 2-88,-4-1-16,0 3 80,0-3-56,0 4-48,-2-2 0,-4 3 80,-8-4-40,8 3 8,-3-2 0,0 0 24,-6 2-88,-4 1 56,-1-3 24,0 3-16,-1-1 0,18-5 8,-21 6-32,-3 0 56,-6-1-40,-2 1 16,0-1-16,25-4 8,-17 2-72,-10 2 56,-3-1 32,-4 1-24,-1 1 24,17-2-16,12-3 88,-28 5-32,2 0 40,-2-1-16,0-1-80,1-1 16,1 1 0,3 2-64,3-3 120,-3-1-56,6 0 0,-2 0 80,0 0-160,2-2 104,2 1-40,1-1-24,9 0 24,15 0 40,-20 2-56,-2-2 64,4 0-64,2-3 24,0 3 0,19 0-8,-12 0-40,-2-4 8,-1 0 0,1 1 64,3-1-8,10 2-24,0 0 80,-14-1-48,12-1 0,-10 0-56,12 1-8,-1-1 32,5 4-24,-6-4-32,1 0-8,3 1 120,0-1-32,0 0-16,2 3-8,0-1 48,0 2-144,4-4 128,1 0-16,1 4 8,4-3-24,-5 1 96,0-2-120,13-1 48,-3 1-16,4 0 8,1 1 8,-18 2-24,18 2-32,6-5 0,1 4 8,3-4 48,1 1-16,-17 1-8,3 0 80,16-4-64,0 3 32,0-1-72,2 0-16,-5 0 40,-25 3 8,28-5-72,4 1 88,-4-1-8,-1 1-16,-3-1 16,-23 3-16,12-8-16,8 11-40,-4-15-32,-2 11 88,0-1-16,-10 1 16,-3 2 48,9-3 8,-10-1-72,10 2 32,-12-1 40,1 1-40,-4 4-16,4 0-8,1-3-48,-1-1 48,-1 4 8,-1-4 32,-1 4-32,0 0 48,-2 0-104,0 0 16,0 0 8,0 0 48,-1 0-16,0 0 56,-2 2-56,-3 0 64,-1 0-152,-10 1 40,10 1 56,6-3-8,-18 4-96,0-2 40,-3 3 16,2-2 8,-6 1 0,13-2 32,2 0 80,-15 2-56,-1 10 24,-1-13-8,-3 1-40,2 2 0,27-4 8,-31 2-32,0 3-8,-1 1 16,3 1 8,0-3 0,21-3 8,-9 2 32,-11 1-64,3 1 64,-3-1-8,-1 1-16,13-2-8,10-3 88,-21 3-96,3-2-8,4 3 32,0-1-8,2 0-40,18-4 32,-13 3 0,-3-1-72,1 2 40,10-2 64,-12 0-48,17-2 16,-1 1 48,-4 1-32,-8-2-8,11 0 8,-1 0 8,1 0-24,4 0 8,-4 2-16,2-2 40,1 0-16,1 0-8,0 0 8,0 0-16,0 0-80,0 0 40,5-4 40,1 1 8,3 3-8,-4 0 80,-1-4 16,14-1-104,-3 1-16,3 0 8,3 1-16,-20 2 32,14-2 16,5-3-48,1 3 48,-3-3-8,4 1 8,-13-1-16,4-3 40,13 5-96,-4-1 80,0-1-32,-4 1 8,-3-7 0,-11 9 48,14 3-80,-1-6 64,-2-8-8,-10 10-32,13-1 32,-15 4-24,-2-4-40,14 0-40,-12 1 32,3 0 40,0-1-32,-3 1 112,1 0 8,-4 1-104,4 3 40,-4 0-40,0-4 24,0 4-40,0 0 48,0 0 0,0 0 8,0 0 0,0 0 32,-1 0-48,0 0 24,-1 0-112,-4 0 112,1 2-80,-1 0 40,1 0 16,3-1 64,-13 3-96,10 0 88,-12-1-56,10 3-8,-12-1-8,17-4 16,-3 2-24,-19 3-48,6-5 56,-2 1 72,-2 2-88,12-3 32,-1 0 56,-11 2-80,0-1 40,-2 2-16,2 1-32,-4-1 40,1 2-88,1-3 184,0 3-72,0-2-8,4-1 0,15-2-24,-14 4-112,-3-2 16,3-1 96,-3 2 0,6-2-8,-3 0 88,1-1-96,11 1 24,-14 0-24,16 0-16,-10-2 8,15 0 24,-5 0-40,-3 0 8,1 0 32,1 0 32,1 0-32,4 0 0,0 0 56,-1 0-80,2 0 16,0-4 8,0 1 32,0 0-32,0 2 24,6 1-24,-1-6 64,10 1-112,-9-1 88,10 3-32,-15 2-8,4-2-48,17-1 16,-8 1-40,3-3 40,1-9 32,1 12 80,-1-3-32,2-8-16,-1 10-40,-1-2-32,0-8 40,-18 14-8,21-4 32,-3-2-32,2 1 64,-1-10-8,-1 12-72,-11 1 24,6 0-16,6-4-56,-1-8 56,-1 14 16,-1-6 24,-6 3-24,-5 1 32,10-4-40,-10-9 80,17 15-56,-7 0-16,0 0-16,-14 0 16,3 0-56,13-3-8,-14 3 56,3-4 0,-1 4-8,-3 0 16,0 0 40,2 0-24,-1 0 72,1 0-64,-4 0 16,4 0-24,-4 0-80,0 2 112,0 0-48,0 0-24,-2 1 32,1-2-8,-4 2-56,0 2 16,-1-3 48,-1 4-48,0-3 24,-2 1 16,3-2 8,0 0-16,-10 0 8,9 1 24,-14 1 0,14 1-40,7-4 16,-18 4 32,1 1-96,2-1 40,-1-1 16,1-1-16,8-1 24,-4 0 48,-8 2-80,1-1 64,1 1-32,1 2-40,-1-5 64,1 3-72,-1-2 80,2 0 0,8 0-40,-11-1-8,17 0 16,-4 0-8,-11 1-80,10 0 64,-1 0 16,-8-2-16,14 1 24,0 0 96,-4-1-64,-1 0 0,1 0 0,1 0-40,2 0 8,2 0 0,-2 0-24,0-4-24,2 4 24,0-4 16,0 1 8,0 3 0,0 0 24,0-4-88,4 0 48,2-1 24,-1 1-24,6 1 16,-7 2 104,0-2-80,1-3 16,13 1-32,-12-1 0,12 1-40,-12-1 32,14 1-64,-5-1 24,0 1 56,-1-1-80,-11 4 64,0 0 40,19-3-48,-6-1 24,1 3-40,-2-1 0,-1 1 24,-12 2-56,4-2-72,18-1 64,-19 0-64,12 4 48,-14 0 8,3-3 8,-1 3-24,1 0 8,-2 0 8,-1 0-48,-3 0 80,0 0-32,0 0-81,0 0 57,-2 0-72,1 0-32,0 0 200,-2 1-240,-3 1-160,1 0-24,-2 0-144,-8 0-120,13-1 688,-2 0-816,-10 2-313,8-1-207,-9 2-296,10-2-169,-7-1 1801,9 0-1808,-1 2 24,-3 1 447,0 0 409,-1-1 376,1 1-3561,6-4 4113,2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1953 209 10386,'0'2'1064,"0"1"-256,0-2-808,0 4 632,4 2-176,-4-1 24,0-1 9,0 1 23,-2-3 64,0 3-80,-1-1-40,-1-1-72,-1 2-56,-10 1-328,15-7 320,-6 7-56,-8 8 40,6-10 24,-12 10-24,2-7-7,11-1-297,-5 8 296,-8-1-128,0 5 104,-2 1-72,0 2-48,6-5-152,10-10 184,-18 19-176,-2 1 144,-2 4-64,-3 1 56,0 3 24,27-31-168,-23 27 96,-5 5 0,1 3 32,0-2 8,0 1-16,14-17-120,0-1 208,-16 24-96,-2 0 40,1 2-56,-1 2-32,2-2-64,29-41 56,-33 49-72,0-3 112,-1 4-72,-1 1 8,2-5 48,28-37-80,-20 27 0,-8 12 16,4-3 40,0-2-24,3 0-40,12-21 8,7-10 120,-13 27-72,2-4 112,5-1-72,3-4-56,-1-4 16,14-30-48,-5 30-104,-13-6 72,14-1 40,-10-4-8,11-3 48,2-11-48,-1 3 56,-3-2-96,1 0 208,1-1-216,0-1 56,3-2-8,0-2 24,1 1-240,0-2 144,0 0-48,4-4-32,2-1 16,-4 2 136,10-11-120,-8 9-56,13-19 24,-12 7 24,15-3-40,-11 6 168,-3 4-112,12-16-16,3 1-32,-3-7-24,6 1-8,-1-3 192,-22 33-224,25-36-40,1-1 160,1-1 0,1-1-24,2-3 32,-20 29 96,10-14-192,12-18-88,-2-2 144,2 1-40,0-5-40,-9 15 216,-15 23-121,26-38-135,0-1 56,0-1 16,0 1-16,-2 2 24,-30 47 176,25-42-240,2-4-48,1 2 72,-3 3-24,1-1 24,-15 24 216,2-1-144,9-19-64,1 0 112,-2 3-24,-4 1 8,-3 10 112,-14 22-40,16-27-56,-3 4 56,-1 5 64,-9 2-16,12 2-16,-17 16 8,2-7 16,2-4-88,10 10 0,-15-12 104,4 14 16,-4 0-48,0 2 96,3-3 48,-3 1-8,0 3 24,0 0 40,0 1-200,0-1 200,-2 6-48,1-1-24,-5 10 8,1-9-8,-3 8 0,1-11-128,-2 2 144,3 13-80,-12-1 120,10 1-96,-12 2-8,5 1 88,-1 2-136,-4 3 152,1 0-32,-3 3-32,0 3 0,-2-3-72,0 6 64,-1-2 49,-1 2-17,0 2 16,11-18-160,3-3 96,-16 20 24,0 1 0,-1 2-24,0-1 32,1 1-128,26-37 72,-29 40-8,0 2 48,-1 2-40,-3 2-16,2 0-8,-2 0-64,0 1-40,-1-1 120,-1 2-24,0 0 88,11-16-128,15-21 104,-25 37-120,2 1 208,3-1-240,2 0 64,1-2 0,24-42-16,-18 34-176,-5 2 120,3-4 80,2-1-24,2-4 24,10-18-24,1 0 80,-7 10-96,1-4 112,0-3-112,10-3 8,-10-9 8,13-5 24,-3 14-120,-1-13 280,3 0-208,-1-2-40,2 0-8,2-1 72,-2-2-224,0-3 104,2-14 96,0 15-8,6-19-8,3 12 40,-3 5 8,-1-15-72,12 0 208,-3-5-208,3-3 24,-1-3-8,-15 32 48,19-33-224,0-6 120,2 1 32,4-5-8,-1-2-32,-14 28 112,6-10-32,12-18-96,1-4 40,3 1 8,2-3-32,-7 9 112,-21 31-24,28-41-40,0-2 48,0-1-41,0 1-39,-2 0 32,-27 45 64,21-33-128,4-9-8,0 1 32,-1 3-32,-3 4 32,-11 19 104,-4 6-24,14-24 16,1 1 32,-3 2-40,0 1-8,-1 6 24,-22 31-56,23-31-32,0 0 88,-4 2 16,0 1 0,0 3-8,-1 3-8,1 4-40,0-3 32,-3 7 8,-1-1-8,-1 3 88,0 8 16,-10-12 88,16 12-16,-16-8-24,13 10-24,-14-2-40,2 1-32,8-1 113,-14 3-33,4-1 40,-1 2-168,0 0 192,0 2-112,1-3 48,0 3-64,-1 0-8,-3 0 0,0 0-40,0 0-8,0 0 0,-2 0 16,1 0-24,-1 0-24,-4 1-56,-9 5 56,8 1-24,-11 10 24,13-14 24,2-1 48,-19 19-32,6-7 24,-4 3-32,-3-1-32,1 3 16,22-19 8,-23 22-48,0-2 0,0 4 80,-3 0-24,2 2-40,13-15 32,-4 5 64,-11 14-120,-3-1 136,1 4-16,-1 0-72,-2 2 48,-1 2-136,1 0 152,-2 1-56,0 3 24,-2 3 24,28-36-48,-23 28-80,-8 12 40,-1 0 56,-1 1 8,-1 3 0,18-22-24,6-7 96,-20 31-48,0-3 0,4-1-16,-2-4 0,3 2-32,31-47 40,-28 45-48,-3-3 24,5 1-24,1-2-32,0-3 80,2-1-48,4-3-40,0-2 104,3-3-72,1-3 40,6-10-24,5-10 96,-2 15-104,-10-3 40,12-3-24,-3-9-32,1 8 8,7-15 16,-6 2-40,3 2-16,1-2 16,0-2-24,2 0-24,0 0 88,0 0-96,6-15 0,-1 11-32,12-14 24,-12 1-24,15 1 128,-18 14-104,15-20-48,3-4 136,2-3-104,0-1-41,4-5 9,-19 26 152,13-19-304,8-8 104,3-7 0,1 1 56,1-2 8,-12 17 136,-7 10-120,21-31-32,1 0-16,1-3-64,2 1 0,2-3 232,-40 51-184,41-53-40,1 0 32,1-4 72,-2 4-24,-2-1 16,-24 35 128,9-13-112,15-17-72,-1-4 120,-2 3-104,1 1 24,-12 14 144,-17 24-144,26-37-104,-2 3 128,-1 1 16,-1 1 40,2 5 8,-28 33 56,19-25-24,6-3-32,-4 0 32,-4 4 8,3 4 0,-13 10 16,-3 4 8,11-13-8,-2 1 0,-3 3 40,1 1-8,-10 4-32,-6 16 88,20-14 24,-16-1 8,11 10 72,-15 1 24,3-1 56,-3 5-272,0-1 288,4-2-48,-4 4 32,0 0-16,0 0-40,0 0-216,0 0 240,0 0-72,0 2-40,0 1-48,-4 3-24,-1 9 16,4-14-72,-13 5 32,9 11 32,-14-10 24,3 15-8,-1-5 8,7-7-88,0 0 136,-10 10-40,-4 4-8,-2 2 64,-2 1-16,2 0-136,21-23 104,-30 28 32,0 3-24,-2 1-24,1 3 33,-5 5-41,30-31-80,-20 22 40,-13 16-48,0 1 24,0 1 24,-2 1 8,-2 1 48,0 2-40,-2 0 200,1 0-200,-1 0 16,2 3 24,47-58-96,-42 55-104,-1 4 152,2-2 16,1-2 8,1-2 0,23-31-72,-7 9 64,-12 22-56,-3-2 104,2-1-128,0-1 40,10-10-24,21-32 40,-27 39-136,2-2 240,5-4-128,-1-1 0,4-6 0,20-29-16,-12 19-112,-3 4 48,3-5 64,8 0 0,-12-6-8,14-1 80,-3-10-72,3 8 48,-2-11-32,1 1-8,4-3-8,2-2-16,0 0-72,0 0 104,4-4-72,0-1 8,1-12 16,1 12 32,6-4-128,3-6 40,0-5 168,3-2-192,2-2-16,-3 6 128,-8 8-80,21-19-232,-1-6 288,4-2-144,-2-2-33,3 1-39,-32 35 240,30-38-376,5-2 96,0-3 24,2-1 72,1-1 16,1-2 8,1-1-64,0-3 0,2 1-80,0-2 64,-2 7 240,-34 39-240,40-48-16,1-2 80,1 2-80,-4 0 24,-2 0-8,-32 43 240,20-25-200,11-15 0,-3 1 64,2 2 31,-1-1-31,-17 20 136,-10 14-48,23-29-48,2 1 112,-2 3-72,-1 5 32,-1 1-8,-34 36 32,30-31-64,-4 1 24,1-1 16,-4 5 56,-2 3-56,-14 15 24,4-4 48,5-4-88,-12 1 0,15 10 64,-16 1 24,-1 0-48,-2 4 168,4-3 56,-1 4 25,-4 0 31,4 2-16,-4 2-48,0 11 0,0-10-96,-4 15 0,-4-3-8,-8 3-24,7-7-88,3-4 128,-12 19-48,-2 3 16,-4 4-48,-2 2 48,3-3-96,20-30 104,-30 41 16,-2 0 96,-2 3-8,-1 2 32,-1 3 16,26-35-256,-12 16 200,-16 19-72,1 2 96,-3 0-136,1 4 0,10-18-88,20-25 112,-34 43-112,0 2 112,0-2 0,2 1 8,-2-3 72,42-52-192,-36 49 160,-4 1 17,1 0 111,3-3-88,1 1 48,21-27-248,1-2 240,-18 27-96,0-3 160,2 0-144,2-6-8,3-4-152,25-33 160,-27 35-184,3-3 184,1-2-120,0-4 8,2-3 0,19-21-48,-12 13-56,-5 2 40,2-1 40,4-1 0,-3-4 24,10-11-48,3-2 104,-8 15-120,8-12 72,-9-1-64,12-1-8,-1-1 8,4-3 8,-4 2-80,1 0-8,1-2 56,2-4 0,0 2 32,0-1 48,0-3-120,5-10 16,10 10 24,-9-14-64,9 7 96,-10 10-24,13-16-24,3-1 56,1-2-80,2-4 8,-1 0-40,-18 22 104,18-21-184,6-6 16,3-4-40,1 0 72,0-6-48,-13 18 184,-3 4-80,19-23-16,3-2 72,0 0-72,3-2 16,-4 1 80,-36 42-40,39-45-104,1 2 80,-1-2-32,-5 2 8,1-2 7,-2 2 25,-5 0-72,-1 0 80,-3 4-40,-2 5 24,-10 11 64,-8 16 0,12-20-72,-1 1 40,-12-1-40,15 8 32,-14 2 16,-6 18 24,15-12 0,-12-1-24,1 11 24,0-1 24,-1-1-24,-1 6 0,0 0 80,2 0-48,-4 0-24,0 0 64,0 4-8,0 3 32,0 12 24,-2-14-48,-4 15 16,1-3-7,-2 3 15,5-16-96,-13 14 96,9 8-88,-10 1 40,1 1 64,-1 3-64,5-10-48,5-9 152,-12 21-24,-1 2 72,-1 0-16,0 2 16,-4 0-32,24-36-168,-28 38 80,3 2 16,-7 3 72,1 0 16,-2 0-80,-2 4 104,2-4-144,-2 4 128,0 0-48,4 0-80,8-15-64,13-19 80,-23 32-152,1-2 192,1-1-104,2-3 80,-1 1-32,26-35-64,-19 23-40,-5 7 64,2-4-16,4-1 56,0-2-24,12-15-40,0-2 88,-6 10-32,-3-3 112,12-5-136,-13-6-8,14 5-24,6-12 24,-15 3-120,10 2 104,-1-1-24,1-1 24,3-4-72,1 0 64,-2 0 8,1-6-64,2 1 112,0-14-8,0 14-64,11-10 16,-7 10 104,0-14-144,11-1 208,-10-4-160,12-2-40,-3-1 40,-12 24-8,13-26-136,3-4 96,1 2 48,-1-6 0,-1 2-56,-7 17 48,0 0 40,10-23-48,2 1-64,0-3 80,0 1 24,-4 3-32,-16 34 8,19-37 16,-1-2 80,0 1-160,-2 3-16,3-1-32,-17 32 104,10-20-216,3-8 48,-1 0 80,-10 4 72,14 0-56,-16 13 72,-3 9-16,18-19-80,-14 3 152,12 3-136,-12 0 40,1 4 24,-6 19 16,15-15-200,-15 0 120,5 10 40,1 1 40,-3-1 16,-3 5-16,0-2 64,0 3 24,0 0-80,0 6-16,0 0 8,0-5 32,-1 16-112,-3-12 112,-2 17-8,-1-5-24,-8 3 8,13-16-8,-3 12 8,-13 8 16,10 0 64,-12 4 48,5-1 16,6-11-152,0-2 184,-10 17-40,-3 0 104,0 2-144,0 2 0,0-3-104,20-31 104,-22 34-152,2-2 216,0 1-16,-2 0-40,2 0 32,15-23-144,-8 13 64,-7 9-40,0 0 64,2-2 56,0-2-23,1-1 39,3-2-32,-1-4 0,-1 0-72,1-2 32,3-2-40,13-16-48,-6 11-16,-8 2 16,10-8 32,-1 10 40,-1-12-64,2 1 80,-1-1-88,1 1 72,3-2-80,0-3 0,0 1 8,2-2-88,0 0 296,0-3-232,0-1 8,4 0 8,-3 3 8,1-3-208,4-15 152,-1 14 16,12-14 16,-12 5 8,6 5 16,-5 3 40,9-11-32,-10 1-88,19-3-24,-7-1 8,-1 0-24,-16 20 120,17-22-64,1-2-120,-1 0 111,-1 2-15,-1-4-8,2 2 104,-3 1-144,-8-1 136,14 2-120,-14-1 8,8 6 112,-10 12-56,1-18-168,12 2 176,-13 3-96,1 1-32,1 1 88,-5 13 88,3-9-200,2-4 48,-1 1 96,1 9-56,-3-14 48,-3 17 64,0 1-16,0-13-72,0 11 88,0-1-56,0 1 24,0 1 32,0 2-16,0 1-32,0 0 56,-3 2 24,-3 4-48,-8 8-8,8-8 16,-11 12-96,10-3 88,-15 2 24,6 3 0,-5 2 80,1 2-40,-2 3-48,-2 3 64,0 3 24,-2 0 32,25-31-120,-25 31 176,2 0-96,-4 0 40,3 4-8,1-4 32,11-17-144,0 1 192,-9 14-64,-2-1 144,4-1-152,0-3-16,3-4-104,15-18 144,-16 21-168,1-1 152,3-3-32,6-1-40,-10-4 9,12 1-41,-8-10-48,8 12 40,1-14 16,-1 2-16,4-3-16,0-2 96,0 3-24,1-3 0,1 0-16,0-2-48,0 0-32,0 0 8,5 0-56,10-5 96,-10-10 24,14 9-32,-17-1-16,1-4 64,21-4-120,-7 1 48,1-5-88,2 1-48,-2 3 144,-14 11-80,18-16-73,2 0 153,0-2-72,2 2-40,0-2-24,3 0-88,1-2 48,1 0 56,0-2 24,0 0 8,-14 12 88,-4 3-32,16-17-48,1 0 88,-5 3-128,3-3 24,-2 2 96,-24 24-128,23-23-96,3-3 80,-2 1 64,-1-1 40,-1 2 32,-16 17 8,6-8 24,10-5-144,-2-2-8,0 1 24,-1-1 48,-7 9 56,-8 9 16,10-14 16,-1 4-64,-9 1-48,10 9 40,-12-10 24,-4 15 16,4-2-16,-1-2 8,1 1 0,-4 0-24,0 4 0,-1 0 32,0 0 32,-3 2-16,-1 4 56,-10 1-64,10 11 8,-12-11-16,15-6 16,-14 21-64,-3-2 112,-3 2-56,0 2-24,2 2 64,-4 0-32,2 1-48,-4 3 64,0-1-8,3 6 24,7-15-48,6-7 120,-14 22-48,0 0 192,0 0-216,0 0 24,-2 0 16,25-34-88,-21 31-80,-2 3 152,0-2 48,2-2-16,0 0 0,12-18-104,-2 4 144,-9 10-104,3 1 8,0-2 40,3-4 24,9 0 24,-12-2 24,12-2-8,-8-1-104,8-2 40,-1-8-80,-1 10-64,3-12 40,-1 12 0,5-14 64,1 3 0,0-4-48,0 0 104,0-1-24,0 1 72,0-2-144,3-3-8,1-3 0,-4 6-32,5-15-88,12 12 120,-11-16-16,14 5 16,-4-1-8,-10 9 8,7-8-32,9-5-64,0-3 160,2-4-80,0 1 8,-8 5 8,-8 12 8,17-21-128,3-1 80,-2 3-8,1-3 16,-1 1-16,-23 26 48,20-24-80,1-4-40,1 2 80,-1-1-32,0 1 48,-2 1 64,-2 1-96,-1-1 16,-4 2-72,-10 2 16,12 7 96,-12 12-88,1-15 48,12 2 200,-14 3-136,1 10-40,1-14-8,-5 18 24,1-1-200,-2-4 80,4 2 104,-4 1-64,-2 3 56,-3 1 32,-10 5-32,8 9 96,-14-1-144,5 5 40,-4 3-32,19-22 64,-20 24-64,-1-2 64,-1 4 40,0 1 48,1 1-56,1 3 96,-3-3-88,2 1 208,0 0-112,-2 1-48,7-9-88,12-15 168,-17 20-224,0 0 248,2 0-64,0-2-48,-1 1 32,19-22-112,-16 18-24,-4 3 24,2-2 16,0-2 16,1 2-8,10-10-24,2-3 96,-8 11-32,-1 0-104,-1-1 32,2-3 40,8-1-32,7-13 24,-18 12 40,12 3 17,-9-2-81,10-10-33,-10 12 1,11-12-128,-1 1-96,-1 1 24,1-1-240,1-1-176,2-2 648,0-2-880,1 1-496,-1-1-321,0-1-391,2 0-273,0 0 225,0 0 2136,0 0-1624,5-5 519,12-1-3296,-17 6 4401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3.685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152 413 8089,'0'0'1521,"0"0"271,0 0-104,-2 1-495,2 1-425,0-1-768,0 0 488,-2 1-184,0 0 0,0-2 40,0 0 72,1 0-416,1 0 520,-4 0 32,0 0 32,1-4-71,-3 0 15,4 1-64,2 3-464,-5-6 384,1 1-64,-2-12 8,3 12-32,-3-10-64,4 13-232,-1 0 280,-3-12-112,1 8-24,1-11 24,0 3-64,0 0-104,3 11 64,-5-2-24,3-17-64,-3 7 48,1 0 16,1-1-8,3 12-32,-4-9 8,0-5-48,1 1-40,-1-1 40,-1 1 32,4 7 8,1 4-32,-5-9-40,4 0-232,0 1-216,-1-1-248,1 9-360,2 6 1128,0-18-1513,0 12-487,0-8-441,0 10-167,0 0 463,1 3 2145,1-1-1488,2 2 672,0 0-2681,-4 0 3497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4.15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10 412 6737,'0'2'496,"-2"-2"-496,2 0 656,-2 0 192,0 0 193,0 0 23,2 2-152,-1-2-112,1 0-800,0 0 752,0 0-72,0 0 73,0 0-9,0-4-8,0 1-736,0 3 776,3-6-136,-3-9 56,4 12-71,0-14-97,1 12-8,-4 2-520,2-11 376,2-1-104,-1 10-48,2-14-8,-1 5-8,1 8 24,-1-18-32,1 10-112,8-3-24,-14 0-8,4 3-56,-4 12 32,5-13 8,-1 0-48,2-1 48,-1 1-8,-1 0-64,-3 10 32,2-8-8,0 8-232,1-17-32,-4 16-144,4-14-256,-4 17 672,0 2-880,3-14-425,-3 10-319,0-1-472,0-8-233,0 14 145,0 0 2184,0-4-1705,0 0 665,0 4 592,0 0-3585,0 0 4033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4.72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1 490 6849,'0'0'512,"0"2"128,0 0 136,0-2 121,0 0-89,0 0-808,0 0 568,0 0-112,0 0-32,0 0 48,0-4 88,0 2-560,0 0 696,0-3 25,0-1 55,0 1-56,0-10-16,0 11-32,3-12-64,1 10-56,-4-8-23,4 8-57,-1-12-48,-3 13-424,0-5 408,4-5-136,0 1 88,1-5-128,-1 3-56,0 2-176,-3 9 192,5-15-128,-1 2 40,10-3-56,-11-1-48,1 0 8,-4 19-8,4-14-32,0-3-24,1 0 80,-1-1-40,1 3 8,-3 9 8,-1 1 40,4-6-96,-1-1-64,1 10-216,-2-16-224,-1 18 560,-3 3-840,0-6-393,4 1-263,-4 1-472,0 4-321,0 0 25,0 0 2264,0 0-1817,0 0 649,0 0 600,-2 2 384,-3 3-3849,5-5 4033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5.210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394 431 7321,'0'0'688,"0"0"-688,0-4 880,0 4 89,0-3-89,0 3-216,3 0-96,-3-4-88,0 4-56,4-4 72,-4 1 8,4-1 57,-4 1-561,0 2 640,0-4 0,3-10-56,-3 11 16,0-1-104,4-10-56,-4 14-440,0-2 448,0-2-176,4-12-31,-4 12-9,4-13-48,-4 15-184,0 2 208,0-19-8,0 5-112,0 9 16,3-12 8,-3 12-72,0 6-40,0-18 88,0 13-160,0-17 72,0 7 56,0 0-80,2 13 24,0-1 40,2-18-192,-4 16-208,0-12-56,3 12-233,-3-12 649,0 14-912,0-3-232,4-12-440,-4 12-217,4-12-103,-1 12 192,-2 5 1712,-2-16-1217,5 13 417,0-11 472,-1 12-2969,-3 3 3297</inkml:trace>
  <inkml:trace contextRef="#ctx0" brushRef="#br0" timeOffset="428">0 885 8433,'0'0'1249,"0"0"55,4 0-280,-4 0-280,4 0-216,-4 0-32,3-3-47,1-1-25,0-2 152,1 1 32,0-8-608,-4 11 576,4-2 24,1-14-152,8 13-56,-10-16-24,13 7-88,-16 12-280,3-2 321,15-16-177,-14 5-48,13 0 24,-12 1-72,8 2-48,-8 7 96,0-10 0,12 1-120,-12-1 40,12-1 56,-12 1-48,-6 14-24,16-17 88,-10 4-160,12 8 56,-13-18 16,12 19-40,-15-5 40,0-2 0,12 6-192,-10-14-192,2 14-289,-1-10-343,0 11 1016,-4 4-1384,2-13-336,3 10-177,-2-2-23,-4-8 407,3 14 513,-3-1 1000,0-4-520,4 2 328,0-3-3809,-4 6 4001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6:5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2705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2383">2161 85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6:5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1288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87">2137 76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1207">1 1404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2258 253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639">0 295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1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2378 1380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521">0 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2142 2583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302">0 5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392 256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0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315 314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8 363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752">2084 113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1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0 359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639">2122 151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0 272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623">2488 96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3 161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606">2467 107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1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615">2573 87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7:3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0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8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3031 7345,'0'2'424,"0"0"208,4 3-632,-4-4 832,3 4 25,1 1 31,0-1-128,-1-1-88,1-1-56,0 3-80,0-1-7,-1-1 31,-3 0-64,0 1 0,3-2-496,-2-2 496,-1 5-96,0-3 112,0 1-104,0 1-40,4-1 0,-4-4-368,0 6 256,0-1-8,0 1-39,0-1-9,0-1-40,-1-1-160,0-1 232,-1 4-16,-2-1-104,1 1 72,-3-1-48,1 2-136,4-6 120,-4 4 80,-10 1-136,12-1 40,-3 3-16,-9-1-8,14-3-80,-1 7 120,-6-8-104,1 3 48,-8 1 8,10-1-16,0-3-56,2-1 136,-11 4-56,8-1 72,-9-3-64,10 2-56,-10-2 24,15-2-56,-5 5-48,-10-3 16,10 0 56,-12 0 8,11-2 8,0 0-40,-4 2 88,4-2-80,-10 0 40,10 0-48,-10 0-8,13 0 8,2 0 56,-6-4-48,-1-2-16,-6 3 40,10-3 8,-2 3-32,5 2-8,-3-2 40,-3-1-64,1-1 16,1-12 16,-1 13 16,4-4-24,0 2 80,1 2-72,-5-1 72,4-10-32,0 11-48,1-1 0,0 5 8,0-15-56,-1 9 88,2-8-32,0 10 24,0-13-8,0 16-24,0-1-64,0-15 48,0 12 112,0-10-88,3 9 16,0-6-24,-2 8 40,3-2-112,0 1 128,-1-13-24,3 12-8,-3 1-8,-2 4-16,4-19-48,0 17 8,1-14 64,9 13 16,-15-1-8,2-4-32,1 1 48,3 8-24,-1-14-56,10 10 80,-15 0-16,5 0-32,-5 3-8,6-3 80,-1-1 32,1 1-80,-1 4 64,1 0-48,-4 0-40,2 0-72,10 0 112,-14 0-32,6 0 16,8 0 32,-14 1-56,0 0 48,6 1 16,0 3-64,-1 1 64,10-1 16,-12 1-32,-2-6-48,4 5 88,0 2-128,1 1 8,9 7 16,-12-12 32,0 0-16,0 0 56,12 4-72,-15-1 169,5 8-129,1-8-16,-2 0-8,-3-5 72,5 19-192,-3-12 200,1-1-8,0 10-32,-1-14 32,-2-2-72,2 4 32,1 2-48,-1 1 72,1-1-16,0 8 8,-4-13-48,0-1 88,3 5-64,-3 1 16,0-1-24,0 1 24,0 0-40,0-7 56,-1 6-8,-1 9-40,0-12-16,0 3 48,-3 1-96,3-5 56,0 2-24,-4 3-56,-1 0 96,1 8-24,-8-13 24,11 2-16,2-3 72,-14 7-128,12 8 192,-12-12-96,9 2-40,-1-1 24,5-5-24,-12 2-72,8 2 32,-9-1 80,10-1-56,-10 0 48,10-2 0,-10 0-56,9 0 48,-8 0-56,8 0 56,0 0-24,5 0 48,-14-4-48,10-1 176,-3-1-144,1 1-8,-8-1 0,14 5-24,-3-3-144,-2-2 64,-1-12 24,-8 14 40,13-12 40,-3 13-24,3 2 72,-4-5-32,1-8 160,-3 8-192,3-10 0,-1 10 24,6 6-32,-5-18-160,1 12 120,2-10 64,1 10 8,-3-9 8,3 13-40,0-1 64,-1-12-96,0 15 80,2-15 0,0 12-32,0-2-16,0 4 48,0-19-64,0 16-72,0-1 144,4-1 8,0-8-16,-1 10 24,3-2-112,-2 1 48,1-1 8,-1 1 56,-1 2-72,-1 0 96,4-2-48,-1-15 56,1 20-104,-1-4-16,9-1 16,-13 4 56,3 1-136,-1-3 176,3-1-72,-1 0-48,10 1 72,-14 3-48,2 0-48,1 0 16,1 0 64,1-4 8,-1 4-32,6 0-8,-7 0 80,-4-4-88,5 4 48,1 0 32,-1 0-80,1 0 32,-6 0-24,5-3-8,10 3-64,-15 0 88,6 0-8,-1 0-8,-2 1 0,0 0 80,11 0-80,-10-1 64,0 2-64,1 2-16,8 1 16,-11-5 32,2 6-72,1 1 88,10-1-80,-12-1-8,12 1 64,-14-5-24,2 3-56,12 2 0,-12-1 144,3 1-80,-1-1 0,-1-1-8,-2-2 120,3 3-160,10 1 160,-11-1-136,-1 3 24,3-3-8,-6-4 0,5 4-120,-1 0 128,0 1 0,1 1-8,-1 1 24,-3-5-24,2 1 32,0 1-48,1 3-80,-4-3 136,4 1-32,-4-1 24,0 1 64,0-4-128,3 3 24,-3 1 32,0-3 0,0 5-24,0-3-72,0 1 48,0-1 0,0 1 24,0-3 0,0-1 56,0 4-40,0-4-48,0 3 64,0 1-48,-1-1 16,1-5-24,-2 8 56,-2-1 8,2-1-24,-3-1 24,-1 2-16,4-5-24,-1 2-96,-3 11 72,-1-12 88,-1 5-72,1-1 24,3-2-16,3-3 32,-7 6-128,1-3-56,-8 3 136,11-1-16,-3 0 48,6-6-16,-13 15 112,9-14-160,-3 3 64,-6-1-8,8 1 8,3-3-16,-1 0 64,-11 0-32,10 2 24,-10-3-64,9 1 0,0 0 8,5-2 0,-15 0-96,10 0 192,-1 0-80,-10 0 32,13 0-8,3 0-40,-5 0-64,-1-4 0,-1 4-8,1-5 80,0 1-24,3 2 16,2 1 40,-5-5-32,-1 1-32,3-10 24,-1 11 40,1-1-32,5 4-8,-6-13 40,3 10-88,-1-1 48,0-14 32,3 16-40,-1-4 8,0-3 120,0 5-176,0-12 16,0 12 72,0-12-56,2 13 24,0 2 32,0-14 16,0-1 0,0 12-8,0-15 8,4 14-32,-3 5-16,2-3-24,1-15-40,-1 14 40,1-16 48,0 16-24,-2-5 0,-1 3 48,5 2-8,-1-1 160,-1-10-200,0 12 8,1-1-8,-5 5 32,4-19-208,1 19 200,1-5-8,-1 1 0,-1-1-32,-3 3 16,2-2 8,0 0-16,1 1 120,2-1-72,-1 0-32,-1 4-8,-2 0 32,3 0-160,-1 0 40,-1 0 40,1-3 24,0 3-8,-4 0 32,4 0 8,1 0-104,-1 0 0,-1 0-24,3 0-8,-3 0 128,-1 0-120,2 0-40,0 0-32,-1 1-16,3 1-8,-1 0 216,-4-2-280,2 2-8,3 2 64,-3-3-216,1 3-25,0 0-151,-3-3 616,1 2-896,2 0-24,-4 1-168,4 0-121,-1 1-111,0-2 1320,-2 0-1408,3 0-145,-4 3-39,3-3-80,1 1 167,-4 2 409,4-1 344,-1-1-2489,-3-4 3241</inkml:trace>
  <inkml:trace contextRef="#ctx0" brushRef="#br0" timeOffset="1">269 2936 7201,'0'0'648,"0"0"272,0 0 57,0 0-81,3 0-896,-3 0 736,4 0-160,0 0 8,0 0-72,-1-4 16,1 0 1,-3 3-529,2-3 544,2-2 8,1-10 72,-1 12-24,10-11-16,-13 13-584,-1 1 568,5-14-104,9 10-32,-10-10-111,12 9 7,-14-12-88,-2 16-240,13-2 208,-10-14-32,11 3 0,-10 10 8,15-19-8,-17 16-176,0-1 184,17-9-40,-14 3 136,14-3-128,-5-1 24,-11 4-176,-3 12 168,21-19-128,-7-2 200,0 4-72,1-2-24,1 0-24,-14 17-120,10-9 16,2-8 24,1-2 56,1-1 24,0 1 16,-8 8-136,-4 6 168,12-16-64,-1 0 40,1 1-120,-1 1 56,3 0-8,-19 24-72,18-24 0,1 0 48,-1-2-40,0 2 16,1-1 48,-11 15-72,6-6 72,6-10-48,2 1 65,-2-3-89,2 0 16,-3 7-16,-14 15 80,21-24-104,-2 3 144,0-5-96,2 1-24,-4-2 24,-19 28-24,18-25-112,1-3 72,2-2 32,-2 2-24,2 0 24,-12 16 8,-1 1 40,13-15-32,-2-4 24,2 2-16,0 1 16,-5 4-32,-18 25 0,22-30 16,-1 4-48,-2 1 40,0 0 32,0 3-80,-14 17 40,8-10 40,5-10-88,-1 3-8,-1-1 72,-2 2-16,-6 9 0,-4 8 40,10-12-16,-10 3 8,18 1 0,-18-1-16,17-1 8,-20 16-24,2-13-16,16-2-40,-15-1 72,12 12-48,-13-19 48,3 16-16,2-1 48,-5 4-56,12-17 0,-12 16 0,13-16 16,-14 18-8,-3 3-8,15-20 24,-15 18-56,5-14 24,10 12 0,-11-12-16,-3 16 32,2-3-32,2-15-80,1 16-25,-1-12 1,1 11 48,-4 1 88,-1 1-136,3-4 16,0 1-24,-1-1-48,1-9 16,-4 12 176,0 3-176,0 0-40,4-6-16,-4 1-16,3 1-8,-3 0-32,0 4 288,0 0-280,0-3-104,0-1-40,4 4-80,-4-4-105,0 2 609,0 1-664,0-3-136,0 4-96,0 0-112,0-4-88,0 4-121,0 0 1217,0 0-1256,0 0-32,4 0 103,-4 0 273,0 0 296,2 1 616,-1 0-360,-1 1 176,4-2-3697,-4 0 3881</inkml:trace>
  <inkml:trace contextRef="#ctx0" brushRef="#br0" timeOffset="2">2161 411 7665,'0'0'304,"0"0"88,0 0 72,-2-4-40,2-1-39,-2-1-81,2 3-24,-2-1 48,1 0 40,0 2-368,0 1 488,-1-3 48,-2-2 96,2 1-80,1 1-32,-1-1-63,2 5-457,-2-6 368,-2 3 16,2-1-64,-3 0-24,1 4-64,2-1-232,-1-2 224,-1 0-40,-2 3 0,3-4-8,-3 4-8,2-3-168,3 2 192,-5 1 0,1 0 64,-1 0-56,-1 0-32,1 0 16,6 0-184,-5 0 128,-3 0 8,1 0 40,0 2-16,-1 0 64,5-1-224,-1 0 257,-3 3-25,1 1 56,-1-1-88,-1 1 48,4 0-248,3-4 272,-5 6-56,-1-1 16,2 1 0,-1 8-32,1-12 24,4 2-224,-2 5 256,-1-4-104,1 1 32,-3 10-8,4-12-24,0 6-152,0-5 200,-1 1-56,1 11-16,-2-10 48,2 12-32,1-5 32,1-14-176,-2 5 160,2 14-72,0-5 41,0 0-41,0-1 8,1-10-96,1 0 128,-2 16-56,6-2 32,-1-3 8,1-8 0,-1 10-112,-4-13 112,13 1-16,-10 12 0,11-12-32,-12 10 0,14-9 40,-16-5-104,3 3 32,17 2 0,-16-1-8,17 1-8,-7-1 48,-6-3-64,-3 0 64,8 1-24,1-1-16,0 2-32,-1-4 0,1 0 8,-15 0-16,6 0 32,12 0-56,-12 0 16,8-6 64,-10 3-64,-2 1 24,1 0-24,3-3-40,9 1 40,-12-2-24,1 1 24,0-6 24,-2 7 8,1-1-80,1-14 32,1 14 8,1-12-56,-1 12 32,-4 4 56,4-17-40,-1 2 0,-1-3 80,1 3-48,-4-1 0,2 8 8,0 0 16,-2-6-64,0-5 0,0 3-24,0-1 8,-2 1 64,2 16-40,-4-16-16,-1 0-24,-1 3-48,-9-3-24,10 3-24,1 12 176,-7-2-184,4-16-57,-12 14-119,12-10-24,-13 16-160,5-6-160,-1 3-168,-1-1-200,2 4-313,-1 0-255,1 2-272,14-2 1912,-14 3-2049,0 3 169,-2-1 423,10 10 537,-13-9 416,16 0 504,0 2-224,-10 0-3737,14-8 3961</inkml:trace>
  <inkml:trace contextRef="#ctx0" brushRef="#br0" timeOffset="3">428 3021 6649,'-2'0'296,"0"2"32,-2 0 168,4-1-496,-1 2 632,-1 0 48,2-1-47,0 0-17,0 0-16,0-1-600,0 0 648,0 0 48,0 1 96,0-2-104,0 2 17,0-2-33,0 0-672,0 0 536,0 0 40,3 0-24,1 0-64,0 0-24,-3-2-464,1 0 424,2 2-104,2 0 81,8-5-113,-10-1 8,1 2-296,-4 3 304,13-16-136,-10 17 88,11-5-80,-10-12 0,10 14 8,-14-2-184,3-11 128,13 11 24,-12-12-24,14 12 32,-4-12-24,-7 14-136,-2 1 152,9-15 8,2 2-56,-3 1 40,1 8 8,1-14-152,-15 20 120,17-4 24,2-14-48,0 3 32,-1 10-8,1-14 48,-12 14-168,6-4 160,6 3-88,2-12 88,0 3-112,2 9 89,-6-8-137,-12 8 120,16-8-56,0 10 80,2-16-120,-2 14 88,4-12-56,-23 15-56,22-11 0,2 9 8,1-16-8,-1 7 8,3 8-8,-17-5 0,1 0 72,14-4-24,0-1 112,1-1-120,-1-1-24,-2 3-16,-23 13-40,26-12-96,-1-3 144,1-3-24,-1 1 16,0-1 8,-21 15-8,13-8-32,6-7-16,1-2 16,-1 0 40,0 1 8,0 3 32,-1 0 32,3-5-112,-2 5 24,0 0 24,-3-1-56,-21 18 40,20-14 40,4-2-88,-2-1 48,-2 1 24,2 1-24,-15 9 0,4-1 80,9 2-96,0-12 104,-2 13-72,1-10-16,-5 10 0,-12 4 32,14-13-136,-1 8 168,-1-9-64,1 15 16,-1-5 0,-13 4-16,9-2-32,3 0-16,-10-3 8,16 0 48,-16 3-40,6 0 32,-2 0 56,-3-2-32,14 1-16,-14 0-16,14-1-40,-15 1 32,10-1-32,-11 1 8,1 0 24,10 1-24,-15-1 48,2 3-8,1-2-24,1 0-80,0-1 32,0 4-96,-4 0-16,2-3 184,-1 2-120,-1 1-161,0 0 65,0 0-72,0-3-144,0 3-40,0 0 472,0 0-664,0 0-168,0 0-48,0 0-169,0 0-191,0 0 5905,-2 0-10722,-3 0 4393,1 0-49,-1 0 25,-1 0 271,1 0 1417,5 0-928,-6 0 312,-1 0 392,-1 1 96,1 3-3793,7-4 3921</inkml:trace>
  <inkml:trace contextRef="#ctx0" brushRef="#br0" timeOffset="4">2533 1809 7513,'0'0'200,"0"-3"-200,0 3 232,0 0 40,4-4 64,0 0 40,-4 4-16,3-3-23,-3 1-337,0 0 384,4-2-8,-4 1 88,0 3 80,0-4 16,0 0 32,0 1-80,0-1 16,0 4-112,-2-6-7,0 3 7,2 2-416,-2-2 320,1-1 0,-3 1-16,0-1-48,-1 0 16,2 3-272,0-1 280,-2 2-16,-1-4 48,1 4-88,-3 0 16,-5 0-240,12 0 248,-5 0-120,-1 0 48,-8 0 8,10 0-56,-10 0 80,11 0-208,2 0 201,-14 0-57,10 0 56,-10 0 8,10 2 24,-9 0 40,10 1-40,-10 1 56,10 0-96,-3-1 8,-6 3 24,13-6-224,-4 4 120,-2 1 56,-8 1 0,11 8 0,-1-8 24,3-4-200,-2 1 184,-1 14-48,-1-12 120,-1 12-120,1-10 56,2 8-192,3-11 176,-5 3-152,5 13 152,-1-12-88,0 10-8,0-11 9,2-3-89,0 11 8,0-8 0,0 12 40,4-14 56,1 10-40,-2-12-64,0-1 128,11 6-64,-10-1 16,2 8-32,10-12 48,-10 3-40,14-1-56,-5 1 0,-10-2-32,17-3 64,-7 1-24,-9-2-8,4 0 0,5 0-48,2 0 168,-1 0-152,3-5 32,-7 1 0,-8 2 72,11-3-256,-10-10 264,16 11-64,-16-1-72,14-10 24,-17 13 32,-1 0-128,14-12 16,-11 8 72,1-10 8,1 10 8,-3-2 24,-1 0 8,2 2-48,0-14 32,-1 14-56,1-8-8,-4 9 72,0 4-40,0-4-48,0-16 40,-2 16 15,-2-12-15,1 14 8,1 1 40,-2-2-64,-10-12-96,8 12-32,-1-2-32,-10 1 0,14-6 224,1 5-208,-17 3-80,4-3-56,1 1-168,-1-10-128,0 11-184,15 4 824,-16-3-1057,1-1-223,-3 4-184,-1 0-272,3 0-89,-1 0 97,1 0 255,-1 2 569,-1 3 376,1 1 288,1 1 104,1 10-3857,15-17 3993</inkml:trace>
  <inkml:trace contextRef="#ctx0" brushRef="#br0" timeOffset="5">397 3137 7321,'0'0'1016,"0"0"337,0 0 207,3 0-128,1 0-256,0 0-231,-4 0-945,3 2 800,1 0-72,0 0 40,-1-1 56,3 1-31,-4-1-793,1 0 824,3 1-104,-2 0 64,1 0-128,1-1-72,-2 1-584,-3-2 520,16 4-224,-14-4 241,3 0-209,10 2-8,-12-2 0,-3 0-320,13 3 88,-9-1 136,12 0 64,-12 0 24,14 0-24,-16-1-288,-1 0 312,22 0-64,-18 1-104,18 0 72,-10 0-24,3 0-56,1 0 88,1 0-184,-1 1 112,2 3 8,2-3-72,2 1 128,-2 0-160,0-2 0,2 3 57,0 1-1,-5-4-112,-12-1 168,19 5-32,-1-4-80,1-1 16,2 5-8,-1 0-24,1 10 40,1-14-88,-5 3 0,2 1 24,0-1 40,-14-2-56,0 0 112,13 1-56,-1-3 200,2 3-192,0-2 24,-3 1-88,-21-2 64,24 2-176,0 3 256,0-4-152,1 0 40,-1-2-24,-19 0-8,14 0-48,4 0 8,5 0 0,-3 0 56,1 0-80,-9 0 64,-9 0 80,18 0-48,-1-4-128,3 4 136,-3 0-64,1-4 80,-27 4-56,24 0 104,1 0-152,-1 0 80,-1 0-40,-4 0 64,-10 0-56,3 0 72,7 2-120,-2 0 176,2 0-160,1 0 48,-3-2 16,-1 0-104,1 0 176,-3 1-104,3-1 32,-3 2-32,-12-1 0,8 0-80,6 1 8,-2 0 80,-10 0-72,17-2 48,-19 1 16,0-1 64,15 2-88,-12 0-8,12 0 16,-12 0 8,13-2 8,-18 0 16,4 2 72,10-2-128,-9 1 80,-1 1-32,13 0-40,-16-1 32,0 0 40,13 1-120,-11-2 16,10 0 104,-10 0-16,1 0 0,1 0 32,9 0 40,-12 0-128,1 0 32,2 0-8,-6 0 8,5 0-104,1 0 40,-3 0 96,1 0-48,0 0-16,-4 0 32,0 0 48,3 0-112,1 0 112,-4 0-120,4 0-40,-4 0 112,0 0-112,0 0-168,0 0 64,0 0-72,0 0-80,0 0-33,0 0 2066,0 0-3818,0 0 1601,0 0-24,0 0-48,0-4-120,-2 4 744,2 0-776,-2 0-145,0 0-127,-2 0-136,1 0-240,-1 0-257,4 0 1681,-5-4-1992,-1 4-201,2 0 113,-1 0 240,-1 0 615,4 0 1225,-1 0-656,-3 0 320,1 0 288,1 0-3881,4 0 3929</inkml:trace>
  <inkml:trace contextRef="#ctx0" brushRef="#br0" timeOffset="6">2604 3310 8633,'0'0'945,"4"0"199,1 0-328,-1 0-256,0-4-232,-4 4-328,3 0 96,1 0 24,0-3 120,-4 3 96,3-4 120,-3 1-456,0 0 601,0-2-25,0 1 40,0-1-48,0 1-56,0-1-512,0 4 480,0-4-80,-1-1-64,-3 1-24,0-1-32,-1 1-40,3 0-240,-2-5 257,-1 10-41,-3-5 32,3-1-24,-3 1 24,-4 1-248,8 2 208,-2-3-8,-8-1 64,8 1-104,-10 1 0,8 4-24,7 0-136,-14 0 104,9 0 56,-12 0 72,12 0-32,-10 0-40,13 0-160,0 0 176,-13 2-48,10 1 40,-9 3-40,10-1 48,-2 1 0,-8 9-56,11-10 96,-3 14-80,1-14-24,1 15 25,3-18-137,-2 2 24,-1 18 24,-1-6-24,1-1 16,3 0 48,0 0 16,0-1 16,0-6-24,2 14-16,0-8-32,0 1 16,0-14-64,0 15 24,6 0-56,-1 1 112,10-10-40,-11 13 16,-2-17-56,1 2 152,14 11-176,-14-12 88,14 3-16,-11 8-24,10-12-24,-12-2 72,1 4-72,17 1 184,-16-1-176,18-1 48,-6-2-56,-14-2 0,11 0-192,5 0 152,-2 0 0,-1-4 72,1 0-40,-9 1 8,-3 1 24,9-4-56,-1-8-152,-8 10 192,12-11-40,-14 10 32,-4 5 8,15-17 120,-12 12-200,1-12 72,1 2-48,1 10 8,-5-2 40,2-8 8,-3 0-96,3-1 184,-3-3-144,0 3-32,0 4 80,0 7 0,0-13-200,0-4 280,-3 1-184,-3 1-120,-9-2-48,14 20 272,-3-16-553,-11-4-71,10 0-88,-14 0-272,12 3-288,-4 10 1272,0 0-1657,-6-10-607,1 5-321,-4-3 153,-1 12 615,1-16 769,0 16-3185,20 5 4233</inkml:trace>
  <inkml:trace contextRef="#ctx0" brushRef="#br0" timeOffset="7">346 3352 7225,'0'0'1528,"4"0"561,-1 0-57,12 2-463,-11 0-601,-4-2-968,5 2 472,12 1-256,-13 3-128,10-2-16,-8 1-56,3-2-16,-4 0 88,1 0 32,11 3 112,-12-1 144,10-1 144,-10 1-520,-5-5 592,15 2 17,-11 2-41,12 2 24,-10 1 8,10 0-96,-14-1-504,0 3 504,15-4-136,-12 10-16,12-9-16,-12 12-16,7-14-320,-7-2 328,0 16-87,15-1 207,-14-3-200,16-6-16,-17 14-16,-4-20-216,21 3 40,-8 15 136,1-5 24,2 3 24,1-3-72,-9-7-152,0-1 168,12 9-80,1-1-128,-2 2 120,0 3 40,2-5-120,-20-14 104,20 16 104,2-1-88,0-1-56,0 2 40,1-1-24,-18-12-80,10 7 56,9 7-40,2-1 72,-3-1-16,1-1 48,-9-4-120,-8-5 128,17 8-48,-1 3 112,1 0-144,0-1 24,0 1-32,-25-17-40,25 18 0,0 2 24,2 0 8,-3 1 32,1-3-56,-14-8-8,4 2 80,11 7-16,-1 1 152,3 2-192,1 0 24,-6-4-48,-19-14 16,25 18-144,-1-2 168,-1 2 24,-1 0 41,1-1 7,-22-17-112,15 14 80,7 0-48,0 2-8,-1-1 48,-1-3-24,-11-5-48,-4-3 136,14 8-16,-1-1-232,2 1 192,-2-1-72,-1-1-8,-22-13 16,21 6 168,0 13-208,-2-14 32,2 1-8,-2 8 8,-13-14-8,5 0 32,6 6-72,1 10 24,-1-14-24,0 3 40,-5-2 0,-9-3 32,13 5-16,-12 0 216,15-1-240,-14 1-16,12-1-24,-16-4 48,2 2-320,1-1 144,10 1 32,-11-1-104,1 0 7,-2-1 241,0 0-232,2 1-96,1-1 72,-3-1-192,1 2-88,-1-2 536,-2 0-640,-1 0-232,0 2-96,0-2-177,0 0-207,0 0-248,0 0 1600,0 0-1849,0 0-327,0 0-257,0-4 113,-2 4 335,0 0 649,-2 0 656,-1 0 384,-1 0 176,1-3-3801,5 3 3921</inkml:trace>
  <inkml:trace contextRef="#ctx0" brushRef="#br0" timeOffset="8">2553 4700 6857,'0'0'624,"0"0"-624,0 0 776,0 0 64,3 0-239,1-4-249,0 4-192,-4-3-104,3-1-24,1 0-40,-4 1 24,0-1 80,0 0 120,0 2-216,0-1 328,0-1 88,-2 0 136,0 1-16,1-3-16,-5 1-16,2-1-144,-1 3 89,-1-3-73,-1 0-40,0 3 0,5 2-336,-11-2 272,7-1-8,-1 1 120,-10-3 8,12 1-24,-3 2-368,1 0 456,0-2-80,-10-1 0,12 1 0,-12 1-55,12 1-321,5 2 320,-17 1-56,12 0-136,-12 0 104,12 0 16,-3 0-40,6 0-208,-3 0 320,-2 0-136,-8 4 32,13 1 16,-4-1-16,3 0-216,1-2 216,-4 3-88,3 10 144,-3-11-96,3 10 16,1-8 32,2-6-224,-4 5 48,2 12 72,0-12 32,2 14-32,0-14 0,0 4-120,0 3 128,0 2-79,6-6-57,-1 10 112,1-11-8,5 8-96,-7-11 80,-1 3 80,14 10-24,-12-10-128,12 8 56,-12-10-48,-1-1-16,11 11-64,0-10 64,-10 12 0,17-12-16,-5 1 64,-9-2-48,-2-1 96,9 4-88,0 1-8,0-3-48,1 1 16,-11-3 32,-4-3 16,19 2 16,-15 0 0,12 0-80,-12 0-16,12-2 0,-16 0 64,2 0-104,11 0-8,-10 0 136,0 0-128,1-4 8,-1 1 96,-2 2-56,3-15-193,1 12 241,-1-1-272,1-12-80,-3 12-8,-2 4 368,2-19-632,1 15 160,-4-15-8,0 3-64,0 1-40,0 5 584,0 1-672,0-8-161,0 0-287,0-4-40,-2 1-208,0 2 1368,2 16-1633,-4-19-15,-1 4-80,-1-6 343,1 0 537,-1 0 384,5 18 464,-5-12-168,-9-6-1624,15 24 1792</inkml:trace>
  <inkml:trace contextRef="#ctx0" brushRef="#br0" timeOffset="9">175 3321 6017,'0'4'456,"0"1"280,0 10 240,4-10 120,1 10-111,-1-11-137,1 3-224,1 10-176,-3-14-448,-1-1 328,4 17-104,-2-14 96,1 10-104,1-10 56,-1 14 112,-5-18-384,6 5 321,8 14 103,-14-5 136,6-8-24,-1 14 40,-2-18-576,0 1 592,12 16-80,-12-1 24,12-3-80,-11-1-31,8-3-425,-10-10 392,2 6-88,11 12-56,-11-3 32,12-1-32,-10 1-48,-3-14-200,10 12 240,-7 3-104,12 3 32,-12-1 8,16-2-8,-19-6-168,-1-3 224,20 11-24,-16 0 0,16 0-64,-6 2-56,-2-1-80,-13-20 72,16 21 0,-1 2 120,1 0-56,-1-2 0,1 2-56,1 0-40,-1-2 56,-1 2 112,3-2-95,-3 4-33,3-2-16,-1 0-64,0 3 40,1-3 72,-1 4 8,1-1-64,1-1 56,-2 2-80,2-3 72,-1 1 8,1 0 56,-10-14-168,0 2 176,10 13-24,3 3 32,-1-3-48,-2 3 56,0-6-192,-18-21 152,20 23-48,-2 5 40,4-1-16,-2 1-24,-2 0 80,-14-24-184,10 12 144,5 9-88,-1-1 48,2-3-80,0 2 24,-9-10-48,-6-7 104,13 19-32,1 2 80,-1-5-128,0 1 24,2 0-16,-21-25-32,18 18-64,4 5 24,-1 0 40,-2 0 32,2-2-56,-13-13 24,4 4 96,9 11-104,0 0 24,0-2 56,2 0-48,-6-6-24,-14-12 24,18 13-48,-2 12 88,2-11-80,1 3 16,-3-1 32,-18-18-32,18 1-40,-2 21 40,1-5 24,-1-3-24,0-1-24,-7-7 24,-3-1 48,8 7-24,-1 1 16,-9 0-24,14-8 8,-15 9-24,-5-15 16,21 4-16,-16 12-24,10-10 32,-10 10-40,10-10 8,-11 9 48,12-8-64,-12 10 56,1-12-8,12 8 0,-14-9-8,-2-4 24,2 6-48,3 1 64,-1 6-96,1-10 24,-1 2 8,-4-6 24,4 5-120,0 1 40,-1-1-24,0-1-80,-1-2-64,-1-1 248,0-1-288,-2 2-112,4 2 40,-1-2-240,1 0-96,-4-2-145,0 0-247,4 0-40,-4 0-224,0 0-233,0 0-215,0 0 1800,0 0-2153,0-4-55,0 4 136,0-4 375,0 4 657,0-2 1040,0 1-544,-2-3 320,0 4 96,0-4-3777,2 4 3905</inkml:trace>
  <inkml:trace contextRef="#ctx0" brushRef="#br0" timeOffset="10">2317 5824 6681,'0'0'512,"0"-6"120,0 1 32,0-1-152,0 2-192,0 4-320,0-3 145,0-1-97,0 0-16,0-1 0,0-1 80,0 3-112,0 1 208,-2-4 96,-1 3 104,-3-3 56,3 1 48,-3-1-512,6 6 456,-4-15-24,-1 15-72,-1-3-56,-8-1 24,8 0-24,4 3-304,-1-1 337,-14 2-25,12-4-8,-10 0 8,9 4-8,-6 0-304,8 0 312,-4 0-48,-10 0 0,11 0 0,-12 0 0,14 0 64,3 0-328,-13 0 320,10 0-48,-10 2 24,9 0 32,-8 2-16,11-2-312,0 1 345,-4 3 23,0 1-56,-1-2 16,3 3 32,0-2-360,4-5 312,-4 14-8,-1-8-40,1 10-64,1-10-16,0 12-16,4-17-168,-2 3 160,1 15-16,1-13 0,0 16 0,0-7 16,0-4-160,0-6 176,0 13 8,3-3-24,1-1-24,1 0-16,1-8-16,-6-7-104,15 17 81,-12-3-1,14-6 0,-12 8-8,14-10 32,-14 9-8,14-10-64,-14 1 72,14 1-56,-5-1-40,-2-2-8,-9-3 80,12 3-96,-1 1 32,1-3-16,0 0-24,-10-2-8,0 0 32,11 0-72,-11 0-32,12-4 40,-14 1-32,12-3-8,-13 3 104,0 1-32,1-15-56,12 13-33,-15-10 9,6 8-56,-1-13 168,-5 18-232,4-14-32,-1-1-88,1-1-40,-4 0-56,4-1-88,-4 12 536,0-6-632,0-7-192,0-3-161,0 2-167,0 0-200,-3 4 1352,2 10-1504,-4-15-233,1-1-39,-2-1 95,1-1 345,-9-3 1336,13 26-832,-4-27 352,-3-1 280,-8-2 64,10 0-3761,6 31 3897</inkml:trace>
  <inkml:trace contextRef="#ctx0" brushRef="#br0" timeOffset="11">175 3246 6569,'0'0'488,"0"0"256,4-3-744,-2 2 944,1 1 17,1 0-121,1 0-256,-1 2-144,2 0-88,-1 1-112,1 1 24,-3 1 32,1 1 0,2-1 32,-4-1-328,1 0 392,1 3-15,1 8 79,1-11 16,-1 3-8,8 6-464,-11-11 480,-2 3-48,5 13 72,10-12-40,-11 14-64,1-5-8,-3-12-392,2 9 312,11 4-31,-12 1 39,3 3 8,10-2-16,-13-5-312,-2-5 304,14 14 24,-12 0-136,12 0 16,-11 4 32,12-3-72,-15-22-168,4 24 248,10 1-96,-10 2-8,14 1 40,-14 2-24,3-19-160,4 6 216,-6 13-32,14 0 80,-5 2-96,-10 4-56,14-11-112,-14-19 128,10 30-144,3-2 192,-1 2-23,1-1 7,1 1-24,-3 0-72,2 0 8,-1-1 0,1 1 40,-1 0-32,-7-15-80,-2-5 96,11 19-16,-1-1-24,1 2 16,-1 2 40,0-3-112,-16-32 88,17 38-16,1 4-16,-2-3 0,1-5 48,3 3 24,-16-31-128,8 13 120,8 16-48,-2 3-8,-1-5 8,3 3 56,-9-14-128,-8-15 136,15 24-16,0 3-16,1-1-16,-1 0-8,2-2 16,-20-32-96,14 27 88,5 5-48,-3-2 48,0 4-32,1-4-24,-11-17-32,2 1 72,8 16-72,1-2 64,-3 1 8,1-1-16,-1-5-56,-14-21 64,15 26-48,1-3 40,-1 1-64,1 1-16,-1-1 8,-13-21 16,8 14-32,5 9 24,-2-3 72,-1-3 8,3 5-48,-8-15-24,-3-5 88,10 18-64,-1 0 64,1-5-40,-1 3-56,0-2 32,-15-24-24,16 24-48,1 2 64,-1-2-8,3 0 24,-4-2-24,-9-13-8,4 6 24,8 5-40,-1 0 0,1 2 72,-1-2-8,-4-5-48,-9-11 128,12 18-32,1-4-80,-12 2 24,19 1-24,-18-1 0,16 2 32,-17 0-80,14-4 0,-14 4-8,13-1 32,-15-11 8,0 0 0,14 12 24,-14 0 48,12 0-80,-11 0 16,1-2-8,-5-18-8,15 17 0,-12 3-16,3 0 40,0-2-8,-1-2-16,-3-11 8,2 7 8,-1 6-48,3 0 48,-1 0 0,1 0 24,-2-7-32,-3-7 72,5 10-64,-1 3-32,1-3 24,-2-1 48,1 2-40,-4-16-8,4 14 40,0 0-72,1 0 0,-1-8 64,1 13-24,-4-13-8,1 1 40,3-3-32,-1 14-8,1-14 16,-1 10 0,0-10-16,-4-4 0,4 6-24,1 0 64,-1 1-40,10-1 8,-15-2 16,5 3-72,1-3-48,-2 1-48,1-1 64,-1 1-40,-1-4 120,-1 0-96,2 1-8,0-1-112,-1 2 24,1-1-72,0-1-8,-1 0-64,-3 0-128,4 0 16,-4-2-72,4 2-40,-4-2 560,0 1-649,0-1-167,0 0-128,0 0-120,4 0-48,-4 0 1112,0 0-1201,0 0-103,0-3-152,0 3-137,0 0-79,0 0-72,0 0 303,0 0 393,0 0 408,0 0 448,0 0 112,0 1 80,0 0-72,0 0 0,0 5-3841,0-6 3913</inkml:trace>
  <inkml:trace contextRef="#ctx0" brushRef="#br0" timeOffset="12">2452 7281 7449,'0'0'440,"0"0"40,0-4 16,0 3-496,0-1 352,0-2-216,0 0-95,0 1-33,0-1 0,-1 1-8,1 2 80,-4-4 120,-2-1 24,1 1 96,-1-1 40,-1 2-8,5 3-352,-3-3 376,-3-2-24,-8 3-40,10-3-24,-9 1-16,8-1 32,-11 2 8,10 1 8,-10-1 16,11 4-47,-14-4 23,21 4-312,-14 0 304,-1 0-48,0 0 32,-1 0-24,1 0-8,9 0-256,-3 0 288,-5 0-96,8 0-8,-12 0 8,12 2 0,-8 0-192,10-2 256,-2 6-32,-8-3-40,10 3-40,-4-1 0,-6 1 32,13-5-176,-2 5 200,-2 2-16,1 6 16,0-8-15,-1 1-25,3 1-160,0-1 200,-2-2-32,3 10 8,-1-9-16,2 10-56,0-9-104,0-6 112,0 13 8,0-6-56,3 8 72,1-10-32,2 10-24,-1-10 48,10 8-64,-12-6-16,12 6 40,-9-8-32,5-1-56,-6-3 96,1 13-24,16-9-8,-7 1 8,-10 0-8,21 1-24,-24-8-40,12 5 32,5-1-24,1-2 24,-3 0 24,3-1-16,-12 0-40,2 0 80,7-1-120,3 0 56,-4 0-16,3-3-8,-5-1 8,-12 4 80,13-6-96,2 1 56,-12-1-48,14-8-72,-14 10 56,12-11-88,-14 12 24,3-14 0,9 13 0,-15-14 48,2 15 40,-1 0-40,3-15 16,0 3 0,-1 10-56,-3-17 16,0 7-16,0 15 80,0-17-48,0 12-80,-2-17 48,-1 5-24,-3 3-104,4 8 208,-1-3-232,-12-8-224,8 1-128,-12-3-121,3 3-207,3 3 912,9 9-1104,-14-10-384,-4 8-433,0-16-143,-2 7 391,-2 1 497,23 12 1176,-22-2-568,-2-18 400,-1 7-3817,28 15 3985</inkml:trace>
  <inkml:trace contextRef="#ctx0" brushRef="#br0" timeOffset="13">2335 383 7513,'0'0'648,"0"0"368,3 0 257,1 0 87,0 0-232,-3 0-1128,1 0 896,2 0-175,0 0-17,-1 0 32,3 0 48,-2 0-784,-3 0 872,5 0-64,9 0-7,-12-3-57,3 3-40,9-4-72,-15 4-632,3 0 560,12-4-112,-10 1-16,12 3-24,-11-4-31,2 2-377,2 0 440,5-1-128,-1-1 112,1 0-160,2 4-24,-2-3-240,-12 3 288,17 0-192,0-6 152,4 2-48,0 1-48,2-1 32,-20 4-184,17 0 176,9 0-184,-1 0 72,4-4 0,2 1-40,-15 1-24,-8 0 136,27 2-40,1 0 40,0-4-136,4 1 72,-1-3-72,-44 6 8,47-5-72,0-1 104,0 3-56,1-1 56,1-2-16,-32 4-24,14-1 24,19-12-24,-1 11-16,-2 1 40,-6-3 32,-11 3-56,-22 3 56,28 0-24,-2-4 40,0 0-80,-4 4 40,-1 0-40,-27 0 8,21 0-64,4 2-56,-2 0 56,-1 0 40,1 3-24,-14-3 48,0 0 16,12 3-80,0 1 88,0-4-144,0 1 56,-2-1 64,-20-2-96,20 4-136,0 1 120,0-1-120,0 0-24,-2-2-40,0 0-72,-1-1-88,1 1 0,-3 0-72,1-2-121,-8 0 649,-5 0-672,9 0-192,1 0-176,-9 0-160,12 0-177,-13-4-175,-4 4 1552,13-3-1784,-10-1-201,1 0 33,1 4 407,-1-3 545,-3 1 1000,0 0-464,2-2 328,-1 1 48,1 3-3841,-4 0 3929</inkml:trace>
  <inkml:trace contextRef="#ctx0" brushRef="#br0" timeOffset="14">4620 313 8009,'6'0'384,"-1"0"120,12-4 57,-13 4-73,1-4-112,1 4-144,-1 0-48,0 0-184,-4 0 192,4-3 56,-1 3 48,0-4 128,-4 0 64,0 1 0,1 1-488,1 0 528,-2-2-104,0 0-55,0 1-41,4-1-40,-4 0-288,0 3 296,0-5-48,0 2-24,-2-1-8,0 1-48,-3-1 16,4 4-184,-4-4 144,0 0-56,-1-1 72,1 1-24,-10-1 40,13 4-176,-2-1 192,-1-3-88,-12 1 120,12 1-64,-12 0-16,5 1-144,10 3 208,-6-4-120,-10-2 88,3 6 8,8-3-24,-12 3 56,16 0-216,-10 0 169,5 0-41,-12 0 80,4 2-16,1 1 16,11-1-208,1 0 232,-16 2-24,12 1-48,-12-1 24,14 1-8,-10 1-176,15-6 168,-5 5-16,-3 3-8,-8 6 8,10-8 0,1 10 16,3-14-168,-2 2 104,-1 12-16,1-10 8,2 12-16,-1-10 64,1 5-144,2-8 168,-2 1-64,2 10 32,0-8-64,0 10-8,4-3 0,-4-13-64,5 12 24,10-8-16,-12 12 48,12-12 16,-9 8 16,2-11-88,0 0 104,-2 4-64,14 10 8,-5-12-16,-1 1 0,0 0-32,-13-5-8,14 3 40,0 1-56,-10 1 56,17-4 8,-7 0-8,-11-1-32,7 1 32,3 0-112,1-2 40,0 2 8,-10-2 24,10 0 8,-8 0 24,-1 0-64,10-4-8,-12 1-32,11-1 8,-12 0 32,-2 4 40,2-5-40,3-10-96,-3 15 96,3-17-16,-1 14-48,-3-4 104,0-3 0,2-5-104,-4 1 64,0-3-72,0 2 8,0 4 104,0 8-112,0-16-88,0-1 16,0-2-136,0-4-72,0 2-80,-1 20 472,0-15-648,-1-5-184,-4 2-177,1-2-263,-1 0-304,3 10 1576,1 4-1905,-5-14-135,-1 2 408,-7 0 471,8 0 625,-9 4 536,16 17-1840,-8-17-2193,8 18 4033</inkml:trace>
  <inkml:trace contextRef="#ctx0" brushRef="#br0" timeOffset="15">2627 1883 7329,'0'0'304,"0"0"-304,-2 0 432,0 0 120,1 0 88,1 0 17,-2 0-25,2-4 8,0 4-8,0 0 0,0 0-48,0 0-8,0 0-576,0 0 505,0 0-49,0-3 64,0 3 0,0 0 56,0-4-16,0 3-560,0-2 536,3 3-56,-3-3 88,0 3-87,4-4 15,-4 4-496,0 0 464,0 0-144,0 0 32,4-4-48,-4 4 16,0 0-16,0 0-304,3-3 312,-3 3-56,0-4 56,4 4-8,-4 0-32,2 0-272,0 0 344,-2 0-144,3 0 57,1 0-41,2 0-24,-3 0-192,-3 0 232,4 0-72,1-4 104,-1 4-96,2 0-16,-1 0-56,0 0-96,7 0 48,-9 0-8,3 0 96,10-4 32,-10 4-16,4-2-152,-3 1 192,-4 1-88,16-4 64,-14 4-88,14 0 24,-14 0 8,-5 0-112,20 0 40,-14 0 8,12 0 48,-12 0 0,14 0-32,-18 0-64,1 0 152,18 0-120,-16-4 8,17 4 8,-16 0-16,16 0 16,-6 0-16,1 0 56,-2 0-48,1 0 56,3 0-40,-16 0-56,10 0-32,7 0-8,-1 0-8,-1 0 64,2 0 40,-8 0-56,-3 0 112,11 0-64,2 0 72,0 0-88,0 0-32,1 0 0,-22 0 24,25 0-112,-1 0 120,1-3-8,-2 3 24,2 0-16,-18 0-32,8 0-8,9-4-96,3 0 168,-2 4-96,0-3 40,-8 3-8,-13 0 88,21-4-160,-2 4 72,0-4-24,-2 1 64,-2 3-64,-17 0 24,14-4 32,4 4-72,-1 0 56,-4-4 0,3 4-40,-12 0 24,1 0 56,8 0-104,3 0 152,-1 0-80,-3 0-24,-2 0 0,-12 0 8,16 0-144,-2 0 208,1 2-40,1 0-24,-3 0 16,1 2-72,0-1-40,0 1 88,-10-2-24,19 0 16,-20 0 8,-3-1 72,22 5-48,-9-4 32,-8-1-32,14 1-8,-14 0-16,-6-2 0,22 4-48,-17-2-24,17-1 64,-16 1-24,14-2 48,-18 0-16,1 0 96,16 0-136,-14 0 104,14 0-72,-14 0-8,11 0 16,-13 0 32,2-3-80,12 3 192,-12 0-176,10-4 24,-11 4 0,-1-1 8,10-2-104,-9 0 40,1-1 64,10 0 0,-11 1-16,5 0 16,-4 2 56,-1 1-40,2-4 96,-1 1-136,1 3 56,-1 0-32,-5 0 0,6 0-104,-1-4 96,1 4-24,-3 0 0,1 0-8,-3-1 40,2-2-24,0 3-48,1 0 64,0 0-24,-1 0 0,0 0 32,-2 0 8,3 0-104,-4 0 104,4 0-80,-1 0-32,-3 0 16,0 0 88,4 0-216,-4 2-32,4 0 16,-4 2-64,0-3-8,1 0 304,1 0-296,-2 1-120,0 0 120,0 0-224,0 0-16,0-1 536,0-1-657,0 2-287,0 0 32,0 0-264,-2 0-80,-1 0-177,1-1 1433,-2 1-1624,-1 0-144,-1 0-161,1 0 145,-3 1 407,3 0 1377,3-2-888,-4 5-3361,6-6 4249</inkml:trace>
  <inkml:trace contextRef="#ctx0" brushRef="#br0" timeOffset="16">4703 1633 8105,'0'0'1777,"0"0"-361,4 0-248,-4-3-1168,0 2 848,0-2-288,3-1-135,-3 0-161,4 4-40,-4-4-32,4 4-56,-4-3 96,0-1 40,0-1 8,0 1-8,0 2-272,0 0 256,-2-1-56,0-1-32,0 0 32,0 4-40,-2-3-160,3 3 152,-5-4 0,1 0-16,-1 4 0,-1 0-32,-8 0-8,14 0-96,-3 0 80,-11 0-8,10 0 40,-12 0 0,11 2-8,-6-1-104,6 0 136,-9 3 16,1 1-15,-1 2-25,0-1 8,-1 1-32,15-6-88,-13 6 104,-4 0-64,1 10 80,2-12-24,1 10 8,10-13-104,0 1 216,-14 12-88,11-9 136,-12 12-64,14-3-32,-9-9-168,11-5 152,-2 19-64,-12-5 160,12 0-112,-1-1-8,-1 3-8,6-16-120,-4 5-8,0 14 80,-1-12 56,4 12 8,0-14 48,1 6-184,1-4 232,0-3-56,0 10 24,3-9-56,1 8-16,1-8-128,-5-6 136,6 7-80,11 0 56,-12-1 0,13-1 17,-3 1-9,-10-5-120,5 2 112,6 0-136,1 1 104,3-2-16,2 0-48,-6-2-16,-10 0 104,16 0-104,0 0 128,0-4-128,1-1 0,0-1 8,-19 5-8,13-4-136,3 0 104,0-12 64,-1 14-24,-3-14-16,-7 14 8,-1 1 64,-3-19-80,15 7 24,-14-1-16,10 10-8,-12-13 16,-4 15-32,6-2-8,-1-15 48,1 3-8,8 2 16,-10 1-24,-3 9 8,2-7-40,2-3-56,-5-3 56,0 3-24,0-1-128,0 5 192,0 5-161,0-9-191,-5 1-88,-1-3-64,-1 2-192,-10 10-112,17 5 808,-3-20-984,-14 14-73,12-10-55,-14 10-160,4 1-64,9-2 1336,-2-3-1521,-7 10-231,0-4 120,-3 1 327,1 3 393,3 0 912,10 0-4257,4 0 4257</inkml:trace>
  <inkml:trace contextRef="#ctx0" brushRef="#br0" timeOffset="17">2718 3436 6033,'0'0'1656,"4"-6"-880,-4 3 177,3-1 23,-3 1-976,0 2 984,4 1-144,0 0 56,0 0-112,-1 0-31,1 0 15,-4 0-768,4-3 672,-1 3 24,1 0 88,0-4-40,-1 4 41,1 0-785,-2 0 824,3 0-152,1 0 64,-1 0-200,1 0-32,-1 0-56,-5 0-448,6 0 280,-1 0 89,12 0-49,-13 0 8,1 0-32,1 0-296,5 0 256,-8 0-48,14 2 64,-13-2-64,12 2 16,-12-2-224,-2 0 184,16 0-80,-12 0 192,14 0-176,-5 0 32,-1 0-32,-12 0-120,13 0-32,1 0 136,3 0-8,-1 0 40,2 0-16,-10 0-120,1 0 120,7-4-16,4 0 88,0 4-136,2 0 32,-1 0-88,-20 0 16,21 0-120,1 0 296,1-3-192,0 3 112,1-4-16,-20 4-96,10 0-96,9 0 96,2-4 48,-3 4-48,1 0 40,-8-2-40,-8 1 72,15 1-56,1 0-24,0 0 40,-2 0-8,2 0-32,-26 0 8,24 0 96,-1 0-112,3-4 32,-2 4 1,4 0-66,-18 0 49,5 0 41,13 0-50,-2 0 42,-1 0-49,3 0-1,-6 0 17,-16 0 0,21 0 0,-1 0 225,2 2-241,-1-2 16,-1 0-32,-21 0 32,17 0-177,4 0 145,0 0 56,-2 0-24,0-4 0,-13 4 0,-2 0 89,13 0-105,-2-5 64,-1 1-24,-1 0-64,-4 1 40,-13 3 0,13 0-56,1-4 7,-9 4 41,14-4 41,-15 1-17,1 3-16,5 0 8,-7 0-57,10 0-103,-10 0 152,0-4-16,0 4 16,-3 0 32,5-4 88,-1 0-15,1 4-121,-1 0 16,1 0-56,-5 0 56,3 2-193,2-2 113,-1 0 16,1 0 16,-1 0 8,-2 0 40,0 0 16,1 2-56,-1-2 216,1 0-240,0 0-16,-1 2 80,-3-2-88,4 4-272,-4-1 392,4-1-176,-4 0 0,3 2 24,-3-4 120,0 2-336,0-1 56,4 1-8,-4 0-56,0-2-40,0 1 384,0 0-408,0-1-144,0 0-64,0 2-1,0-2-47,0 2-72,0-2 736,0 0-816,0 0-184,0 1-80,0-1-121,-2 0-127,1 1 1328,0 0-1408,0-1-193,1 0-39,-2 0 48,0 2 351,0-2 1241,2 0-816,-2 2 344,0-2-3465,2 0 3937</inkml:trace>
  <inkml:trace contextRef="#ctx0" brushRef="#br0" timeOffset="18">4840 3228 9273,'0'0'1209,"0"-4"-65,0-1-296,0-1-368,0 3-184,0 0-296,0 2 176,4 1-128,-4-5 80,0 1-8,0-2 80,0 1-39,0 4-161,-2-4 160,-2 0-40,1-1 8,-3 1 40,1-1-24,2 3-144,0 1 192,-4-4-96,-8 1 8,10-1 0,-10 1-40,10 1-64,4 4 152,-15-4-64,10 4-16,-12-3 80,10 3-32,-12-4 64,6 0 48,-1 4-80,0 0 56,0 0-48,1 0-40,9 0-120,2 0 152,-17 0-56,5 2 144,1 0-96,6 3 16,-12 1-16,19-6-144,-5 5 40,-13 1 40,14 1 48,-14 8 8,12-9 8,0-3-144,-2 1 200,3 13-39,-9-12 55,12 10-80,-3-8 40,2 9-176,3-12 168,-5 11-40,1-8 224,3 12-152,0-12-8,0 12 56,2-18-248,0 5 64,0 12 112,0-3 0,6 0-8,-1-1 24,3-4-192,-1-3 216,-4 8-56,14 1 8,-2-10-56,-1 12 16,2-13-128,-15-4 104,16 13-72,-1-8 72,1 9-56,-1-10 8,3 2-16,-13-4-40,6 2 0,8 2-48,0-1 56,2-1-8,-1 1-8,-8-5 8,-8 0 88,13 0-64,-1-1 200,0 0-192,-3-3-16,1-3-16,-13 6 0,2-3-144,16-3 144,-15-9 16,10 12 16,-11-3-64,3-2 32,0 0-32,-3 2-40,2-16 152,-1 16-96,1-12 32,-1 13-16,-5 5 16,4-19-152,-1 4 96,-3 1-16,0-3 8,0 2 8,0 11 40,0-10-56,0-2-128,-1 1-40,-5-4-144,-1 1-152,-3 7 520,5 5-624,0-14-192,-12 0-88,10 3-169,-15 1-135,5-1-224,16 17 1432,-18-5-1665,0-17-183,-1 7 152,0 10 431,-2-12-95,13 16 1360,-6-2-4233,15 3 4233</inkml:trace>
  <inkml:trace contextRef="#ctx0" brushRef="#br0" timeOffset="19">2604 4835 8833,'0'0'1401,"0"0"135,1 0-1536,2 0 1312,2 0-343,1 0-265,-1 0-152,12 0-48,-13 0-16,1-3 16,12-1 16,-12 4 0,14 0 24,-14-4 1,-1 4-545,12 0 504,-10-3-16,14 3-40,-3-4-40,-1 0-24,-8 4-384,-1 0 344,11 0-32,2 0 8,-1 0-72,5 0 0,-1 0-248,-22 0 232,21-3-56,3 3 144,1 0-127,2 0-1,1 0 0,-18 0-192,9 0 96,10 0 48,1 0 104,0 1-56,1-1-32,-7 0-160,-15 0 208,25 0-120,1 2 192,-1 0-192,0 0-48,0-2 8,-31 0-48,25 0-128,6 0 112,-2 0 80,0 0-16,0 0 16,-16 0-64,0 0 80,14-4-40,2 1-16,-2-1-32,-1 4 16,1 0 48,2 0 0,-2 0-40,0-4 72,-1 4-56,-1 0 0,-22-1-32,14-2 104,8 3-96,1-3 72,-1 3-32,1 0-24,-12 0-24,-7 0 40,17 0-56,-1 2 32,-1-2 40,2 0-32,-3 0 0,-24 0-24,24 0-16,1-4-48,-2 4 80,0 0-40,-2-4 80,-13 3-56,4-1 48,9 2-80,0 0 176,0-4-168,0 0 24,-5 1 0,-12 3 24,15-6-136,0 2 248,-1 1-120,-3-1 16,3-1-16,-16 4-16,10-4-144,4-1 88,-1-8 40,-10 14-16,16-4 48,-19 2-16,0 0 8,15-1-56,-14-3-192,10 3 160,-10-1-8,1 4 88,-4 0-136,4 0 176,1 0-288,-1 0 0,-1 0 16,-1 0-80,-2 0 312,2 0-216,1 0-120,-4 2 0,0 0-88,3-1-137,-3 2 561,0-2-568,0 1-224,0 0-64,0 1-120,0 3-121,0-4-63,0-2 1160,-1 5-1264,-1-3-112,0 2-73,0 1-95,-3-1-16,2-1 1560,0 0-1233,-2 2 345,-3 1 368,-7-1-3513,15-5 4033</inkml:trace>
  <inkml:trace contextRef="#ctx0" brushRef="#br0" timeOffset="20">5092 4659 10018,'0'0'1096,"4"0"-216,-4 0-880,0-4 480,0 0-120,3 4-96,-3-5-96,0 1 8,0 1 16,0-3-24,0 0 161,0 1-105,-1-10-16,-2 15-208,2 0 216,-3-3-128,-1-3 48,-1 1 24,-1-1-16,-8 0 16,14 6-160,-3-3 216,-11-1-64,8 4 56,-14-4-16,5 4-8,7 0-184,3 0 216,-10 0-40,1 0 96,-2 0-120,1 0 8,-2 2-160,17-2 128,-15 2-48,-1 2 128,1 1-64,-1 3 64,1 6-40,10-12-168,-5 0 152,-6 13 8,3-10 25,-1 12-57,8-2 8,-8-10-136,9-3 152,-1 16-56,-9-12 104,10 14-80,-9-13 16,10 15 8,4-19-144,-4 9 80,0-4 32,-1 12 40,1-6-8,-1-6 8,4 10 48,1-10-40,-1 8 56,2-9-48,0 12-24,3-14-144,-3-5 128,4 19-40,2-12 88,8 10-40,-8-12-8,10 3 0,-14-7-128,2 3 32,14 2-8,-3-1 64,2 1-48,1-3-24,-6-2-16,-6 0 56,15 1-88,-1 0 144,0-2-88,2 0-48,-2-4 56,-19 4-32,17-5-112,2-1 80,-2-9 48,1 10-64,-1-10-16,-11 14 64,3-2 0,4-11-48,1 8 48,-9-8-8,10 8-16,-13-7 24,-2 9-8,4-1-40,1-12 48,9 12-64,-15-15 0,3 14-32,-3 3 96,0-12-160,0 9-120,4-10-40,-4 10-120,0-12-96,0 15 536,0 0-504,0-17-104,-2 15-57,0-14-103,-3 4-136,0 2 904,4 12-1104,-4-14-168,-3 0-185,-6 10-191,8-17 136,-1 7 367,0 13 1145,-5-2-2392,-2-14-1825,14 18 4217</inkml:trace>
  <inkml:trace contextRef="#ctx0" brushRef="#br0" timeOffset="21">2359 5927 7153,'0'0'208,"0"0"104,0-4 144,-2 4-456,2 0 600,0 0 41,0 0 15,0 0 24,0 0-8,0 0-16,0 0-656,0-4 664,0 4 0,0 0 25,0 0-9,0 0 16,0 2-696,0-2 656,0 0-80,0 0 8,3 0-40,1 0-8,0 0-23,-4 0-513,3 0 496,1 0-32,0 0-8,-1 0-32,1 0-8,-1 0-416,0 0 384,2 0-16,10 0-56,-11 0-24,1 0-16,9 0-272,-13 0 240,2 0 48,14 0-39,-11 0-41,14 0-48,-15 0-48,3 0-112,6 0 88,3 0-16,-1 0 8,3-4 32,-3 4 0,-3 0-112,-7 0 128,12 0 16,2 0 8,2 0-64,2 0-8,0-3 0,-22 2-80,18-2 24,6 3 0,-2-4 48,0 4 0,2 0 8,-13-1-80,1-1 104,12 2-40,0 0-8,1 0 0,1 0 16,-3-4-72,-21 4 40,24 0 16,-1-4-104,1 4 72,0-3 0,-1 3 8,-20 0-32,14 0 88,8 0-104,1 0 56,-1 0-16,0 0-8,-10 0-16,-8 0 56,18 0-80,1-4 104,-1 4-96,1 0 56,-2 0-40,-27 0 80,28 0-144,-1 0 72,0 0-40,-1 2 32,1 0 0,-17-2 0,7 1 40,10 1-48,-1 0 48,1 0-32,-1 0-8,-1 1 40,0-1-72,0 0 16,1 0 16,-1 0 40,-2-2-48,-20 0 8,16 0 40,4 2-64,0-1-8,-2 1 16,0 0 48,-11-2-32,0 0 48,7 0-40,2 2 0,-1-2-8,1 0 16,-3 0-16,-16 0 32,20 0-8,-1 0-8,-2 0-16,1 0-24,-3 0 0,-11-1 24,5-2-16,-4 3-8,12-3 16,-13 3 24,10-4 24,-11 4-16,1 0 0,10 0 24,-15 0-96,4 0-8,1 0 72,-4 0-16,2 0-32,1 0 8,-4 0 56,3 0-72,1 0 32,-4 0 8,0 0 16,4 0-16,-4 0 40,3 2-40,1 0-16,-1-2 16,-2 0-8,-1 0-40,3 0-24,1 0 88,0 0-32,-1 0 32,-2 0-16,2 0 48,1 0-112,-1 0 32,3 0-16,-2 0-16,1 0 32,1 0-56,-1 0 40,1 0-136,8 0-16,-14 0-24,0 0 224,6 0-312,-1 0 88,-1 0-64,2 0-8,-1 0-72,-1-4-49,-1 4-103,1 0-56,0 0-112,-1 0-104,0 0 792,-2 0-800,3 0-104,0 0-9,-1 0-71,1 0-32,0 0-56,-4 0 1072,3 0-1097,1 0-71,0 0-40,-1 0-16,3 2 71,-4-2 1153,-1 0-808,5 2 264,-1-1 240,-1 3-3697,-4-4 4001</inkml:trace>
  <inkml:trace contextRef="#ctx0" brushRef="#br0" timeOffset="22">4823 5873 9426,'0'0'928,"0"0"-168,3 0-280,-3 0-176,0 0-152,4 0-64,-4 0 16,0 0 16,4-3 80,-4 0-200,0 2 288,0-5 16,0 3 24,0-1-32,0 0-15,0 1-33,0 2-248,-2-4 224,-2 0-48,0-1 16,-1 1-24,-1-1-40,4 3-128,-1 1 184,-3-4-64,-8 0-16,8 1 0,-9-1-16,11 3-88,3 3 88,-14-4 48,10-1-40,-12 1 24,10 0 16,-12 4-64,17 0-72,-3 0 72,-15 0-32,12-3 8,-10 3 48,3 0 24,11 0-120,1 0 136,-15 0-16,10 1-16,-10 1 8,12 2-32,-12 0 16,18-4-96,-6 3 80,-12 3-24,13-1 88,-12 1-16,11 10-40,0-14-88,-4 0 120,4 13-128,-8-10 48,8 10 48,-9-10 16,11 8-104,3-9 120,-6 2-48,-1 14 64,3-13 25,-1 13 23,3-12 80,2-5-264,-2 14 224,1-1-16,0-1 32,2 2 24,0-3-24,2-6-240,0-1 248,2 1-32,1 8-64,1-9 0,10 8-8,-11-8-144,-4-6 128,17 15 16,-3-10-8,-10 8-56,19-10 32,-5 3-56,-13-5-56,6 2 64,6 1-16,3 1 16,1-4-24,0 0-16,-7-2-24,-8 0 48,13 0-64,0 0 56,-1 0 0,-1-6-24,0 2 24,-16 4-40,13-5-16,0-1-72,-1 1 80,3-12-8,-12 14 40,5 0-24,1 0 72,-6-12-64,12 12 32,-14-12-72,12 11 32,-12-10 0,-2 12 0,4-2-64,1-14 88,-1 14-48,1-13 8,-2 12 24,-4 1-8,3-7 8,1 6-80,-4-12 16,0 12-16,0-14-88,0 14-32,-4-12-192,-1 13-112,-1-12-256,1 12-64,-10-12-65,15 16 881,-6-4-1048,-12-1-64,11-10-112,-15 11-169,3-1-159,12 3 1552,-4 0-1592,-9-4 223,-1 3 377,1 3-3417,20 0 4409</inkml:trace>
  <inkml:trace contextRef="#ctx0" brushRef="#br0" timeOffset="23">2422 7392 7393,'0'0'512,"0"0"-512,0 0 640,0 0 104,0 0-39,0 0-57,4 0-56,-1 0-16,-1 0-576,0 0 560,2 0-40,-1 0 8,1 0 40,2 0 33,-2-3-601,-3 2 624,5 1-16,-1-3-64,1-1-16,8 4-16,-10 0-56,-4 0-456,6 0 440,10 0-128,-10-4 25,10 4-1,-10 0 0,5-1-336,0-1 360,-6 2-64,19-4-16,-9 4-56,3 0 40,-1 0-264,-15 0 264,18 0-8,0 0 24,2 0-112,2 0 0,0 0-64,-18 0-104,12 0 112,10 0 8,-3 0-8,5 0 72,-1 0-48,-10 1-136,-8 0 200,20 1 16,2 0-55,0-1-9,0 1-8,2 2-144,-35-4 120,33 5 40,4-1-24,0-2 16,-1 2-24,3-1 0,-4-1 0,2 2-80,-2-1 16,0 1-24,-2 0 16,-7-1-56,-19-3 136,28 6-56,-4 0 8,2-3-16,-2 1-88,1 0 96,-26-4-80,19 3 56,8 1-80,0-2 88,-2 1-40,1-1-24,-16-1 0,-3 0 32,17 1-48,-3 2-32,1-1 48,-3 1 48,-1-2-48,-22-2 16,24 2 32,-2-1-72,-2-1 16,2 0 8,-2 0-8,-16 1 8,8 0 56,12-1-96,-2 0 24,-2 0 8,0 0 16,-6 0-8,-10 0 48,16 0-16,0-3-32,0-1-64,0 0 0,0 4-8,-20 0 72,15 0-72,5-3-56,-2-1 64,-2 0-64,1 4-24,-12-1 152,2-1-128,6 2-104,0-4-24,-10 4-32,10 0-64,-12-3 352,-2 2-441,4 1-55,1 0-104,-1 0-104,1 0-80,-1 0-80,-4 0 864,2 0-888,-3 0-57,4 2-47,-4 0-32,0 0-104,0-1 1128,0 0-1145,0 0-55,0 1-128,0 0 0,0 2 247,0-1 321,0-2 760,-2 0-448,0 3-3569,2-4 4017</inkml:trace>
  <inkml:trace contextRef="#ctx0" brushRef="#br0" timeOffset="24">4995 7333 8825,'0'0'801,"0"-3"31,0-3-216,0 1-168,0 1-128,0 0-112,0-1-88,0 1-16,0 0 16,0-1-120,0 5 152,-2-4 48,-2 0-32,-1 1 64,-1-1-48,1 0 0,2 3-184,-2-1 256,-10-2-128,10-1 57,-2 1 7,-10 0-32,10 0 40,-10 4-48,10-3-24,-12 3-8,5 0-8,-1 0 8,13 0-120,-11 0 112,-3 0-72,-1 0 64,2 0-8,-1 0 24,8 1-120,-1 0 160,-5 0-32,-1 5-16,0-2 0,1 1 8,1 0-120,11-4 72,-6 4 32,-12 1-16,13 8-32,-12-10 48,12 11-40,3-14-64,-10 3 80,8 4 32,-8 8-8,8-10 72,-1 14 16,-2-15-192,3-3 200,2 15 0,-1-12-48,-1 12 16,4-10 48,1 13-216,1-19 232,-2 6 49,2 11-73,0-10 40,3 6-16,1-8 48,2 10 40,10-10-104,-10 9-24,10-10-32,-10 1-40,9-1-120,-10-3 160,10 5-48,-1-1-16,3-1-8,-1 1-80,3-1 56,-16-4-64,14 0 0,1 1-48,1 0 32,1-2 16,-2 0 24,-7 0-24,-3 0 88,12-4 16,-3 1 8,-1-1-32,1 0-40,-3 1-40,-14 3 24,15-6-80,-9 1 8,12-1 40,-12 1 16,8-10 16,-13 14-24,2-2 40,12-2-56,-12-10-32,3 15 24,9-15 8,-15 13 16,0 1-24,5-3-8,1-11-104,-3 11-8,1-1-56,-4-12-32,0 16 232,4-1-264,-4-13-168,0 9 8,-2-10-104,-2 10-97,0-10-47,-1 10-216,-12-14-160,12 15-240,-12-17-313,11 7 1601,5 13-1832,-19-4 168,5-16 415,-3 17-3400,18 5 4649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4.939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2183 129 9105,'0'2'1249,"0"0"7,4-1-168,1 3-432,-1 0-296,-4-4-360,5 4 224,-1-3-160,0 1 41,-4 0 23,0-2 112,0 0-240,0 0 304,3 0 0,-3 0 40,0 0-56,0-4 8,0 1-296,0 3 304,0-4-72,0 4 24,0-4-40,0 1-72,0-1-24,0 3-120,-1-4 112,-1 0-32,-4-1 16,2 1 32,-1-1-16,2-2-112,0 2 136,-2 6 16,-1-6-24,-1 1-16,-8 1 32,10-2-144,5 6 72,-15-5 48,10-1-88,-12 1 57,10 1 15,-12-1-16,17 3-88,-3-2 136,-13-1-104,3-1 48,8 2 16,-14-1 32,9 2-128,8 2 152,-11-2-24,-3 3-16,1-4 24,-3 4 0,1 0-32,17-1-104,-14-2 128,0 3-72,-5 0 48,3 0 8,0 0-8,7 0-104,1 0 128,-8 0-16,-2 0 72,-2 0-56,0 2 40,2 1-168,17-2 160,-20 1-48,-1 3 88,2 1-32,0 8-8,-1-8 0,17-2-160,-11 7 160,-5-4-32,-2 9 56,0-1 0,2-7-8,6 6-176,8-6 241,-16 8-25,2-8-152,-2 14 128,2-8-56,-2 5-24,23-19-112,-22 20 240,-1-2-168,-2 3 56,2-3-16,1 4 16,11-12-128,-2 2 136,-10 10-32,0 8-40,-2-8-8,0 2 24,7-5-80,15-15 64,-22 17 40,2 6-48,0-1 16,0 2 32,0-1-24,19-21-80,-14 14 112,-6 11-96,1-1 40,0 3-16,-4 0-16,13-13-24,4-7 72,-12 24-80,-5-4 64,2 5-8,0 5 24,1-4-72,25-38 24,-26 43-16,0-1-24,2-1-32,0-2 80,2 1 16,14-27-48,-6 10 72,-4 13-40,-1 4 88,1-1-88,0-3 8,7-8-40,7-20 88,-13 26-128,3 0 136,-1 2-80,0-2 56,8 2 8,6-31-80,-15 17 8,11 8 40,-12-1-32,12-1 24,-12 1-48,15-16 8,-1-1 64,-14 17-40,12-3-24,-3 1 24,-6-1-32,9-3 8,4-22 32,-6 26 40,-8-2-48,11-3 40,-1 0-80,-2 0 16,5-16 0,-2 8 32,-2 9-160,3-2 88,1-1 0,-2-1-24,3-8 64,0-6 48,1 13-88,0-5-72,0 1 48,0-9-56,4 10 8,-4-15 112,6 4-136,-3 9-136,1-8-24,2-1 8,-1 3-64,-2-6 352,0 1-352,2 5-80,1-3-112,8 1-40,-14-3-73,5-1 657,-4-2-736,4 2-64,10 0-88,-11-2-80,1 2-89,1-2-159,-3 0 1216,8 0-1344,-7 0-128,0 0-113,1 0-39,1 0 168,-3 0 1456,-1 0-1057,2 0 401,2 0 368,-3 0 168,1 0-3857,-4 0 3977</inkml:trace>
  <inkml:trace contextRef="#ctx0" brushRef="#br0" timeOffset="582">539 1988 7649,'0'0'1432,"0"2"-391,0 0 71,0 0-288,4 1-272,-4-2-552,0 0 408,3 1-88,-3 2-16,4-3 113,-4 1 103,0 0-520,0-2 608,0 2 88,0 0-40,0 0-24,0-1-56,0 1-56,0 0-520,0 2 497,0 1-129,0 1-32,-2-1-8,0-1-32,0 0-296,1-2 360,-5 3-32,1 10-40,-1-10 16,-1 10-16,-8-9 32,14-6-320,-3 14 336,-11-8-72,9 12 32,-8-3-16,8 0 1,-2-9-281,-2 2 312,4 7-104,-12 2-8,12-3-32,-10-6 16,11 8-184,4-12 264,-15 1-8,10 12-8,-10-10-16,10 10 0,-10-12-8,14-1-224,-2 7 192,-11-7-56,10 1-96,-10 1 72,11-1-16,-5-1-96,4-2 112,1 0 40,-3-1-80,-8 1 0,9-2-40,1 0 0,5 0-32,-15 0 8,12 0-40,-5-3 72,1-3-48,-1 1 24,6 2-16,-1 0 32,-4-13-72,1 10 16,-1-11 8,1 3-16,2 10 32,3 2 56,-5-16-16,3-1-56,-1 3 56,0-3-24,0 1 0,4 15-16,-1-12 48,-1-4-96,0-3 24,0 2 48,0-4 40,1 12-64,0 2 112,0-12-64,-1 2-64,-2 0-32,2 1-24,1 2 72,0 16-120,-2-16-64,-1-1-136,-1 3-128,-1 0-176,2 1-144,3 12 768,-3-2-928,-2-14-265,1 12-183,-3-12-328,-6 12-369,10-8-263,-3 10-201,-1-2 321,1-8 615,0 10 617,-8 0 568,14 4 416,-2-5-4057,3 5 4057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16.300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262 0 12594,'0'8'3345,"0"8"-849,0-5-2496,0-7 1281,0 16-593,3 2-440,-3 0-120,0 0 8,0-1 56,0-18-192,0 16 296,0 5 48,0-1 128,0 3 56,0-2 64,0-9-592,0-2 601,-2 12-97,1 3-56,1 1-104,0 1 0,0-3-344,0-25 264,0 31-24,0-3-80,0 3-16,0 0 8,0 0 24,0-22-176,0 13 144,0 9-80,0-2 96,3 4-104,-3-2 64,0-8-120,0-15 144,0 23-120,0-3-8,0-3 48,0-1-48,0 2 16,0-26-32,4 20 40,-4 2-88,0-4 80,0-2-40,0-1-8,0-9 16,0 0 48,0 0-112,0 6 48,4-8-48,-4-1-112,3 0 176,-3-4-200,0 6-136,0-1 24,4-3-80,-4 1-48,0-2-32,0-2 472,0 0-568,0 2-88,4-2-17,-4 0-79,0 0-80,0 0 832,0 0-856,0-4-184,3 0-161,-3 1-143,0-1-104,0 0-144,4-1-57,-4-1 9,0 1 111,4-1 313,-4-8 384,0 14 352,3-6 232,-3-10 168,0 16-8,4-6-8,-1 2 96,-2 3-3865,-1 1 3865</inkml:trace>
  <inkml:trace contextRef="#ctx0" brushRef="#br0" timeOffset="488">497 909 8713,'0'2'1841,"0"1"135,0 5-415,0-1-585,0 8-368,0-13-608,0-1 440,-2 7-72,0 6 8,0-8 120,-1 9 80,-1-10 96,3-2-672,-2 9 753,0-7-41,-3 10-24,1-9-16,-1 8-48,4-11-624,1 0 576,-5 11-48,2-8-23,-1 9-113,-1-10-16,-1 2-376,7-6 336,-7 13-64,-1-10-24,1 2 16,0 8-64,1-10 8,4-2-208,-3 1 224,-10 3-152,11-1-8,-10 1-16,8-2-56,-4-3 8,5-1 56,0 2 24,-14 0-40,12-2 0,-9 0-40,8 0-24,8 0 24,-16-4-56,8-1-16,-12-10 112,15 12-16,-14-12 0,16 13-24,-1 0 32,-15-14-56,12 10 56,-11-12-32,10 12 8,-9-13-8,14 16-32,-4-2-72,-10-19 24,12 7-56,-12 2-40,12 1-112,1 10 288,-7-7-344,5-6-208,-8-1-80,10 0-56,-3 1-169,2 5 857,2 6-904,-4-13-232,1-3-288,1 2-369,1 2-583,2-3-337,2 21 2713,-2-18-2560,2-2 583,0 1 833,4 1 648,11 3-3521,-15 15 4017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24.182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0 87 5385,'0'-3'2328,"1"2"-2328,2-2 1064,3-1 33,-1 4-257,1 0-216,-1 0-208,1 0-416,3 0 336,-5 0-72,-1 0 88,3 0 80,-1 0 40,0-3-472,-4 3 569,4-4-49,10 4 64,-11-4-32,1 4-32,10-4-24,-14 4-496,2 0 408,2-3-40,10-1 0,-11 4-24,10-4-32,-12 2-312,0 1 393,13-3-73,-12 4-24,12-4 0,-9 4-64,9-3-232,-14 3 272,5-4-16,12 4-16,-12 0 0,12-4-56,-13 4-16,16-3 32,-16-1-80,12 4 80,-12 0 0,15-4-32,-8 2-168,-7 1 216,12-5-48,-3 6 120,1-4-120,0 4 9,-1 0-1,-13 0-176,13-3 48,1 3 40,0 0 56,1 0-32,-1 0-8,-8 0-104,2 0 176,10 0-104,-3 0 72,1 0 0,-1 2-40,-2-1-104,-11-1 112,13 4-48,1-2-176,1 4 176,-1-1 8,1 1 0,-14-5-72,9 3 272,3 2-248,1-1 24,1 1 0,-1-1-16,-7-2-32,-4 0 64,13 4 0,-4 10 160,1-12-216,3 1 32,-3-1-40,-16-5 32,18 4-232,-3 10 272,2-8-48,-3 1-8,3 1 0,-12-6-16,5 3-16,4 2-8,1 12 40,0-14 48,-10 10-40,12-11-24,-12-2 16,10 12-8,0-8 56,0 10-64,-1-8-8,1 10 24,-13-15-16,11 1-48,3 15 0,1-12 56,-1 13 16,1-12-40,-9 3 16,-1-2 72,7-2-40,1 14-144,0-7 120,-1-6-16,2 9 8,-15-16-8,16 5 136,-1 19-72,-1-19-48,1 12 8,-1-3-32,-10-13 16,7 1-48,2 16-16,3-12 88,-2 12-40,1-12 8,-6 7 8,-5-8 56,0 9-104,16 0 24,-16-1 96,13 1-24,-3-8-40,-14-6-8,4 19 72,15-4-152,-15 1 104,10 1 32,-9-1-40,1-10-16,2 2 80,-3 10-88,8-3 48,-10 1-48,13-1-8,-14-2 16,-3-11 24,15 13-72,-11 3 152,10-3-72,-10 1-32,2 1 16,-2-15-16,10 9-56,-10 4-32,1 1 56,1 0 32,8-1-16,-11-7 16,-2-3 88,14 14-56,-15 0 8,5-1-8,1-3-32,10-1 8,-15-15-8,2 7-8,3 13-72,-1-12 80,10 14 32,-11-15-40,-2 1 8,1 4 64,3 3-120,-1 0 24,1 1 32,8-8 16,-14 9-16,0-12 56,6 0-48,-1 16-24,1-7 24,-2-6-8,-1 10-8,-2-15 8,4 1 8,-2 15-88,3-5 64,-2 1 8,-4 0 24,2-11-16,-1-1 96,5 17-72,-1-5 64,-1 0-64,0 0-64,-1 0 40,-3-14-16,4 16-48,0-1 80,-1-1-24,1 0 0,0 1 16,-3-11-8,1 5-40,2 7 8,-4-1-8,4-1 48,-1-1-16,0-3 8,-2-7 56,-1 11-16,4 1-104,-1-1 56,1 2 32,0-1 0,-4-15-24,0 13 24,0 1-48,4-1 72,-4-6-16,3 12 64,-3-13-96,0 1 120,0-1-168,0 11 72,0-10-16,0 12 8,0-14-16,0-5 48,0 18-64,0-14 32,0 10-40,0-10 16,0 10 32,0-14-24,0 4-40,0 2-16,0 0 24,0 8-8,0-11 48,2 0-8,0-1 64,-2 5-40,0-1-88,0-2 0,0 1-56,0-1 120,0-5-128,0 6-8,4-1-160,-4-1 56,0 0-72,0 0-32,0-3 344,0 1-392,0 2-208,0 0-81,3-3-55,-3 1-80,3 0 816,-2-2-952,-1 2-200,0-2-361,4 0-223,-4 0-80,0 0-41,0 0 1857,0 0-1704,3-4 144,1 1 439,-4-1 377,5 0-3513,-5 4 4257</inkml:trace>
  <inkml:trace contextRef="#ctx0" brushRef="#br0" timeOffset="456">2207 1398 8657,'0'2'793,"4"0"-89,-4 0-160,3 1-120,0 2-424,-2-4 408,-1 5-72,0-1 16,0 2 40,0 1 0,0-3 16,0-4-408,0 13 504,0-8-15,0 1 47,-2 9 40,0-10-88,1 3-488,1-2 528,-2 1-88,0 10-24,0-1-48,0-1-40,1 0-328,0-15 328,-2 17-56,-3 1 9,1-1 7,-1 2 24,1 0 0,3-13-312,-2 7 336,-1 8-88,-1 0-16,1 0 64,-1 0-40,-4-8-256,5-8 328,2 16-32,-3 0-160,-9 0 48,12 0 0,-3 1-24,6-22-160,-14 20 208,10-1-112,-2 2-8,-1-4 24,0 3 24,3-14-136,0 2 184,-3 8-79,0-1 31,1-1-24,-1 0 8,2-9-120,4-5 160,-4 15-56,-1-10-48,1 0-24,-1-1 8,-1-1 0,6-4-40,-4 2 104,0 1-80,1-1-8,0 0 32,-1-2-48,1 0 0,2 0 64,-3 0-16,-3-6-72,3 1 24,-10-1 40,10-8-40,5 14 24,-6-4 0,-10-2-56,12-10 16,-2 10-24,-8-12 64,12 16-24,-2-2 56,-12-16-88,10 15 16,-10-17-16,10 7 56,-6 3-24,8 7 40,-2-11 24,-12-1-40,12-1-40,-10 1 8,10 1-24,5 13 32,-14-9-80,9-3-144,-12 10-40,12-19-184,-9 18-153,12-3 601,1 0-752,-5 4-320,-8-10-280,9 11-369,1 1-375,0-2 2096,4 4-2353,-6-5-87,1 1 407,1 1 625,1-1-3281,4 5 4689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6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1999 273 7441,'0'0'40,"4"-4"8,-1 4-48,-2 0 48,2 0 0,3 0 32,-3 0-48,1 0 0,2 0 0,-5 0-32,1 0 8,2-3 16,0 3 40,-4 0 64,3 0 72,0 0-200,-2 0 304,-1 0 32,4 0 32,-1 0 49,1 2-9,0-2 80,-4 0-488,3 0 480,1 0-48,-4 0 64,4 0-24,-4 0 8,2 0-480,-1 0 544,-1 0-64,4 0-15,-4 0-9,0 0 0,0 0-456,0 0 448,0 0 32,0 0-16,0 0-24,0 0-40,0 0-88,0 0-2856,0 0 5400,0 0-2616,0 0 8,0 0 25,0 0-41,0 0-4081,0 0 7946,0 0-3881,-2 0 24,0 0-56,1 0 40,-1-4-224,2 4 232,-4 0-40,0 0 16,1 0 40,-3 0-48,1 0 24,3 0-224,-2 0 240,-1 0-144,-1 0 128,-1 0-64,1 0-16,0 0-144,5 0 216,-14 0-64,12 0 32,-5 0-32,-7 0 0,10 0-64,3 0-88,-11 0 113,8 0-57,-12 0 40,10 0 40,-12 0-32,12 1-104,0 0 152,-8 1-8,-2-2 64,3 0-152,-3 0 88,3 0-144,13 0 32,-13 1-72,-5 1 160,1 0-152,0-2 80,-1 2-8,13-2-40,-8 0 0,-6 0 48,-2 0-8,0 0 32,-2 0 8,7 0-80,10 0 80,-19 0-40,-3 0-80,-1 0 40,1 0-8,-1 0 8,28 0 0,-25 0 48,-2 0-88,-1 0 16,1 0 16,-3 0 8,19 1 0,-3 0 0,-15-1 16,0 0-8,-1 2-56,1-1 16,5 1 32,21-2-16,-25 6-16,-1-3 80,2 1-64,-3 2 24,1-3 16,24-1-24,-15 2-40,-10 1 32,3 1 16,1-1-16,-1 1 48,12-3-40,6-1 72,-16 4-32,1 1 56,-1-1-80,1-1 8,0 1-16,26-6-8,-26 5-8,1 1-24,2-1 24,0 1 40,-1-1-72,16-3 40,-6 0 96,-8 4-104,3-5 0,-1 3 8,2 0-56,3-3 56,11 0 32,-12 1 16,-1-1 24,2-1-40,8 2 16,-10-2-48,12 2 0,-10-2-48,10 0 16,-3 0 8,1 0 24,3 0 0,1 0 64,-3 0 0,1-4 56,1 4-128,2 0 32,-1-3-24,2 3-32,0 0-72,-1 0 96,0 0-16,2 0 40,0-4-16,0 4 8,0 0-80,0 0 16,0-4 64,4 4 8,-2 0-16,-1 0 56,3 0-40,-4 0 24,5 0-24,1-3 32,-1 3-48,-4 0 0,15 0-48,-12 0-48,12 0 80,-10 0 64,16 0 8,-19 0-56,-1 0 96,24 0-112,-8 0 40,3 0-48,3 0 32,-2 1-8,-19-1 8,25 2-72,1-2 112,3 0-80,-1 0 40,7 0 48,-30 1-56,23 0-72,11 1 24,3 0 32,1-2-40,1 0 72,-19 0-16,-8 0 40,30 0 8,-1-4-24,-1 0-8,2 1 56,-3-1-72,-46 4 40,46-5 8,1-1-40,-4 1-16,1-1 40,-1-9 32,-28 14-64,10-1 96,18-4-112,-2-10 24,1 12-16,-3-2-16,-9 2 24,-21 3 72,30-16-64,1 14 8,-5-14 24,1 13-16,-4-1-16,-28 2-8,23-11 24,4 11-72,-3-3 0,-1-9 40,-6 15-56,-11-3 64,-2 1 72,11-4-48,-3 3 80,-12-3-80,15 3-40,-15-1 16,-4 4 56,14-4-128,-12 4 64,3 0 24,-3 0 16,3 0 0,-2-3-8,-1 3-64,1 0 0,0 0 24,-4 0 32,0 0-16,0 0 32,0 0-24,0-4 40,0 4-96,-2 0 48,2 0 0,-4 0-24,0 0 16,-1 2 32,-1-2-80,-1 2 16,0-2 40,-1 0 72,3 0-96,-14 0 96,5 0-48,-1 0-24,9 0 0,5 0-8,-23 0-16,7 0 88,-5 0-56,-2 1 40,-1 1-8,17-1-40,-14 0-64,-9 1-40,0 0 72,-6 1-24,-2-1 48,14 1 8,10-2 64,-26 3-48,-5-1 0,0 3-24,-1-1 0,-3-1-32,50-4 40,-48 6-96,-2-3 8,1 3 32,-3-1-8,1 3 88,30-6-24,-10 1-8,-20 3-64,-1-5 56,3 1-48,1 4 24,13-3 40,24-3 16,-35 6 0,4-2 64,-1-1-40,1-1 0,3 0-40,33-2 0,-24 0 0,-5 0-80,2 0 72,-2 0 8,3 0-80,15 0 80,3 0 72,-15 0-64,1 0 8,2-4-8,3 1-8,2 3 0,19 0 0,-20-4-8,2 4-32,4-4 48,-1 1-24,10-1 40,1 4-24,-7 0 48,8-4-88,-1 4 16,1-3-32,-1-1 24,2 1 32,3 2 48,-1 1-32,0-3 32,2-1-24,0 0-64,0 4 32,6-3-48,-1 3 0,12-4 56,-12 4 24,17-4-16,-14 2-8,1 1 40,11-3-40,4 0 64,2 0-72,3 1 0,-4 0 8,-21 2-8,28-3-24,5-1 72,1-1-72,3 3 56,-1-3-40,-29 5 16,24-1-64,11-4 56,5 1-40,1-1 16,-1 2 8,-16 1 24,-14 1 0,32-2 48,2-1-40,0-1 40,-1 2 56,-1-1-104,-53 5 48,51-4-8,1 4-16,-2-5-40,-1 1 48,-5 0 8,0 4 8,1-3-64,-5-1 16,-1 4 16,-3-4 32,-11 4-48,-18 0 56,24 0-48,-3 0 72,-3 0-104,-1-3 64,-4 3-8,-17-1-32,13-2-48,2 3 56,-1-4 8,-3 4 0,3 0 8,-14 0-24,0 0 0,17 0-32,-15-3 112,10 3-56,-11-4 0,1 4-24,-5 0 40,6 0-80,-1 0 32,-1-4 48,-4 4-32,0 0 24,0 0-32,0 0-24,0 0-48,0 0 24,-2 0 0,-3 0 64,-1 0-16,4 0 56,-14 0-16,-1 0-56,1 2 8,-5-2 24,-3 2-24,22-2 8,-20 2 8,-5-2-88,-3 2 24,-3-1 32,-2 1 24,20-1 0,-6 0 88,-20 1-88,-1-2 80,-2 2-104,-2 0-16,8-2 40,30 0-8,-38 1-96,0-1 104,2 2-56,1 0 24,1-2-48,32 1 80,-24 0-48,-10-1-72,3 0 40,-1 0 32,0 0-48,16 0 96,11 0 80,-25 0-32,0 0-32,1 0 48,0 0-48,4 0-16,34 0-32,-34 0 72,0 0-104,3 0 56,-1 0-8,4 0-8,17 0 24,-6 0 24,-11 0-80,0 0 104,1 0-40,0 0 32,5-4-48,-1 4-56,2 0 112,-1 0-80,3 0 72,0 0 8,18 0-48,-12 0-56,-5 0 8,12 0 8,-12 0 16,16 0-40,0 0 64,0 0 8,-2 0 16,-1 0-40,4 0 16,0 0-8,2 0 8,0 0-88,0 0 24,0 0-8,4 0 40,2 0-8,8 0-16,-12 0 56,2 0-32,14 0-88,-1-3 96,1 3 48,4 0-32,-5 0 8,-10 0 48,19 0-32,1 0-40,1 0 56,2 0-16,3 0-16,-32 0 0,33 0 16,2 0-64,1 0 88,4 1-48,-3 1-24,-18-2 32,2 0 0,21 0-64,-1 0 136,0 0-64,2 2-24,-6-2 16,-31 0 0,35 0-40,2 2 88,-2-2-8,1 0-8,-3 0 0,-31 0-32,24 0 24,6 0 32,0-4-16,-1 1 16,-3-1-32,-12 2-24,-9 0 56,23 2-64,-2-5 40,0-1-40,0 3 16,-2-1 24,-33 4-32,29-4-40,0 1 40,-1-1 0,-2 0-8,-2 1-8,-15 1 16,6 0 64,7-2-120,-4 0 104,-1 1 8,-3-3-40,-2 3-16,-9 3 80,12 0-80,-10-4 48,14 4-64,-16-4 32,3 4 16,-5 0-32,3 0 8,2-3 8,-2 3-8,-4 0 16,3 0-40,-3 0 16,0 0 24,0 0-8,0 0-8,-2 0-8,1 0 24,-5 0-24,6 0 48,-7 0-40,-8 0-48,8 0 24,-12 0-8,4 0-32,10 0 56,-6 0 32,-7 0-120,-3 0 56,-3 1 56,-1-1 8,7 0-32,10 0 32,-23 0-48,-1 0 8,-1 0-48,-3 0 64,-1 0-32,35 0 24,-33 0-24,-4 0-48,1 2 40,-3-2 56,-1 2-48,24-1 24,-6 0 72,-19 1-128,-1 0 0,-2-1 40,2 1-48,4 1 64,32-2 24,-41 1-48,-1 3-16,-1-3 24,-1 4 24,1-3 8,40-2-16,-28 2 16,-9 1-72,2-2-24,2 3 56,4-3-16,16 0 40,7 0 24,-20 1 40,2-1-24,0 0 0,2 2-16,4-1-24,29-3 0,-29 4-40,3-2-24,2 0 80,2-1-32,2 1 0,13-2 16,-5 0 16,-6 0-64,10 0 104,-10 0-40,13 2 16,-10-2-24,11 2-48,-1-2 24,-1 0-32,4 0 48,0 0-24,2 0 24,-1 0 8,1 0-48,0-4-8,0 4 40,0-3-80,2 1 88,-1 0 8,5-2-40,-1 1 8,10-1 24,-11 0 0,9 1 0,-12 3 8,5-4-16,12 0-8,-12-1 0,18 1-24,-19-1 16,3 3 24,8-2 8,3 0-48,-1-1 88,4 1-56,2 0 8,-8 1 0,-8 1 104,16-4-128,1 1 88,1-1-56,4 3-72,-1-1 104,-26 4-40,24 0-24,4-4-32,0 1 80,2-1-24,2 0 8,-19 3-8,1-1 56,20 2-80,2 0 8,-3-4 0,1 4 48,-6 0-32,-25 0 32,27 0-56,2 0 88,-4 0-56,0 0 8,-3 0 32,-22 1-48,14 2 8,4 2-48,-4 1 72,0-1 8,-3 1-24,-7-3-16,-4-1 88,9 4-48,-10-1-32,16 1 24,-18-1-32,3 3 24,-6-8-24,15 5 40,-15 1-104,5-1 96,-1 1-56,-1-1-8,-3-3 32,0 2 56,0 1-96,0-1 96,0 0-40,0 1-16,-1-2 0,1-2 56,-2 6-72,-2-1 40,-1-1-16,-3-1-24,-6 1-16,13-4 32,-4 4-40,-2 0-24,-12 1 16,14-1 40,-15 1 16,9-3-8,3-1 32,-10 2-16,-4 2-72,0-1 8,-2 1 16,0-1 32,22-5-48,-27 4 56,-3 1-48,3 1 32,-2-1 48,1 1-40,22-5 0,-13 2 16,-12 0-64,3-1 0,-1 2 72,2 0 32,8-2-56,12-1 64,-18 3 16,-3 0 8,3-1-88,1 3-8,2-3-16,22-2 24,-22 4-112,-2-1 56,3-3 88,-1 3-32,3 0-8,12-3 8,-2 0 48,-9 2-56,2-1 48,-3 0-8,3 2-56,2-3 24,14 0-32,-15 4 8,0-3 48,10 2-24,-9-3 16,10 1 0,3-1-16,-9 0-40,7 1 0,-1 0 40,-1 0-40,1-1 48,3 1-8,1-2 64,-2 2-40,1 0 32,1 0-48,0 0 8,2-1-16,0-1 16,0 0-24,0 0-24,4 0 64,-1 2-72,1-2 16,-2 1 24,1 0 56,3-1-112,10 0 160,-12 0-144,13 2-8,-13-1 48,-3 0 16,16 1-96,-12-1 224,17 1-104,-7 0-16,2-2-48,-15 0 24,12 2-112,3 2 80,-1-2 32,3-1 40,-1-1-40,-7 1 0,-2 0 24,10-1-56,-1 0 16,2 0 0,0 0-8,-1 0 24,-17 0 8,20-3 0,-2-1 16,4 4 48,-2-4-72,2 4-16,-17-1 16,10-2 0,7 0-144,3-3 128,-1 3-32,2-1 40,-11 0 8,-9 2 112,18 2-72,-2-3 16,-2-1-80,2 0 0,-2 1-32,-20 2 56,18-2-64,0-1 16,-3 1 48,-1-1 16,-1 4 32,-12-2-48,0 0 88,15 2-104,-14-3 112,1 3-104,1-4 0,-3 4 8,-3 0 16,4 0-64,-4 0 80,4 0-16,-4 0-8,0 0-40,-1 0 32,0 0-24,-1 0-24,-2 0 48,-1 0 16,-1 0-40,-3 0 24,4 0 64,-1 0-72,-9 0 32,1 0-16,-1 0-96,-2 0 48,1 2-48,-2 0 112,-3-1 24,-1 1-48,0 2 40,13-3-40,-8 0-40,-8 1-8,-1 1 112,-2-1-72,1 2 56,7-3-48,14 0 48,-20 1-80,1 1 80,-1 1-48,2 0 16,0-1 0,21-2-16,-18 0-40,-3 1 32,2 2 0,-2-3 24,4 1 16,8-2-32,2 0 32,-10 2 0,-1-2-32,3 2 8,2-2 0,2 0-8,13 0-16,-14 2 40,0-2 32,1 0-80,6 0 72,-8 0-56,14 0 8,-2 0-32,-1 0 16,-10 0-8,13 0-8,-3-4 32,1 2 0,2 0 16,-1 2-40,1-3 48,0-1-16,0 0-8,2 1 8,0-1-72,0 4 104,0-4 8,0 1-48,0 1 0,0 0 48,4-2-80,-1 1 96,1-1-56,0 0 0,-1 1-8,-3 3 48,0 0-136,4-4 96,0 0 16,-1 4-32,-3-3 32,0 3-24,0 0-8,4-4-72,-4 0 40,4 1 32,-1-1 40,0 4-32,-2 0 56,3-4-8,-1 1-48,3 3-16,0-4 32,-1 0-16,-5 4 8,15 0 0,-12-3-24,12 3 16,-11-6-8,12 2-16,-14 3 24,2-1 32,14-4-128,-3 1 152,-10-1-40,21 1-80,-13 0 64,-9 4 64,12-4-112,5-10 48,-3 11 56,2-1-64,-1-1-8,-16 5 16,14-3-24,1-2-56,1-9 104,-3 12-48,-1-1 16,-12 1 8,-1 1 40,19-4-56,-16 0 56,10 3-56,-12-1 16,1 1 0,-4 2 16,6-2-32,-3 3-32,-3-4 8,4 4 16,-4 0-8,0 0 32,0 0 8,-2 0-64,0 0 16,-1 0 56,-3 0 0,2 0-16,3 0 72,-7 0-64,-6 0-8,8 0 32,-9 2-64,8 0 48,-11 0-32,10-1-56,-12 3 40,5 0-16,-1-1 32,7-1 16,-1 0 40,-8 2-24,-2 0 8,0-3-32,-1 3-16,4-1 24,14-2 8,-19 1-8,0 1 0,-2 1-8,0 0 16,0-1-16,18-1 8,-14 2 8,-3-1-64,1 1 16,1 2 32,-1-3-16,10-2 24,4 0 16,-10 3 8,-1-2-16,1 0 16,1-2-16,3 1-8,14-1 8,-17 2 0,10-2-56,-12 2 40,12-2 24,-10 0-8,15 1-8,-1 0 32,-5-1-24,3 0 40,-1 0-88,1 0 40,4 0 0,0 0-24,-1 0-40,0 0 104,2 0-64,0-4 48,3 2-24,-2 1-48,3 1-32,-1-4 56,3 0 24,9 0-32,-12 3 32,-1-1 96,17-2-96,-14 0 0,17-1 40,-7 1 0,3-1 0,-1-1-24,3 1-40,-2 1-40,4 0 56,-1-1-16,-15 4 24,10-2 40,6-1-80,-2-1 32,2 1 0,2-1-16,-8 1 24,-8 2 72,14-3-72,0 1 88,-4 0-96,-1 1 0,0-1 40,-16 4-32,12 0-80,2-4 80,-9 1-8,10 3-40,-10-4 40,-4 4 8,1 0 48,12-4-80,-15 4 56,3 0-16,1 0-32,-1 0 24,-2 0 48,3 0-72,-1 0 56,1 0 16,-4 0-80,4 0 96,-4 0-64,0 0-16,0 2-64,3-2 120,-3 2-88,0 0 40,0-1 8,0 0 88,0-1-64,0 0 48,0 2-64,-2-1-40,1 1 32,1-2-32,-6 4 0,1 1 32,-1-1 0,-1 0 56,-10-1-40,14-1-16,-1 0 8,-15 4-48,12-3 72,-11 3-48,3-3 48,0 3 16,-1 0-128,-1-1 88,1 1-16,-3-1 16,1 1 16,15-6-24,-11 5 24,-6 1-56,2-1 0,3 1 40,-2-1-48,13-2 40,1 0 40,-17 11 48,12-12-96,-10 4 40,12-1-32,-10 3-40,10-3 96,-8-1-24,8-1 8,1 1-8,-1 0-32,4-3 0,-1 2-8,-3 0-40,2-1 72,3 0 0,-1 0 0,0-1-24,2 0 56,0 0-96,0-1 136,0 0-104,0 0 48,0 0 16,0 0-56,4 0-112,1 0 80,1 0-8,-1 0 16,12 0 24,-15-1 0,1-1 8,14 2-24,-12-4-8,17 4 56,-7-4-16,1 4-16,-14 0 64,13-3-40,4-1-40,-3 4-16,3-4-8,1 4 40,-16 0 0,12 0 16,6-3-40,-2-1 32,0 4 8,1-4 16,-10 2-32,-4 1 56,13-3-32,-1 0-24,-1 4-8,0-3 8,-3-1 0,-15 4 32,17-4-32,-3 4-56,1 0 72,-9-3-24,16 3 0,-20 0 8,1 0 48,16 0-96,-14 0 40,12-4 0,-14 4-32,10 0 40,-9 0 72,0 0-48,-1 0-8,3 0 8,-1 0-80,1 0 32,-5 0 24,2 0-8,0 0 8,-3 0 32,4 2-24,-4-2 16,0 1-24,0 0-8,0 0-8,0 1-8,-2 0 0,-2 2 72,-1-1-48,5-3 32,-15 6-8,10-1 16,-12 1-40,12-1 16,-16-1-8,17-3-8,-6 2-40,-7 2-48,-1-1 88,-3 3 8,-1-1-8,-2 1 40,1 1-64,-1-3 8,0 1-8,0 1 40,0 0-16,22-6 0,-22 6 16,0 0-56,0-1 40,2 1 16,2 0 8,12-4-24,-2 0 80,-9 4-80,3-1 72,1 1-72,0-1 24,11-2-24,3-3 32,-18 5-72,14-3 88,-2 3-16,-8-1 0,13-1-40,1-3 8,-3 2-24,-2-2-48,2 3 88,2-2 32,1 0 16,0-1-64,0 0 120,-1-1-112,2 0 48,0 0-128,0 0 64,4 0 8,-4 0-24,3 0-56,1 0 112,0 0-88,-1 0 56,1-4 24,-3 3-24,2-2-16,2 0 16,1 3 40,8-4-32,-10 0 32,0 1 16,1-1-72,12 0 24,-13 1-32,1-1 8,12 0 0,-17 4 16,3 0-8,12-3-24,-9 3 32,8-4 16,-10 0 0,12 4 32,-10-3-40,16-1 0,-7 4-24,-1-4 8,-1 4 8,-11 0 24,13 0-16,0-4 32,-1 4-24,1-3-24,2 3 8,-1 0-64,3 0 64,-1-4-72,0 4 56,1 0 16,-7-2 0,-6 0-24,11 2 80,1 0 64,-1 0-120,-1-3 48,0 3-48,-15 0 16,13 0-136,3-4 120,-2 0 24,1 4-48,-10 0 0,16 0 0,-17-3-40,12 3 80,-12 0 0,1 0 16,9 0 8,-15 0-56,3-4-32,1 4 72,-4 0-48,4 0 8,-4 0 16,0 0 24,0 0-72,0 0 8,-2 2 32,0 0 8,0-1 0,0 0 8,-3 0-16,-1 1 80,-9 0-72,10 0-40,-12 2 96,17-4-56,-7 7-80,-13-2 80,5-1 56,-1-2-80,-5 2-8,14-2 32,-4 1-56,-9 3-32,0-1 88,-1 1-8,1-1 48,4-2-40,10-2 40,-14 3-72,-2-1 120,1-1-64,1 2-8,2-1-32,-2 1-80,-1-2-8,1 0 96,0-2-16,0 2 32,10-1-8,1 0 80,-9 0-88,1-1 32,10 0 16,-11 0-64,11 0 24,6 0-8,-15 0-40,10 0 64,1 0 8,-1 0-24,-1 0 48,5 0-48,-2 0-32,-1 0-56,3 0 88,0 0-32,2-3 16,0 3 16,0 0 40,0-4-32,0 4 48,0-4-32,4 1 8,-1-1-40,3-2 16,9 3-48,-10-1 0,10 0 24,-10 1-8,5 1 24,3 0 48,1-3-24,3 1 8,3 0-64,2-1 8,-2 0 24,-16 4-8,20-4 24,2-1 24,-2 1-48,3-10-24,-1 15 40,-19-1-8,13-2-16,12-2-32,-5-10 72,5 11-32,-1 1 32,2-3 40,0 1-56,2-1-24,2 1-24,-2-1 32,0 1 8,-34 4 0,34-4-24,4 0-24,0 1 56,-1-2 32,1 1-48,-1-1 40,1 1-128,-2-1 152,0 1 0,-1-1 8,-1 1 48,0 1-104,0 0 0,0 1 24,-4-1 8,3 0-64,-29 4 24,23-3 72,3 3-80,2-4-16,-4 0 64,-1 4-40,0 0 56,-5-3-8,1 3-32,0 0-24,-2 0-8,-5 0 16,-15 0 16,14 0-16,-1 0 48,0 0-56,-10 0-48,12 0 96,-12 0-40,10 0-8,-11 1 64,1-1-56,1 2 0,-1-2 72,10 2-40,-15 0-56,4-2 24,-1 2-16,-3 0 8,0-2 8,4 1 48,-4 1-56,4 0 80,-4 0-24,0 0-24,0-1-24,0 0 56,0 2-144,0-3 40,0 2 48,0-2-16,0 2 48,0-2-16,0 0 24,0 2-40,0-2 32,0 0-40,0 0-64,-2 0 8,2 0 24,-2 0 56,2 0 8,-1 0-24,0 0 48,-3 0-24,-1 0-8,-1-4-64,3 4 40,-3 0-32,1-3 0,-10-1-48,9 4 40,-12-4 56,3 4-16,10 0 8,-4 0 56,-10-4-72,1 1 24,-4 3-16,-2-4-8,6 4 16,12 0 16,-23-4-48,-1 4 24,-3 0 24,-2 0-8,0 0-16,30 0 8,-25 0 16,-5 0-80,-1 0 0,-1 0 8,-4 0 0,1 0 80,-4 0-8,0 0 8,1 2-72,-1 0-24,5 0 72,36-2-72,-41 4-24,3-1 40,1 1 48,1-2 32,4 0-24,26-2 0,-15 2 32,-7 1-56,3 1 40,1 0 56,3-1-72,2 1 32,0-2-40,3 0 24,3-1 16,-1 1-40,10-2 16,6 0-8,-15 2-56,11 0-8,-3-2 24,3 0 24,1 2 24,3-2-8,0 0 80,0 2-56,1-2-48,0 0-16,0 0 48,5 0-16,10 0 8,-12 0 8,14-4-24,-4 1 16,-11 2 16,12 1 16,5-3-128,3-1 72,2 0-16,3 1-24,3 3 80,1-4-16,4 0 40,2 4-80,0-3 48,0-1-8,-36 4 0,40-4-32,1 0 40,2 1 40,2 3-32,0-4 32,0 4 32,2-4-88,0 1 104,-1-1-48,1-1 8,-10 0-56,-26 4 56,36-3-72,-1 1 40,-1-3-56,-1 3 80,-3-3-56,-37 5 8,28-2-16,4-2-16,-2-1 24,-4 1 24,1-1-24,-3 3 80,-3-1-40,0 0 24,-4 1-40,-2-1-32,-4 4 16,-14 0 0,15 0-24,-12-4 112,14 4-48,-16 0-56,3 0 48,-2 0-32,7 0-64,-11 0 0,3 0 88,-3 0-32,0 0 24,0 0-16,0 0 120,0 2-128,0 0 56,-1 0-56,-5 1-48,0 1 88,6-4-32,-14 4-56,8-1 16,-12 1 48,3 0-24,-1-2 32,7-1-16,-3 1 48,-13 2-80,-1 0 40,-5-1-48,-1 1-16,4 0 56,21-2-16,-31 3-24,-3 1-16,-1-3 64,-4 3 8,-4-1-48,39-4 32,-27 4 8,-12 2-88,2-1 0,2-3 72,0 1-40,20-2 48,10 0 16,-24 1-24,1 1 24,0-2-56,3 0 0,0 0 40,35-2-8,-34 3-40,4 1 48,1-2-32,3 0-24,1-1 32,16 0 24,-6 0 0,-6-1-24,2 2 40,2 0-24,3 0 24,4-1-16,7 0 40,-3-1-56,-10 0 16,12 0-16,-10 0 8,11 0 16,-1 0-8,-1 0-32,1 0 8,-1 0 48,4 0-40,1 0 80,1 0-72,0 0 48,0 0-24,0-4-32,5 4 16,-5 0 16,6 0-64,10-4 136,-10 1-96,8-1 0,-8-2-8,0 5 16,6-1-120,5 2 48,1-4 120,1 0-56,1 1-16,-7 0 24,-6 2 80,17-3-128,4 1 48,-1-1 64,4 0-32,2 1 0,1 3 16,0-4-88,1 0 72,2 1 8,0 3-16,-19-2-24,4 0 112,19-2-104,-1 1 0,3-1 32,-1 0-16,-2 1-24,1-1 32,-1 0-24,-5-1-40,0 1 56,-4 0 8,-25 4-32,18-3-24,5-1-24,-3 0 40,0 1 8,-2 3 32,-12-3-32,-4 2 80,16 1-56,-4 0 48,-2 0-72,-1 0 40,-2 0-40,-13 0 0,3 0-32,15 0-32,-14 2 88,-1 0-24,10-1-16,-15 0 16,0 0 88,6 3-136,-1 0 64,1 1 16,-3 1 8,0-2-40,-2-3 40,-1 5 0,0-3-24,0 3-32,-2-1 16,0 1-16,2-5 16,-5 3-24,-1 4-32,-1-3 80,-8 3-32,8-1 8,-15-1 32,5-1-40,-5 1 64,2 1-40,-2-2 48,-2 1-64,22-6-32,-20 5-64,-6 1 56,3-1-32,-3-1 72,-1 0-8,-3-2 0,-1 0-72,-2-1 56,-3 1 16,-1 0 0,14-2 8,12 0 64,-28 0-64,1 0 8,-1 0-96,-1 0 56,1 0 32,40 0-48,-44 0-56,1 0 32,0-4-8,2 4 48,0 0 16,23 0 16,-3 0 64,-18 0-80,1-3 32,0 3 24,6 0-56,0 0 40,4 0-64,1 0 16,1 0 56,1 0-8,4 0 48,18-1-72,-14-2 8,-1-1-88,1 4 40,1-3-32,3 3 80,6-4 0,-10 4 24,12-4 16,-1 1-24,0 3 8,1-4-32,6 4 0,-2 0-24,-1-4-48,1 1 32,2-1 48,0 0-8,0 3 0,0-1 40,4-2-64,1 0 40,10 1-8,-10-3-16,12 0 64,-2 1-72,-1-1 8,3 3 40,3-3-32,4 1-16,-21 4 16,18-4-32,6 0-72,5 1 88,-3 0 16,6 1-32,-17 0 32,1 0 0,18-2-16,1-1 112,3 2-40,3 1 8,-5 3-64,-36 0 56,39-4-104,3 4 40,-1-4 40,2 4-16,0 0 16,-35-1-32,24-1 88,9 2-96,2 0 88,-2-4-80,0 4-24,-16 0 24,-14 0 64,29-4-80,-7 1 24,-1 3-8,-3-4 0,-3 0 8,-28 4-8,24 0 0,-1-3 16,-1-1 16,-4 0-24,1 1-16,-13 1 8,3 0 8,-5 2 0,15-6 16,-16 6 16,11-3-16,-12 3-24,-3 0 32,4 0-24,2-4 24,-1 4 48,-1-4-88,0 4-24,-4 0 32,0 0-32,0 0-72,0 0 96,0 0 24,0 2 32,0 0 8,-2 0-40,-4 0 32,1 0-80,-3-1-24,-10 3 64,3 2-56,0-3-48,-3 1 96,0 0-16,-4-1-24,12-1 40,-6 2 24,-14 0-88,-3-3 0,-2 3 48,-3 0-8,8-2 24,19-1 24,-29 3-8,-4 0-8,0-2 8,-2 1-16,0-1-8,2 0-40,-1 0-40,3 0 80,-2-1-88,2 1 56,-1-2 48,1 0-104,2 0 128,1 0-112,0 0 64,5 2 16,30-2 8,-33 0-48,4 0 104,2 0-88,3 0 40,1 0-24,19 0 8,-10 0 0,-6 0 0,4 0 0,-2 0 24,3 0-24,8 0 0,6 0 48,-12 0-32,10 0-32,-12 0 32,14 0-24,-10 0 16,11 0 16,-1 0-64,3 0 24,-2 0 40,3 0-40,1 0 40,0 0-8,0-4 32,3 4-48,1-3 24,0 3-24,-3 0-8,16 0-96,-11-4 176,12 0-88,-13 4 24,19-3 0,-19 3-8,11 0-40,4 0-16,2 0-8,2-4 64,0 4-8,1-4 40,1 1 0,4 3-16,-3-4-40,4 4 72,3-4-32,-1-1 0,2 1-32,0 1 80,1-1-16,-1 4-24,-21-2-24,9 0 88,16-2-136,-3 1 88,1-1 16,2 0-40,-11 4-16,-18 0 72,31 0-88,-3-3 16,5-1-8,-3 4-24,1-4 32,-35 4 0,30 0-32,3 0 0,-1 0 16,1 0 32,-1 0 40,-1 0 24,0 0-24,0 0 24,-2 2-56,0-2-16,-4 0-8,-29 0-8,27 2-16,1-2 96,-3 2-72,-1-2 0,-2 2-8,-19-2 8,8 0-72,6 0 56,-3 0 32,-1 0 0,-10 2 8,6-2-24,-5 0 56,-2 1-40,1-1-32,1 0-8,-3 0-8,1 0 24,-4 0 8,0 0 48,0 0-80,0 0 0,0 0 24,0 0 0,0 0 64,-4 2-40,-1 0 32,-3-2-96,-10 2 48,7-1 0,7 0 32,-12 4-80,-4-1 56,-3-2-48,-2 2-8,-3-1 0,23-2 48,-19 0-8,-9 3-48,0-2 40,-4 3 56,-2-1-40,-1-1 8,-3 3-16,1-4-16,-2 1 0,-2 1 32,3 0-8,40-4-24,-45 3-32,-1-1-8,-1 0 40,2 0 8,0 2 16,32-4 0,-14 2-32,-12-1-24,-2 1 16,2 0-16,1 2 24,1-2 24,1 3 0,2-3 56,2 0-64,4 0-48,2 1 48,25-2 16,-20 2-48,-3-1-8,1 1 88,2 1-40,2-2 0,3 0 72,1 0-32,1 1 32,3 1-48,6-2 32,-7 0-48,14-2 32,-5 3-40,-1 1 40,1 0-24,1-1 32,1 1-40,4-3 0,-2 2 0,2-1-16,0-1-24,4 1 56,0 0 32,1 0-16,12-2-24,-12 2 16,16 0-80,-5-1 48,4 1 16,-18-2-8,18 2-32,4 0 24,2 0 24,4 0-8,-1-1-32,-15 0 24,3 0 0,18 1-8,2-2 48,2 2 24,-1-2-16,-5 2-48,-25-2 48,32 2-40,2-2 0,2 0 56,1 0 8,1 0-64,-36 0-8,26 2 56,10-2-88,0 0 0,-1 0 64,0 0-16,-21 0-16,-8 0 56,21 0-40,-2 0 64,-2 0-96,-6 0 16,-8 0 0,-12 0 32,15 0-88,-3-4 104,-1 4-24,-3 0-40,-10 0 40,2 0-24,5 0-16,-9 0-64,12 0 72,-11 0 8,-1 0-16,0 0 16,-2 0 88,3 0-56,-1 0 0,1 0 0,-4 0-40,0 2 8,1-2 0,2 2-80,-3 1-8,0-1 72,0 0 8,0 0 48,-2 0 32,0-1-88,-3 1 104,-1 0-104,-9 2 32,10-3-16,5 0 64,-19 2-144,1-1 72,2 2-8,-5-2-64,1 1 40,13-2 40,-10 0-40,-9 1-24,-1 2 48,-4-3 24,-1 1 0,9 0-8,11-2 40,-23 2 0,-3 2-48,-1-2 0,-1-1-16,-3 1-16,42-2 40,-40 2-48,-3 0-56,0 0 64,2 0-8,-3-1 16,3 3 64,2-2-96,1 0 112,2-2-56,1 2-24,2-1 48,3 1-64,2 2 88,-1-2-24,6-2 24,1 0-80,1 2-16,3-1-8,-1-1 8,3 0 88,1 0 0,-1 0 88,12 0-40,-14 0-72,14 0-8,-1 0 0,-1 0 0,7 0-32,-6 0 48,1 0-64,3 0 16,2 0 80,0 0 0,0 0-48,0 0 80,0 0-120,6-3 24,-1 3-8,10 0 8,-13-3 16,-1 2 80,18 1-88,-4-4 80,1 4-80,3-3-16,-1 3 40,-15-1-16,16-2-64,5 3-8,2-4 88,3 1-72,0 3 16,-11-2 40,-4 0 32,19 2-56,0-4 88,4 1-24,-1 3-8,-2-4-32,-31 4 16,38 0 16,-3-4-56,5 1 16,-1 3 64,2-4-48,-35 4-8,26 0 56,9-4-32,0 4-40,-1-3 24,1-1 8,-16 1-16,-14 2 32,25-2-48,-2-1 0,-6-2 40,-5 3-16,-3-1-16,-21 4 8,17 0-8,-3 0-48,-10-4 72,10 4 0,-12-3 48,0 3-16,-1 0-64,1-4 72,-4 4-72,0 0 32,0 0-16,0 0 24,0 0-48,-2 2 104,-3 0-160,-3-2 48,-6 2-32,10-2 64,-7 1-144,-6 1 120,-3 0-16,-2 2 48,-2-2 0,9 1-8,4-1 80,-16 4-72,-3-3-40,-1 1 16,-4 0-40,2-1 56,31-3-16,-35 4 40,1 0-56,-3-3 16,0 5 8,1-2 24,25-2-16,-13 1 24,-12 3-56,-1-4 40,2 3-48,0 1-8,13-3 48,14-1 32,-25 4-48,0-1 32,2-1 16,-1-1-32,1-1 32,29-1-32,-21 0-8,-4 1 24,-1 0-8,4 0-40,1 1 48,11-1-16,2 0 8,-12 0-8,2 2 120,2-3-136,-1-1 32,7 2-16,12-2 32,-15 0-136,1 2 72,8-2 32,-10 0-32,13 0 24,3 0 8,-13 0-32,9 2-192,1-2-56,-2 2-208,-1-2-192,4 1 680,3 0-840,-5 0-353,4-1-351,2 0-465,-1 0-415,1 0-265,0 0 2689,0 0-2560,3 0 647,3 0 689,10 0 640,-10 0 352,2 1 232,2 0-4025,-10-1 4025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39.52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1229 0 8041,'0'0'608,"0"0"153,0 0 151,-2 0 72,2 0-216,0 0-136,0 0-24,0 0-32,0 0 41,0 0 15,0 0-24,0 0-40,0 0-80,-1 0-120,1 0-368,0 0 272,0 0-120,0 0-56,0 0-8,-2 0-24,0 0-64,2 0 80,-2 0-8,0 0-8,2 0-48,-2 0 24,2 0-32,0 0-8,-1 0-16,-1 0 24,-2 0-48,2 0 40,-2 0-56,3 0 56,-1 0-120,-2 0-104,2 0-160,0 0-224,-1 0-224,1 0 832,2 0-1032,-4 0-241,1 0-55,1 0-56,0 0 232,0 2 327,2-2 825,-2 0-520,2 0 288,-2 0 104,2 0-1768,0 0-2113,0 0 4009</inkml:trace>
  <inkml:trace contextRef="#ctx0" brushRef="#br0" timeOffset="830">917 59 8881,'0'0'881,"0"2"103,0 0-56,0 0-296,0 0-184,0-1-48,0 1-16,0-2 56,0 0-15,0 2 7,0 0-72,0 0-56,0 0-80,0-1-104,-2 1-8,2 0-80,-2-2 40,0 0-8,0 2-64,0-2 16,1 2-16,-3-2-48,0 2 72,-1-2-72,3 0-64,-1 0 112,0 0-208,0 1-192,-3-1-192,1 0-233,-1 0-159,1 0 984,5 0-1080,-6 0-48,1 0 112,-1 0 239,-1 0 281,1 0 248,5 0 248,-3 0-96,-2 0-16,1 2-8,-1-2-3841,6 0 3961</inkml:trace>
  <inkml:trace contextRef="#ctx0" brushRef="#br0" timeOffset="831">470 111 6849,'0'0'2713,"0"0"-2713,0 2 1200,0-1 16,0 1-368,0 0-264,0-2-184,0 2-31,0-2 7,0 0-8,0 2-72,0 0-48,0-1-112,0 1-64,0-2-48,0 2 8,0 0 56,0-2-56,-1 1-32,0 0 64,-1-1-40,0 2-64,-1-1 0,1 1-80,0 0 120,2-2-248,-4 0-208,2 2-280,-1-2-305,-1 0-215,2 2-104,2-2 1360,-2 0-1160,1 0 311,-3 0 361,2 0 280,0 2 88,1-2 120,0 0-3969,1 0 3969</inkml:trace>
  <inkml:trace contextRef="#ctx0" brushRef="#br0" timeOffset="832">131 89 8017,'0'1'1160,"-1"-1"-87,-2 2-1073,2-2 1160,-3 2-272,2-2-200,1 0-152,-3 0 33,2 0 47,-2 0 32,-1 0-8,-1 0-24,3 0-48,-3 0-136,3 1-432,1 0 384,-4-1-136,1 0-48,-1 0-64,1 2-64,-1-1-72,6 0 89,-7 0-89,1 1 40,1 0-16,-1 0-104,2 0-57,3-2 137,-1 2-248,-4 0-208,3-1-192,-1 1-352,0 0-432,3 1 1432,0-2-1729,0 1-199,-1-1 368,0 1 479,2 0 505,0 0-3193,0-2 3769,0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53.67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30 0 8985,'0'0'1209,"0"0"15,4 0-424,-1 2-368,-1-2-432,0 0 240,-2 0-136,4 0-32,-1 0 96,-3 0 112,4 0 96,-4 0 25,4 0-9,-4 0-80,0 0-88,0 0-16,0 0-208,3 0 112,-3 0-64,0 0 32,0 0-56,0 0-8,0 2 24,0 0-8,0 0 0,-2 0-120,1-1-120,-1 3 208,2-4-344,-4 6-232,0-5-177,-1 3-159,1 0-192,-1-1-56,3-1 1160,-2 2-1096,0 0 119,-1-1 321,-1 1 248,1 2 208,1-3 200,2-1-3841,2-2 3841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9:54.60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929 0 10122,'0'0'1456,"0"2"-248,3 2-520,1-1-360,-4-1-208,4 0-40,-4 0-48,0-2 113,0 0 39,3 0 72,-3 0 24,0 0-136,0 2 32,0-2-72,4 0-24,-4 0-24,0 2-56,0-1-48,0 1 16,0 0-24,0 0-104,0 0-160,0 0-280,0 0-161,0 1-223,0 1-80,0-1 1064,0-2-1056,-2 2-17,0-1 305,1 4 192,-5-1 240,0 1 160,5-5 176,-3 5-3929,4-6 3929</inkml:trace>
  <inkml:trace contextRef="#ctx0" brushRef="#br0" timeOffset="1">645 405 11386,'0'0'1672,"0"1"-1672,0 1 952,4 4-495,0 0-265,-1-1-144,-3-1-24,4-3-24,-4 0 8,0 0-48,4 3 96,0 0-16,-1-1 24,-3-1 24,1-1-88,2 0 40,-3 3 0,0-2-24,0 1 8,4 1-8,-4-2 8,0 1 16,0 1-24,0-2-32,0 0-8,0 0-64,0-2 88,0 3-184,0-1-152,0 0-233,0 0-135,-2 0-128,1-2 832,0 2-904,-3 1 16,1 1 8,-3 0 23,0-1 209,2 0 648,3-2-440,-5 4 152,1 1 192,-1-1-3721,6-5 3817</inkml:trace>
  <inkml:trace contextRef="#ctx0" brushRef="#br0" timeOffset="2">379 828 9289,'0'2'1209,"0"-2"-153,0 1-448,0 1-304,0 0-200,0-2-104,0 0 104,0 0 16,0 2 96,0-2 96,0 0 56,0 0 25,0 0-89,0 0 56,0 0-216,0 0-40,-2 0-16,2 0-88,-2 0-56,0 0 80,0 2 24,1-2 0,-1 2 0,1-2-48,0 0 88,-1 1-32,0-1 64,0 2-104,1 0-32,1 0 16,0-2-160,0 4-224,-2-3-72,2 5-281,0-4-119,-2 0-120,2-2 976,0 1-1088,-2 1 48,0 2 71,0 0 265,2 1 256,0-1 448,0-2-216,0 3-192,-1 3-3545,1-8 3953</inkml:trace>
  <inkml:trace contextRef="#ctx0" brushRef="#br0" timeOffset="3">4 1183 9930,'0'3'1264,"0"3"-376,0-1-488,0 1-312,-2-1-56,2 1-136,0-1-16,-2-1 40,2-2-64,0 2 80,0-3-8,0 3-160,0-2-184,1-1 416,2 2-640,0-2-256,1 3-41,2 0 193,8-2 224,-10-1-3593,-4-1 4113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1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2003 332 7745,'3'0'96,"1"0"0,0 1 16,-1 1 40,1-2 40,0 2 32,-3-1-224,1 0 248,4-1 16,0 0 33,-3 0 39,1 0 32,-1 0-368,-2 0 392,2 0 40,1-4-16,0 4-8,-1-3 24,1 3-40,-4 0-392,0 0 392,4-4-32,-4 4 40,3 0-23,-3-4-17,0 4-360,0 0 392,0 0-88,0 0 16,0-3 0,-2 3-40,1 0-280,1 0 256,-6 0-56,1 0 16,-3 0-48,-6 0-32,8 0 8,1 0-144,-7 0 112,7 0-24,-15 0 16,12 0 48,-12 0-24,9 0-128,6 0 184,-12 0 8,-5 0-64,2-4 24,-4 4-24,2-4-64,21 4-64,-22 0 81,-5 0-49,-1 0 24,-8 0 32,0 0-16,22 0-72,-6 0 120,-20 0-112,1-3 80,-3 3-64,-1 0-8,9 0-16,26 0 72,-35 0-112,-2 0 64,2 0-40,-2 0 16,-2 0 8,40 0-8,-30 1 64,-10-1-56,2 2 40,-2 0-24,3 0-64,19 0 40,7 0 40,-25-1-24,0 1 0,6 0 8,-3 0-8,5 0-16,33-2-8,-33 2 8,-1-2-32,2 1 16,0 1 24,2 0 0,23-1-8,-10 0 64,-9 1-96,0-2 24,5 0 16,0 2 0,8-2-8,10 0 72,-14 0-72,1 0 24,1 0-40,1 0-8,10 0 8,6 0 16,-18 0-56,13 0-72,-9 0 40,10 1 16,-1 1 0,4-2 72,-1 0-16,-1 2-16,2-2-32,1 0 8,1 0 40,0 2 16,0-2-64,0 0-24,5 0 8,12 2-17,-12 0 49,17-1 32,-17 1 16,9 2-64,6 0 8,2-2-16,2 3 24,5 1 24,-7-3 24,-11-1 8,26 4-16,3-1 32,1 1-32,-1-3-8,5 1 24,-44-4-8,42 4-40,4-3-16,1 1 64,2 0 8,-2 0 32,-27-2-48,7 0 80,22 0-80,0 0 80,-1 0-104,-3-4 40,-8 4-16,-30 0 24,36-3-64,2-1 104,-2 0-64,1 1 24,-3-1-16,-34 3-8,24-2-8,7-2-24,0 1 80,-3 0-24,1-1-8,0 1 40,0-1-72,-4-1 24,2 2 8,-2 1 0,-4-1-16,-29 4 32,28 0-32,-2-4-8,-4 4 32,-2-3-8,-4 3-8,-10-2-8,3 0 49,-3 2-65,10 0 88,-16 0-32,6 0 0,-4 0-40,-1 0 80,3 0-56,-4 0 128,0 0-80,0 0-40,0 0-16,0 0-16,-2 0-72,-1 2 16,-3-2 80,-9 0-8,1 0-8,5 1-8,1 0 48,-8 1-56,-7-1-16,1 1 8,-1-2 8,0 2 8,20-2-32,-23 2 48,-5 0 48,0 0-72,-4 1 40,0 1-24,24-3-8,-15 2-8,-9 2 24,-4-1 24,-1 1 32,1 1-16,13-4-56,12 0 104,-27 1-24,-1 3 16,0-3-72,-1 3 8,-1-1 56,42-4-88,-40 4 24,-6-1-8,1 1 40,-1 1-72,0-1 16,28-2 0,-6 0 56,-20 2-80,0 1 40,2-1 8,3 1 8,7-2-32,26-3 64,-30 3-40,1 0-32,0 1 16,2-1-8,0 1 16,28-4-16,-17 0 48,-6 3-88,5-2 40,3-2 16,1 2-16,11-2 0,4 0 40,-11 0-24,1 0-24,10 0 24,-10 0 16,10 0-32,6 0 8,-5 0-8,-1-4-8,2 0 0,3 4 8,1-3-16,0 1 16,0 0-48,0 2 64,5-4 0,12 1 8,-5 3-24,-8 0 48,15-4-56,1 0 32,4 4-24,1-4 8,5 4-32,-27 0 24,31-3 0,4-1-80,3 4 104,5-4 8,0-1-32,-22 3 0,1 0 24,27-1-40,3-3 16,4 2 0,0 1 32,1-1-32,-56 4 16,59-4-64,3 1 40,2-3-16,-2 1-24,-2-1 64,-45 5-16,25-2 24,18-2-64,-3-1 72,0-8 8,-2 10-24,-20-6-16,-19 5 64,36 2-16,-7-12-16,-4 11-64,-3-1 32,-4-10 0,-35 15-16,36-4 0,-4-10-16,-6 14 48,1-6-8,-4 1-8,-15 2 0,2 0 48,9-12-80,-14 12 0,14-1 24,-16 0 0,1 1 32,1-1 0,-3 0-24,1 4 32,-4-3-80,0 3 56,0 0-8,0 0 8,0 0-96,-2 0 112,-1 0 8,-12 0-8,12 0-24,0 0 80,-17 0-64,4 0-16,-6 0-8,-2 0 8,-4 0 0,26 0 8,-29 0-8,-4 0 8,-4 0 0,-1 0 16,-4 0 0,28 0-24,-14 0 16,-18 0-40,-3 0 120,-3 0-72,-1 0 16,16 1-40,23-1 88,-39 2-136,-2 0 96,0 2-40,0-2-16,-2 3 88,57-5-80,-53 4 32,-4 0-24,2 1 88,2-1-48,2 1 16,30-3-64,-2 0 120,-23 2-40,2-1-40,4-1 40,1 4 24,10-3-104,27-3 128,-29 4 48,2-2 40,1 0-112,-1 0-72,4-1 0,20 0-32,-12 0-32,-3 1 32,7 0 32,0 0 32,8-2-24,-2 0-40,3 0 72,3 0-24,-3 0 24,2 0-88,3-4 32,-1 4-16,2 0 16,0 0-80,0-4 32,3 1 0,1 3 72,11-4-32,-14 4-8,2 0 56,17-4-56,-4 4 0,6-3-16,2 3 56,-1 0-40,-18 0 24,26-4-24,-1 4 16,4-4 0,1 4 8,2-3-48,-29 3 24,25 0-24,7-4-56,6 4 48,2 0 64,0-4 0,-18 4-32,-7 0 32,30-3 0,1-1-64,-1 4-16,0-4 40,-2 4 8,-48 0-16,48-3-24,1-1 88,-5 0-56,-2 1-24,-1-1 56,-31 3-24,14-2-24,12-1-56,-2-1 96,-1 1 0,-1-1 8,-12 1-24,-14 2 56,22-3-48,-4 1 24,1-1-64,-2-1 56,-4 1-32,-19 4 8,14-4-32,1 1-40,1 1 88,-1-1-24,-1-2-16,-14 5 24,-1-1 64,18-2-88,-16 0 56,11 1-24,-12 3 0,1-4-8,-4 4-8,4 0-24,-4-4 136,0 1-128,0 3 16,0-4 0,0 4 8,0 0-120,-2 0 72,-4 0 40,-10-4 16,1 1-8,4 3 0,6 0 64,-16-4-56,-4 0-8,-1 1-24,-5 3-16,-1-4 8,31 4 32,-31 0-24,-8 0-24,-1-4 48,-3 4-8,0 0 8,24 0 0,-6 0 40,-20 0-96,0 0 56,-2 2 16,2 0-24,6 1 8,31-2 64,-41 2-48,-1 3 0,1-1-16,-1 1 24,-3-1 8,44-3-32,-29 2-16,-13 1 32,4 3-40,0-3 24,4 1-8,19-2 8,6-1 16,-23 3-16,0-1 96,5 1-104,2-1 16,4-1-8,29-4 16,-28 5-104,1-3 96,1 0 40,3 0-32,1 0 24,17-2-40,-6 0 16,-4 0-80,10 0 40,-8 0-32,11 0 56,0 0 0,3 0 40,-1 0-8,0-4-32,0 4 24,2-4-32,0 1 0,4-1-72,11 0 88,-10 1-16,19-1 16,-14 2-8,0 0 72,12-1-112,6-3 96,3 2-48,2 1-40,1 0 32,-29 2 32,33 1-104,3-4 144,3 1-64,0-1-16,6 0-8,-37 4 16,22 0-80,18-3 24,2-1 32,0 0 56,4 1-112,-24 3 80,-11 0 24,33-4-16,2 4-56,-4-4 88,2 4 8,0-3-64,-55 3 16,51 0 40,2 0-72,-1-4 8,-3 4 32,-1-4 8,-30 3-16,6-1 80,16 2-72,-5-4 56,-6 4-88,-1 0 8,-11-3 16,-15 2 16,20 1-56,-5 0 24,-5 0 0,-8 0 24,10-3 0,-12 3 8,0 0-40,0 0 32,-4 0 0,3 0 0,-3 0-8,0 0 32,0 0-16,0 0 48,0 0-56,0 0-16,-2-4-40,-1 4-24,-5 0 72,-10-4 56,3 1-24,-3 3-24,11-2-8,-5 0 24,-11 2-104,-1-4 72,-6 4 16,-1 0-16,5-2 8,17 1 64,-31 1-64,-1 0 24,1 0 0,-3 0-32,1 0 8,39 0 0,-36 0 0,-7-4-56,0 4 72,-2 0-16,-2 0-8,28 0 8,-5 0 64,-23 0-40,0 0 32,1 0 8,1 0-24,4 0-40,38 0 32,-40 0 0,-1 0 8,1 0-8,3 0-40,1 0 8,31 0 0,-18 2-8,-8-2-48,0 0 48,2 2-8,4-1 32,11-1-16,9 0 64,-19 0-48,-1 0 40,5 0-88,0 2 64,6 0-32,20-2 24,-15 2-48,1-2-32,6 0 24,-6 0 48,10 2 8,2-1-24,-2 0 88,1-1-72,1 0-24,0 1 0,2-1-8,0 0 16,0 0 16,6 2-32,10-2 0,-10 0 56,16 2-40,-2 0-24,4 0 32,2 0-96,1-1 32,3 1 32,-1 0 0,-10-1 24,-5 0 40,21 1-8,4-2 0,1 2-32,-1-1-8,0 1 8,-36-2-32,39 2 0,4 0-48,4 0 56,0-2 48,1 0-40,-33 0 16,14 0 24,17 0-96,-1 0 24,-2 0 32,0 0 8,-14-3 8,-20 2 56,32-3-64,1 1 32,-5-3-16,-1 1 16,-3-1-24,-32 6 0,29-5-24,0-10-8,2 11 16,-5 1 48,-3-12-16,-15 13-16,0 0 48,12-1-56,-4-3-8,-1 1 8,-1-1 0,-13 2 8,-4 3 24,19-5-8,-17 2-8,12 1-32,-11-1 0,0 0 8,-3 4 16,3 0 16,0-3-56,-1 3 48,-3-4-16,4 4 0,-4 0 8,0 0 112,0-4-96,0 4 88,0 0-112,-2 0-24,-3 0 48,5 0-16,-6 0-64,1 0 56,-10 0 24,9 0-8,-10 0-8,13 0 0,-1 0 72,-17 0-80,3 0-16,-2 0 8,-6-3 24,5 3-8,16 0 40,-24 0 0,-2 0 0,-3 0-48,-1 0 32,-3 0-16,30 0-8,-23 0 16,-9 0-56,-4 0 8,1 0 80,-3 1-16,20 1-32,6-2 64,-29 2-40,-1 0 72,-1 0-56,-1 1 24,-1 1-16,1 0-88,1 0 72,1-3-56,2 3 56,2 0-80,31-2 48,-16 1-80,-11 1 64,2 0-16,3-1 64,2 1 32,2 1 0,0-1-24,0 2-32,3-1 32,3 1 1,3-1-1,2 1 16,2-1-80,1 1 32,1-3-8,1 3 32,13-4-32,1 0 56,-16 1-56,14-1 88,-1 4-72,1-5-16,2 1 0,2-2 40,-1 4-80,1-2 112,1 0-40,0 0-72,3-1 48,-2 0-8,4 0-72,11-1 16,-10 2 24,18 0 16,-6 0-32,-2-1 48,-8 0 24,18 2 24,-2-1 16,7-2-32,0 2-56,4 0 8,-35-2 16,39 3-64,-1 3-32,1-4 104,1 0-16,5-1-16,-26 0 24,6 0 64,22 1-64,1 0-48,0-2 40,0 0 0,-8 0 8,-30 0 24,37 0 0,-1 0 8,0-4-72,-3 1 24,-1 3 8,-34-1 8,26-2-16,5 3-32,-1-4 32,-1 1-1,-2-3 9,-14 3 8,-7 1 49,23-4-33,-4 1 24,0 1-80,2 0 64,-4 1-24,-29 2 24,31-2-72,2-3 72,-2 1-16,-2 1-48,1 0 72,-24 3-32,11-3 32,9 0-88,-4 4 136,0-3-72,0 3-32,-7-3 24,-10 2 40,13 1-64,0 0 0,-2 0 64,1 0 24,-1 0-72,-1 0 64,-1 0-120,-1 0 48,-10 0 32,14 0-64,-17 0 48,1 0 48,12 0-104,-11-4 56,1 4-8,10 0 8,-15-3 0,0 3 40,4 0-48,-1 0 136,-3 0-112,0 0 8,0 0-104,0 0 32,-3 0 48,-3 0 24,-1 0-16,-5 0-8,5 0 48,-7 1-16,-3 1-72,-3 0 48,-4 0-8,-2 0 0,-3 0 8,-1-1-48,-3 1 48,-3 0-32,-1 0 48,19-1-24,-7 0 32,-19 1-80,-2-1 88,-1 1-40,1 0 24,9 1-24,24-2 80,-37 2-64,1-1 24,-5 0-56,3 0 40,-3 0-48,-1 0-24,0-1 16,-2 1 40,-4 0 24,3 0 8,25-1-40,9 0 64,-33 3-64,3-3 40,1 1-40,0 0 8,2 2-8,50-4-8,-48 5 8,1-3-24,0 2 16,4-2 8,1 1-8,30-2 8,-12 0 32,-12 5-64,0-3 80,6 1-80,2 0 40,7 0-8,14-3 48,-18 3-104,1 1 72,4-1 16,1-2-24,4 3 24,15-4-32,-15 0 8,9 5-72,-10-4 96,14 1-8,-3-1-24,3-1 0,1 0 56,-2 3-96,0-3 24,2 1 32,2-2-24,0 0 8,0 0 24,4 2-16,2 0 16,10 0-8,-10 0-32,16-1 8,-18 0 8,8 0-24,7 1-24,3-2 40,5 2 0,1 0-8,3 2 56,2-1-40,2-1 48,7 2-16,3-1-16,2-1-16,-47-2-8,52 4-80,-1 0 24,3-3 64,1 1 32,0 0 8,-31-1-40,9 0 80,24 3-136,0-3 48,-2 1 16,0 0-16,-11 0 8,-32-2-8,39 2 8,-3-2 8,-4 0-64,-4 0 88,-1 0-32,-32 0 0,23 0-8,3 0-32,-2 0 16,-1 0 40,-3 0-24,-11 0 8,-4 0 112,13-4-56,-1 4 8,-2 0-56,-1 0-48,-4-3 40,-16 2-24,19 1-40,-5 0 88,0 0 8,-1 0-48,-8 0 0,0 0 16,6 0 0,-8 0-40,2 0 80,-3 2-24,1 0 32,-4-1-48,0 0 80,0 1-96,0-2 96,4 2-88,-4-1-16,0 3 80,0-3-56,0 4-48,-2-2 0,-4 3 80,-8-4-40,8 3 8,-3-2 0,0 0 24,-6 2-88,-4 1 56,-1-3 24,0 3-16,-1-1 0,18-5 8,-21 6-32,-3 0 56,-6-1-40,-2 1 16,0-1-16,25-4 8,-17 2-72,-10 2 56,-3-1 32,-4 1-24,-1 1 24,17-2-16,12-3 88,-28 5-32,2 0 40,-2-1-16,0-1-80,1-1 16,1 1 0,3 2-64,3-3 120,-3-1-56,6 0 0,-2 0 80,0 0-160,2-2 104,2 1-40,1-1-24,9 0 24,15 0 40,-20 2-56,-2-2 64,4 0-64,2-3 24,0 3 0,19 0-8,-12 0-40,-2-4 8,-1 0 0,1 1 64,3-1-8,10 2-24,0 0 80,-14-1-48,12-1 0,-10 0-56,12 1-8,-1-1 32,5 4-24,-6-4-32,1 0-8,3 1 120,0-1-32,0 0-16,2 3-8,0-1 48,0 2-144,4-4 128,1 0-16,1 4 8,4-3-24,-5 1 96,0-2-120,13-1 48,-3 1-16,4 0 8,1 1 8,-18 2-24,18 2-32,6-5 0,1 4 8,3-4 48,1 1-16,-17 1-8,3 0 80,16-4-64,0 3 32,0-1-72,2 0-16,-5 0 40,-25 3 8,28-5-72,4 1 88,-4-1-8,-1 1-16,-3-1 16,-23 3-16,12-8-16,8 11-40,-4-15-32,-2 11 88,0-1-16,-10 1 16,-3 2 48,9-3 8,-10-1-72,10 2 32,-12-1 40,1 1-40,-4 4-16,4 0-8,1-3-48,-1-1 48,-1 4 8,-1-4 32,-1 4-32,0 0 48,-2 0-104,0 0 16,0 0 8,0 0 48,-1 0-16,0 0 56,-2 2-56,-3 0 64,-1 0-152,-10 1 40,10 1 56,6-3-8,-18 4-96,0-2 40,-3 3 16,2-2 8,-6 1 0,13-2 32,2 0 80,-15 2-56,-1 10 24,-1-13-8,-3 1-40,2 2 0,27-4 8,-31 2-32,0 3-8,-1 1 16,3 1 8,0-3 0,21-3 8,-9 2 32,-11 1-64,3 1 64,-3-1-8,-1 1-16,13-2-8,10-3 88,-21 3-96,3-2-8,4 3 32,0-1-8,2 0-40,18-4 32,-13 3 0,-3-1-72,1 2 40,10-2 64,-12 0-48,17-2 16,-1 1 48,-4 1-32,-8-2-8,11 0 8,-1 0 8,1 0-24,4 0 8,-4 2-16,2-2 40,1 0-16,1 0-8,0 0 8,0 0-16,0 0-80,0 0 40,5-4 40,1 1 8,3 3-8,-4 0 80,-1-4 16,14-1-104,-3 1-16,3 0 8,3 1-16,-20 2 32,14-2 16,5-3-48,1 3 48,-3-3-8,4 1 8,-13-1-16,4-3 40,13 5-96,-4-1 80,0-1-32,-4 1 8,-3-7 0,-11 9 48,14 3-80,-1-6 64,-2-8-8,-10 10-32,13-1 32,-15 4-24,-2-4-40,14 0-40,-12 1 32,3 0 40,0-1-32,-3 1 112,1 0 8,-4 1-104,4 3 40,-4 0-40,0-4 24,0 4-40,0 0 48,0 0 0,0 0 8,0 0 0,0 0 32,-1 0-48,0 0 24,-1 0-112,-4 0 112,1 2-80,-1 0 40,1 0 16,3-1 64,-13 3-96,10 0 88,-12-1-56,10 3-8,-12-1-8,17-4 16,-3 2-24,-19 3-48,6-5 56,-2 1 72,-2 2-88,12-3 32,-1 0 56,-11 2-80,0-1 40,-2 2-16,2 1-32,-4-1 40,1 2-88,1-3 184,0 3-72,0-2-8,4-1 0,15-2-24,-14 4-112,-3-2 16,3-1 96,-3 2 0,6-2-8,-3 0 88,1-1-96,11 1 24,-14 0-24,16 0-16,-10-2 8,15 0 24,-5 0-40,-3 0 8,1 0 32,1 0 32,1 0-32,4 0 0,0 0 56,-1 0-80,2 0 16,0-4 8,0 1 32,0 0-32,0 2 24,6 1-24,-1-6 64,10 1-112,-9-1 88,10 3-32,-15 2-8,4-2-48,17-1 16,-8 1-40,3-3 40,1-9 32,1 12 80,-1-3-32,2-8-16,-1 10-40,-1-2-32,0-8 40,-18 14-8,21-4 32,-3-2-32,2 1 64,-1-10-8,-1 12-72,-11 1 24,6 0-16,6-4-56,-1-8 56,-1 14 16,-1-6 24,-6 3-24,-5 1 32,10-4-40,-10-9 80,17 15-56,-7 0-16,0 0-16,-14 0 16,3 0-56,13-3-8,-14 3 56,3-4 0,-1 4-8,-3 0 16,0 0 40,2 0-24,-1 0 72,1 0-64,-4 0 16,4 0-24,-4 0-80,0 2 112,0 0-48,0 0-24,-2 1 32,1-2-8,-4 2-56,0 2 16,-1-3 48,-1 4-48,0-3 24,-2 1 16,3-2 8,0 0-16,-10 0 8,9 1 24,-14 1 0,14 1-40,7-4 16,-18 4 32,1 1-96,2-1 40,-1-1 16,1-1-16,8-1 24,-4 0 48,-8 2-80,1-1 64,1 1-32,1 2-40,-1-5 64,1 3-72,-1-2 80,2 0 0,8 0-40,-11-1-8,17 0 16,-4 0-8,-11 1-80,10 0 64,-1 0 16,-8-2-16,14 1 24,0 0 96,-4-1-64,-1 0 0,1 0 0,1 0-40,2 0 8,2 0 0,-2 0-24,0-4-24,2 4 24,0-4 16,0 1 8,0 3 0,0 0 24,0-4-88,4 0 48,2-1 24,-1 1-24,6 1 16,-7 2 104,0-2-80,1-3 16,13 1-32,-12-1 0,12 1-40,-12-1 32,14 1-64,-5-1 24,0 1 56,-1-1-80,-11 4 64,0 0 40,19-3-48,-6-1 24,1 3-40,-2-1 0,-1 1 24,-12 2-56,4-2-72,18-1 64,-19 0-64,12 4 48,-14 0 8,3-3 8,-1 3-24,1 0 8,-2 0 8,-1 0-48,-3 0 80,0 0-32,0 0-81,0 0 57,-2 0-72,1 0-32,0 0 200,-2 1-240,-3 1-160,1 0-24,-2 0-144,-8 0-120,13-1 688,-2 0-816,-10 2-313,8-1-207,-9 2-296,10-2-169,-7-1 1801,9 0-1808,-1 2 24,-3 1 447,0 0 409,-1-1 376,1 1-3561,6-4 4113,2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1953 209 10386,'0'2'1064,"0"1"-256,0-2-808,0 4 632,4 2-176,-4-1 24,0-1 9,0 1 23,-2-3 64,0 3-80,-1-1-40,-1-1-72,-1 2-56,-10 1-328,15-7 320,-6 7-56,-8 8 40,6-10 24,-12 10-24,2-7-7,11-1-297,-5 8 296,-8-1-128,0 5 104,-2 1-72,0 2-48,6-5-152,10-10 184,-18 19-176,-2 1 144,-2 4-64,-3 1 56,0 3 24,27-31-168,-23 27 96,-5 5 0,1 3 32,0-2 8,0 1-16,14-17-120,0-1 208,-16 24-96,-2 0 40,1 2-56,-1 2-32,2-2-64,29-41 56,-33 49-72,0-3 112,-1 4-72,-1 1 8,2-5 48,28-37-80,-20 27 0,-8 12 16,4-3 40,0-2-24,3 0-40,12-21 8,7-10 120,-13 27-72,2-4 112,5-1-72,3-4-56,-1-4 16,14-30-48,-5 30-104,-13-6 72,14-1 40,-10-4-8,11-3 48,2-11-48,-1 3 56,-3-2-96,1 0 208,1-1-216,0-1 56,3-2-8,0-2 24,1 1-240,0-2 144,0 0-48,4-4-32,2-1 16,-4 2 136,10-11-120,-8 9-56,13-19 24,-12 7 24,15-3-40,-11 6 168,-3 4-112,12-16-16,3 1-32,-3-7-24,6 1-8,-1-3 192,-22 33-224,25-36-40,1-1 160,1-1 0,1-1-24,2-3 32,-20 29 96,10-14-192,12-18-88,-2-2 144,2 1-40,0-5-40,-9 15 216,-15 23-121,26-38-135,0-1 56,0-1 16,0 1-16,-2 2 24,-30 47 176,25-42-240,2-4-48,1 2 72,-3 3-24,1-1 24,-15 24 216,2-1-144,9-19-64,1 0 112,-2 3-24,-4 1 8,-3 10 112,-14 22-40,16-27-56,-3 4 56,-1 5 64,-9 2-16,12 2-16,-17 16 8,2-7 16,2-4-88,10 10 0,-15-12 104,4 14 16,-4 0-48,0 2 96,3-3 48,-3 1-8,0 3 24,0 0 40,0 1-200,0-1 200,-2 6-48,1-1-24,-5 10 8,1-9-8,-3 8 0,1-11-128,-2 2 144,3 13-80,-12-1 120,10 1-96,-12 2-8,5 1 88,-1 2-136,-4 3 152,1 0-32,-3 3-32,0 3 0,-2-3-72,0 6 64,-1-2 49,-1 2-17,0 2 16,11-18-160,3-3 96,-16 20 24,0 1 0,-1 2-24,0-1 32,1 1-128,26-37 72,-29 40-8,0 2 48,-1 2-40,-3 2-16,2 0-8,-2 0-64,0 1-40,-1-1 120,-1 2-24,0 0 88,11-16-128,15-21 104,-25 37-120,2 1 208,3-1-240,2 0 64,1-2 0,24-42-16,-18 34-176,-5 2 120,3-4 80,2-1-24,2-4 24,10-18-24,1 0 80,-7 10-96,1-4 112,0-3-112,10-3 8,-10-9 8,13-5 24,-3 14-120,-1-13 280,3 0-208,-1-2-40,2 0-8,2-1 72,-2-2-224,0-3 104,2-14 96,0 15-8,6-19-8,3 12 40,-3 5 8,-1-15-72,12 0 208,-3-5-208,3-3 24,-1-3-8,-15 32 48,19-33-224,0-6 120,2 1 32,4-5-8,-1-2-32,-14 28 112,6-10-32,12-18-96,1-4 40,3 1 8,2-3-32,-7 9 112,-21 31-24,28-41-40,0-2 48,0-1-41,0 1-39,-2 0 32,-27 45 64,21-33-128,4-9-8,0 1 32,-1 3-32,-3 4 32,-11 19 104,-4 6-24,14-24 16,1 1 32,-3 2-40,0 1-8,-1 6 24,-22 31-56,23-31-32,0 0 88,-4 2 16,0 1 0,0 3-8,-1 3-8,1 4-40,0-3 32,-3 7 8,-1-1-8,-1 3 88,0 8 16,-10-12 88,16 12-16,-16-8-24,13 10-24,-14-2-40,2 1-32,8-1 113,-14 3-33,4-1 40,-1 2-168,0 0 192,0 2-112,1-3 48,0 3-64,-1 0-8,-3 0 0,0 0-40,0 0-8,0 0 0,-2 0 16,1 0-24,-1 0-24,-4 1-56,-9 5 56,8 1-24,-11 10 24,13-14 24,2-1 48,-19 19-32,6-7 24,-4 3-32,-3-1-32,1 3 16,22-19 8,-23 22-48,0-2 0,0 4 80,-3 0-24,2 2-40,13-15 32,-4 5 64,-11 14-120,-3-1 136,1 4-16,-1 0-72,-2 2 48,-1 2-136,1 0 152,-2 1-56,0 3 24,-2 3 24,28-36-48,-23 28-80,-8 12 40,-1 0 56,-1 1 8,-1 3 0,18-22-24,6-7 96,-20 31-48,0-3 0,4-1-16,-2-4 0,3 2-32,31-47 40,-28 45-48,-3-3 24,5 1-24,1-2-32,0-3 80,2-1-48,4-3-40,0-2 104,3-3-72,1-3 40,6-10-24,5-10 96,-2 15-104,-10-3 40,12-3-24,-3-9-32,1 8 8,7-15 16,-6 2-40,3 2-16,1-2 16,0-2-24,2 0-24,0 0 88,0 0-96,6-15 0,-1 11-32,12-14 24,-12 1-24,15 1 128,-18 14-104,15-20-48,3-4 136,2-3-104,0-1-41,4-5 9,-19 26 152,13-19-304,8-8 104,3-7 0,1 1 56,1-2 8,-12 17 136,-7 10-120,21-31-32,1 0-16,1-3-64,2 1 0,2-3 232,-40 51-184,41-53-40,1 0 32,1-4 72,-2 4-24,-2-1 16,-24 35 128,9-13-112,15-17-72,-1-4 120,-2 3-104,1 1 24,-12 14 144,-17 24-144,26-37-104,-2 3 128,-1 1 16,-1 1 40,2 5 8,-28 33 56,19-25-24,6-3-32,-4 0 32,-4 4 8,3 4 0,-13 10 16,-3 4 8,11-13-8,-2 1 0,-3 3 40,1 1-8,-10 4-32,-6 16 88,20-14 24,-16-1 8,11 10 72,-15 1 24,3-1 56,-3 5-272,0-1 288,4-2-48,-4 4 32,0 0-16,0 0-40,0 0-216,0 0 240,0 0-72,0 2-40,0 1-48,-4 3-24,-1 9 16,4-14-72,-13 5 32,9 11 32,-14-10 24,3 15-8,-1-5 8,7-7-88,0 0 136,-10 10-40,-4 4-8,-2 2 64,-2 1-16,2 0-136,21-23 104,-30 28 32,0 3-24,-2 1-24,1 3 33,-5 5-41,30-31-80,-20 22 40,-13 16-48,0 1 24,0 1 24,-2 1 8,-2 1 48,0 2-40,-2 0 200,1 0-200,-1 0 16,2 3 24,47-58-96,-42 55-104,-1 4 152,2-2 16,1-2 8,1-2 0,23-31-72,-7 9 64,-12 22-56,-3-2 104,2-1-128,0-1 40,10-10-24,21-32 40,-27 39-136,2-2 240,5-4-128,-1-1 0,4-6 0,20-29-16,-12 19-112,-3 4 48,3-5 64,8 0 0,-12-6-8,14-1 80,-3-10-72,3 8 48,-2-11-32,1 1-8,4-3-8,2-2-16,0 0-72,0 0 104,4-4-72,0-1 8,1-12 16,1 12 32,6-4-128,3-6 40,0-5 168,3-2-192,2-2-16,-3 6 128,-8 8-80,21-19-232,-1-6 288,4-2-144,-2-2-33,3 1-39,-32 35 240,30-38-376,5-2 96,0-3 24,2-1 72,1-1 16,1-2 8,1-1-64,0-3 0,2 1-80,0-2 64,-2 7 240,-34 39-240,40-48-16,1-2 80,1 2-80,-4 0 24,-2 0-8,-32 43 240,20-25-200,11-15 0,-3 1 64,2 2 31,-1-1-31,-17 20 136,-10 14-48,23-29-48,2 1 112,-2 3-72,-1 5 32,-1 1-8,-34 36 32,30-31-64,-4 1 24,1-1 16,-4 5 56,-2 3-56,-14 15 24,4-4 48,5-4-88,-12 1 0,15 10 64,-16 1 24,-1 0-48,-2 4 168,4-3 56,-1 4 25,-4 0 31,4 2-16,-4 2-48,0 11 0,0-10-96,-4 15 0,-4-3-8,-8 3-24,7-7-88,3-4 128,-12 19-48,-2 3 16,-4 4-48,-2 2 48,3-3-96,20-30 104,-30 41 16,-2 0 96,-2 3-8,-1 2 32,-1 3 16,26-35-256,-12 16 200,-16 19-72,1 2 96,-3 0-136,1 4 0,10-18-88,20-25 112,-34 43-112,0 2 112,0-2 0,2 1 8,-2-3 72,42-52-192,-36 49 160,-4 1 17,1 0 111,3-3-88,1 1 48,21-27-248,1-2 240,-18 27-96,0-3 160,2 0-144,2-6-8,3-4-152,25-33 160,-27 35-184,3-3 184,1-2-120,0-4 8,2-3 0,19-21-48,-12 13-56,-5 2 40,2-1 40,4-1 0,-3-4 24,10-11-48,3-2 104,-8 15-120,8-12 72,-9-1-64,12-1-8,-1-1 8,4-3 8,-4 2-80,1 0-8,1-2 56,2-4 0,0 2 32,0-1 48,0-3-120,5-10 16,10 10 24,-9-14-64,9 7 96,-10 10-24,13-16-24,3-1 56,1-2-80,2-4 8,-1 0-40,-18 22 104,18-21-184,6-6 16,3-4-40,1 0 72,0-6-48,-13 18 184,-3 4-80,19-23-16,3-2 72,0 0-72,3-2 16,-4 1 80,-36 42-40,39-45-104,1 2 80,-1-2-32,-5 2 8,1-2 7,-2 2 25,-5 0-72,-1 0 80,-3 4-40,-2 5 24,-10 11 64,-8 16 0,12-20-72,-1 1 40,-12-1-40,15 8 32,-14 2 16,-6 18 24,15-12 0,-12-1-24,1 11 24,0-1 24,-1-1-24,-1 6 0,0 0 80,2 0-48,-4 0-24,0 0 64,0 4-8,0 3 32,0 12 24,-2-14-48,-4 15 16,1-3-7,-2 3 15,5-16-96,-13 14 96,9 8-88,-10 1 40,1 1 64,-1 3-64,5-10-48,5-9 152,-12 21-24,-1 2 72,-1 0-16,0 2 16,-4 0-32,24-36-168,-28 38 80,3 2 16,-7 3 72,1 0 16,-2 0-80,-2 4 104,2-4-144,-2 4 128,0 0-48,4 0-80,8-15-64,13-19 80,-23 32-152,1-2 192,1-1-104,2-3 80,-1 1-32,26-35-64,-19 23-40,-5 7 64,2-4-16,4-1 56,0-2-24,12-15-40,0-2 88,-6 10-32,-3-3 112,12-5-136,-13-6-8,14 5-24,6-12 24,-15 3-120,10 2 104,-1-1-24,1-1 24,3-4-72,1 0 64,-2 0 8,1-6-64,2 1 112,0-14-8,0 14-64,11-10 16,-7 10 104,0-14-144,11-1 208,-10-4-160,12-2-40,-3-1 40,-12 24-8,13-26-136,3-4 96,1 2 48,-1-6 0,-1 2-56,-7 17 48,0 0 40,10-23-48,2 1-64,0-3 80,0 1 24,-4 3-32,-16 34 8,19-37 16,-1-2 80,0 1-160,-2 3-16,3-1-32,-17 32 104,10-20-216,3-8 48,-1 0 80,-10 4 72,14 0-56,-16 13 72,-3 9-16,18-19-80,-14 3 152,12 3-136,-12 0 40,1 4 24,-6 19 16,15-15-200,-15 0 120,5 10 40,1 1 40,-3-1 16,-3 5-16,0-2 64,0 3 24,0 0-80,0 6-16,0 0 8,0-5 32,-1 16-112,-3-12 112,-2 17-8,-1-5-24,-8 3 8,13-16-8,-3 12 8,-13 8 16,10 0 64,-12 4 48,5-1 16,6-11-152,0-2 184,-10 17-40,-3 0 104,0 2-144,0 2 0,0-3-104,20-31 104,-22 34-152,2-2 216,0 1-16,-2 0-40,2 0 32,15-23-144,-8 13 64,-7 9-40,0 0 64,2-2 56,0-2-23,1-1 39,3-2-32,-1-4 0,-1 0-72,1-2 32,3-2-40,13-16-48,-6 11-16,-8 2 16,10-8 32,-1 10 40,-1-12-64,2 1 80,-1-1-88,1 1 72,3-2-80,0-3 0,0 1 8,2-2-88,0 0 296,0-3-232,0-1 8,4 0 8,-3 3 8,1-3-208,4-15 152,-1 14 16,12-14 16,-12 5 8,6 5 16,-5 3 40,9-11-32,-10 1-88,19-3-24,-7-1 8,-1 0-24,-16 20 120,17-22-64,1-2-120,-1 0 111,-1 2-15,-1-4-8,2 2 104,-3 1-144,-8-1 136,14 2-120,-14-1 8,8 6 112,-10 12-56,1-18-168,12 2 176,-13 3-96,1 1-32,1 1 88,-5 13 88,3-9-200,2-4 48,-1 1 96,1 9-56,-3-14 48,-3 17 64,0 1-16,0-13-72,0 11 88,0-1-56,0 1 24,0 1 32,0 2-16,0 1-32,0 0 56,-3 2 24,-3 4-48,-8 8-8,8-8 16,-11 12-96,10-3 88,-15 2 24,6 3 0,-5 2 80,1 2-40,-2 3-48,-2 3 64,0 3 24,-2 0 32,25-31-120,-25 31 176,2 0-96,-4 0 40,3 4-8,1-4 32,11-17-144,0 1 192,-9 14-64,-2-1 144,4-1-152,0-3-16,3-4-104,15-18 144,-16 21-168,1-1 152,3-3-32,6-1-40,-10-4 9,12 1-41,-8-10-48,8 12 40,1-14 16,-1 2-16,4-3-16,0-2 96,0 3-24,1-3 0,1 0-16,0-2-48,0 0-32,0 0 8,5 0-56,10-5 96,-10-10 24,14 9-32,-17-1-16,1-4 64,21-4-120,-7 1 48,1-5-88,2 1-48,-2 3 144,-14 11-80,18-16-73,2 0 153,0-2-72,2 2-40,0-2-24,3 0-88,1-2 48,1 0 56,0-2 24,0 0 8,-14 12 88,-4 3-32,16-17-48,1 0 88,-5 3-128,3-3 24,-2 2 96,-24 24-128,23-23-96,3-3 80,-2 1 64,-1-1 40,-1 2 32,-16 17 8,6-8 24,10-5-144,-2-2-8,0 1 24,-1-1 48,-7 9 56,-8 9 16,10-14 16,-1 4-64,-9 1-48,10 9 40,-12-10 24,-4 15 16,4-2-16,-1-2 8,1 1 0,-4 0-24,0 4 0,-1 0 32,0 0 32,-3 2-16,-1 4 56,-10 1-64,10 11 8,-12-11-16,15-6 16,-14 21-64,-3-2 112,-3 2-56,0 2-24,2 2 64,-4 0-32,2 1-48,-4 3 64,0-1-8,3 6 24,7-15-48,6-7 120,-14 22-48,0 0 192,0 0-216,0 0 24,-2 0 16,25-34-88,-21 31-80,-2 3 152,0-2 48,2-2-16,0 0 0,12-18-104,-2 4 144,-9 10-104,3 1 8,0-2 40,3-4 24,9 0 24,-12-2 24,12-2-8,-8-1-104,8-2 40,-1-8-80,-1 10-64,3-12 40,-1 12 0,5-14 64,1 3 0,0-4-48,0 0 104,0-1-24,0 1 72,0-2-144,3-3-8,1-3 0,-4 6-32,5-15-88,12 12 120,-11-16-16,14 5 16,-4-1-8,-10 9 8,7-8-32,9-5-64,0-3 160,2-4-80,0 1 8,-8 5 8,-8 12 8,17-21-128,3-1 80,-2 3-8,1-3 16,-1 1-16,-23 26 48,20-24-80,1-4-40,1 2 80,-1-1-32,0 1 48,-2 1 64,-2 1-96,-1-1 16,-4 2-72,-10 2 16,12 7 96,-12 12-88,1-15 48,12 2 200,-14 3-136,1 10-40,1-14-8,-5 18 24,1-1-200,-2-4 80,4 2 104,-4 1-64,-2 3 56,-3 1 32,-10 5-32,8 9 96,-14-1-144,5 5 40,-4 3-32,19-22 64,-20 24-64,-1-2 64,-1 4 40,0 1 48,1 1-56,1 3 96,-3-3-88,2 1 208,0 0-112,-2 1-48,7-9-88,12-15 168,-17 20-224,0 0 248,2 0-64,0-2-48,-1 1 32,19-22-112,-16 18-24,-4 3 24,2-2 16,0-2 16,1 2-8,10-10-24,2-3 96,-8 11-32,-1 0-104,-1-1 32,2-3 40,8-1-32,7-13 24,-18 12 40,12 3 17,-9-2-81,10-10-33,-10 12 1,11-12-128,-1 1-96,-1 1 24,1-1-240,1-1-176,2-2 648,0-2-880,1 1-496,-1-1-321,0-1-391,2 0-273,0 0 225,0 0 2136,0 0-1624,5-5 519,12-1-3296,-17 6 4401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3.685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152 413 8089,'0'0'1521,"0"0"271,0 0-104,-2 1-495,2 1-425,0-1-768,0 0 488,-2 1-184,0 0 0,0-2 40,0 0 72,1 0-416,1 0 520,-4 0 32,0 0 32,1-4-71,-3 0 15,4 1-64,2 3-464,-5-6 384,1 1-64,-2-12 8,3 12-32,-3-10-64,4 13-232,-1 0 280,-3-12-112,1 8-24,1-11 24,0 3-64,0 0-104,3 11 64,-5-2-24,3-17-64,-3 7 48,1 0 16,1-1-8,3 12-32,-4-9 8,0-5-48,1 1-40,-1-1 40,-1 1 32,4 7 8,1 4-32,-5-9-40,4 0-232,0 1-216,-1-1-248,1 9-360,2 6 1128,0-18-1513,0 12-487,0-8-441,0 10-167,0 0 463,1 3 2145,1-1-1488,2 2 672,0 0-2681,-4 0 3497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4.15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10 412 6737,'0'2'496,"-2"-2"-496,2 0 656,-2 0 192,0 0 193,0 0 23,2 2-152,-1-2-112,1 0-800,0 0 752,0 0-72,0 0 73,0 0-9,0-4-8,0 1-736,0 3 776,3-6-136,-3-9 56,4 12-71,0-14-97,1 12-8,-4 2-520,2-11 376,2-1-104,-1 10-48,2-14-8,-1 5-8,1 8 24,-1-18-32,1 10-112,8-3-24,-14 0-8,4 3-56,-4 12 32,5-13 8,-1 0-48,2-1 48,-1 1-8,-1 0-64,-3 10 32,2-8-8,0 8-232,1-17-32,-4 16-144,4-14-256,-4 17 672,0 2-880,3-14-425,-3 10-319,0-1-472,0-8-233,0 14 145,0 0 2184,0-4-1705,0 0 665,0 4 592,0 0-3585,0 0 4033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4.72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1 490 6849,'0'0'512,"0"2"128,0 0 136,0-2 121,0 0-89,0 0-808,0 0 568,0 0-112,0 0-32,0 0 48,0-4 88,0 2-560,0 0 696,0-3 25,0-1 55,0 1-56,0-10-16,0 11-32,3-12-64,1 10-56,-4-8-23,4 8-57,-1-12-48,-3 13-424,0-5 408,4-5-136,0 1 88,1-5-128,-1 3-56,0 2-176,-3 9 192,5-15-128,-1 2 40,10-3-56,-11-1-48,1 0 8,-4 19-8,4-14-32,0-3-24,1 0 80,-1-1-40,1 3 8,-3 9 8,-1 1 40,4-6-96,-1-1-64,1 10-216,-2-16-224,-1 18 560,-3 3-840,0-6-393,4 1-263,-4 1-472,0 4-321,0 0 25,0 0 2264,0 0-1817,0 0 649,0 0 600,-2 2 384,-3 3-3849,5-5 4033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25.210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394 431 7321,'0'0'688,"0"0"-688,0-4 880,0 4 89,0-3-89,0 3-216,3 0-96,-3-4-88,0 4-56,4-4 72,-4 1 8,4-1 57,-4 1-561,0 2 640,0-4 0,3-10-56,-3 11 16,0-1-104,4-10-56,-4 14-440,0-2 448,0-2-176,4-12-31,-4 12-9,4-13-48,-4 15-184,0 2 208,0-19-8,0 5-112,0 9 16,3-12 8,-3 12-72,0 6-40,0-18 88,0 13-160,0-17 72,0 7 56,0 0-80,2 13 24,0-1 40,2-18-192,-4 16-208,0-12-56,3 12-233,-3-12 649,0 14-912,0-3-232,4-12-440,-4 12-217,4-12-103,-1 12 192,-2 5 1712,-2-16-1217,5 13 417,0-11 472,-1 12-2969,-3 3 3297</inkml:trace>
  <inkml:trace contextRef="#ctx0" brushRef="#br0" timeOffset="428">0 885 8433,'0'0'1249,"0"0"55,4 0-280,-4 0-280,4 0-216,-4 0-32,3-3-47,1-1-25,0-2 152,1 1 32,0-8-608,-4 11 576,4-2 24,1-14-152,8 13-56,-10-16-24,13 7-88,-16 12-280,3-2 321,15-16-177,-14 5-48,13 0 24,-12 1-72,8 2-48,-8 7 96,0-10 0,12 1-120,-12-1 40,12-1 56,-12 1-48,-6 14-24,16-17 88,-10 4-160,12 8 56,-13-18 16,12 19-40,-15-5 40,0-2 0,12 6-192,-10-14-192,2 14-289,-1-10-343,0 11 1016,-4 4-1384,2-13-336,3 10-177,-2-2-23,-4-8 407,3 14 513,-3-1 1000,0-4-520,4 2 328,0-3-3809,-4 6 4001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43.58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467 440 9762,'-2'2'2128,"0"0"97,1 2-673,0-4-1552,0 2 848,-1 1-384,0-1-136,0 0-96,0 0 96,-3 0 64,1-2 65,-1 1 31,-1 1 24,-9-2 40,10 2-552,5-2 504,-7 2 32,-10-2-168,12 0-72,-10 2-32,7-2-64,3 0-200,-6 2 192,4-2-24,-14 0 8,14 1-64,-11-1 0,7 2-112,7-2 168,-3 2-111,-12-2 63,4 2-56,8 0-72,-13-2 64,18 0-56,-3 2-32,-16-2 0,7 0 64,6 0-24,-10 0 24,15 0-32,0 0 64,-13 0-40,10 0 0,-8 0-16,8-4-8,-7 4 0,11 0 8,-3 0-64,-1 0-48,-1-4-72,0 4-113,-1 0-119,6-1 408,-3-1-448,-1 2-152,1 0-128,-1 0-152,1 0-144,-1 0-161,4 0-263,1 0-264,-1 0-233,0 1-111,0 1 319,2-2 1737,0 2-1216,0 2 448,0 1 488,0 1-3705,0-6 3985</inkml:trace>
  <inkml:trace contextRef="#ctx0" brushRef="#br0" timeOffset="497">1026 1 10818,'0'5'5025,"0"-1"-5025,-2 7 3537,0-3-1841,2 14-824,-1-15-440,1 15-216,-2-10-216,2-6 128,-2 13-32,2-1 152,-2 1 72,0-1 161,-1 2 39,2-18-520,-2 18 472,-3 4-80,3 0-48,-1 2-8,0 0-56,3-13-280,-1 1 256,-4 14-40,3-3-96,-1 3-8,0-2 0,1-4-112,2-19 112,-2 25 16,-1-2 16,2 0-64,-1-1-40,-1-1 0,3-17-40,0 10 0,-3 5-40,3 0 48,-3-2 16,0 1-72,2-9 48,1-6 48,-3 14-160,2-1-104,0-1-144,-1-1-144,1-10 504,2-7-648,-4 17-256,2-12-312,0 10-353,2-10-519,0 3-681,0-5 2769,0 1-3265,0 3 225,0-1 743,4 1-2520,-4-7 4817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44.82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466 425 10698,'0'0'2256,"0"2"-287,-2 0-1017,1-2-952,0 2 440,-3-1-328,1 1-56,-3 0-32,-1 0 96,0-2-120,-1 0 312,2 0 88,-10 0 120,9 0 80,-12 0-63,5 0-537,13 0 504,-13 0-64,-1 0-96,-2 0-32,3 2-72,6 0-8,2-2-232,-8 0 200,-1 2-120,-1-1 64,-1-1-72,3 2 0,2 0-72,7-2 96,-11 2-96,1 0 24,-2-2-56,3 2 56,-1-1-24,13 0 0,-3 0 0,-14 1-32,14 0 32,-12-2 0,12 0-32,-3 0 32,1 0-24,1 0-160,1 0-136,-3 0-112,1 0-144,2 0 576,5 0-680,-6 0-153,1 0-151,1 0-160,2 0-208,0 0-105,2 0 1457,-2 0-1624,2 0-48,0 2 255,0-2 329,4 0 448,2 0 368,-1 0 144,12 2 40,-12-1-16,15 1-3761,-20-2 3865</inkml:trace>
  <inkml:trace contextRef="#ctx0" brushRef="#br0" timeOffset="446">927 0 13394,'0'4'3289,"0"3"-968,0 12-1233,0-14-488,0-5-600,0 21 264,4-14-176,-4 13 56,0-2 80,0-1 128,0-11-352,0 5 504,-2 9 40,-2 0 57,-1 0-9,-1 4-48,2-6-544,3-14 480,-5 22-88,1 2-96,-1-1-48,1 4-64,-3 1-16,7-26-168,-3 23 152,-4 4-56,3 2 48,-10-2-32,13 0-16,-1-15-96,1-3 120,-6 18-48,1 0 0,0-2-8,1 1-56,1-6-8,5-25 32,-6 25-72,1-2 16,-1-2 56,1-4-88,-1 1 64,6-14-8,-2 6-104,0-5-192,1 10-72,1-12-168,-2 2-224,2-1-152,0 1-361,0-5-503,0 1-592,3-2-841,3 0-152,-5 0 3361,4 0-2744,0 0 831,12-3-2472,-17 3 4385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46.09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595 618 9049,'0'0'2801,"0"2"96,0-2-2897,0 0 2176,-2 2-1000,0 0-568,0 0-287,-1-1-145,-3 1-8,4-2-168,-2 0 264,-3 0 0,-8 0 88,10 0 80,-12 0 40,12-3-472,3 3 536,-20-4-56,5 4-56,-1-4-32,-2 4-104,0 0 9,17 0-297,-17 0 240,-2 0-96,2 0 48,-2 0-56,-2 0 16,13 0-152,0 0 168,-13 0-88,2 2 8,0 0-56,2-2-8,1 2-24,18-2 32,-20 2-40,3-1 40,0 3 24,-1-2-24,5 2 0,12-4-32,-4 1 0,-12 1-96,12 0-16,-8 0-8,8 0-112,1-1 232,3 0-296,-6 0-152,3 1-193,-3 0-239,3 0-280,1 2-384,4-4 1544,-2 2-2025,1 1-463,-1 3-297,2-3 217,0 3 647,0-4 1921,0 1-1160,5 3 664,1-1-3593,-6-5 4089</inkml:trace>
  <inkml:trace contextRef="#ctx0" brushRef="#br0" timeOffset="1225">1503 0 6953,'0'0'1088,"-2"2"337,0-2 191,2 2-312,-1 0-440,-1 3-296,0-1-127,-2 2 31,-1-3 0,-1 1 56,1 0 80,-1 1-32,1 1 0,-12-1-40,12 1-136,-12 1 65,12 0-1,-12 10-48,9-14-416,1-1 480,-7 19-88,-3-14-88,-1 15 48,-1-3-40,3-5-312,14-12 272,-17 20 16,1 0-104,0-2 16,-1 3-16,1-1 32,13-16-216,-9 11 232,-4 11-152,0 3 73,-1 1-9,1-1 8,6-9-152,6-11 256,-11 22-88,0 2-40,3-2-64,-1 0 8,8-2-8,6-29-64,-17 30 48,13 1 8,-3-2 8,1 0 16,0-3-56,4-15-24,0 5 56,0 11-96,1-1 48,0 1 24,2-5-64,0 4 64,0-4-48,0 0-32,4-2 32,1-4-104,1 2-40,-3-16 160,10 11-216,-7 0-128,12 1 8,-12-10-73,16 8-63,-19-10 472,-1-2-512,22 3-96,-9 1-112,1-1-144,-1-1-168,0-2-297,1-2-351,-1 0-401,0 0-175,-1-4 232,1 1 567,-10 1 1457,5-2-800,4-2 464,1-10 208,0 12-3849,-15 4 3977</inkml:trace>
  <inkml:trace contextRef="#ctx0" brushRef="#br0" timeOffset="1722">2001 466 9137,'4'0'1777,"0"0"31,-4 0-640,3 0-559,-3 0-305,4 0-168,-4 0-136,0 0 88,0 0-16,0 0 112,0 0 112,0-4 96,0 2-392,0 0 480,-2 2-32,0-3-80,1-1-40,-3 4-72,-2-4-32,1 4-24,-10-3-48,13-1 8,-3 0 1,-10 4-9,15-1-152,-2-1 176,-5 2-72,-8 0 0,10-4 64,-3 4-8,-3 0-160,6 0 208,-3 0-8,-8 0 0,1 0-32,8 2 24,-13 0-8,19-2-184,-13 3 168,-1 3-24,-1-1 56,-1 10-8,2-11 8,9-2-200,-2 1 248,-7 14-80,0-12 32,1 12-24,-1-10-32,9 8-144,4-12 216,-16 12-24,13 0 0,-12 0-8,11-1-7,-8 3-9,12-14-168,-4 9 136,-1 6-8,0-3 0,1-1 0,3 3 64,1-8-192,2-3 208,-2 8-64,2-6-8,0 10-24,4-11-32,-1 12-80,-3-19 64,6 7 8,8 8-56,-10-10 40,13 10 0,-12-9-56,1-4 0,5 1 32,-6 5-72,17-1 72,-16-2-32,16 1 16,-8-2-16,-10-3 40,15 5-80,-1-4 8,2 0 0,-5-1-16,2 3-40,-15-4 88,12 2-80,1-2-192,1 0 8,1 0-24,-2 0-96,-8 0 384,0 0-360,8-4-137,0 1-111,-10-1-128,15-2-104,-15 3 840,-4 3-992,17-6-209,-12 1-199,12 1-288,-12 0-265,10 1-159,-14 2 2112,2-2-1880,11-1 447,-10 1 585,12-1 528,-12 0 184,5 4 136,-5 0-112,-1-3-3889,-4 3 4001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20:48.89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1 558 13434,'14'2'2897,"-11"-2"-2897,0 2 1680,19 0-911,-7-1-361,-1 3-208,-8 2-88,14-3 112,-5 1 40,0-2 136,1 0 96,1 0-8,-3-1-488,-14-1 472,17 2-144,1 2-88,-1-2-40,1 0-64,4-1 0,-14 0-136,5 0 112,9 1-104,2 0 32,-4 0-24,0 0-40,-5-2 24,-10 0 80,16 0-72,-5 1-8,-1-1 40,1 0-104,-10 0 8,-5 0 56,18 0-128,-13 0-200,10 0-16,-12-3-200,11 3-160,-15-2 704,0 0-840,5 2-304,1-4-265,-1 4-215,1-5-264,-3 2 1888,-3 2-2113,4 1 185,0-3 407,-4-1 545,3 0 576,-3 4 256,0 0 144,0 0-1912,0 0 1912</inkml:trace>
  <inkml:trace contextRef="#ctx0" brushRef="#br0" timeOffset="1">950 117 10138,'3'2'2336,"3"1"41,9 3-937,-12 1-616,3 1-312,-1-1-168,1 9-72,-1-10-64,-1 9 137,0-8 95,-1 10 56,-3-17-496,4 5 576,-4 14-104,0-12-8,4 13-16,-4-5-112,0-9-336,0 3 312,0 7-96,-2 4-64,-2 2-24,0 0-56,0-2-72,3-16 88,-5 22-8,1 0-8,-2 0 8,-1 1-8,1-1-8,4-20-64,-9 15 65,7 7-73,-3 0 24,-8-3-48,8 3 40,-2-13-8,4-4 48,0 14-64,-8-1 8,8 0 0,-1-2-41,-1-3 82,1 1-58,0-2-79,-1 1-24,3-3-136,-1-1-104,4-10 368,-1 5-440,-3-5-232,1 12-72,-1-12-96,1 3-136,2 2 976,2-6-1025,-3-2-255,1 4-328,1-1-233,0 1-143,2-3 256,0-2 1728,0 2-1209,0-1 481,0 0 448,0-2 168,4 0-1256,-2 0 1368,1 0-3929,-3 0 3929</inkml:trace>
  <inkml:trace contextRef="#ctx0" brushRef="#br0" timeOffset="2">1225 45 8697,'6'0'1329,"-5"0"-1329,16 0 1416,-11 0-408,14 0-464,-14-4-208,14 4-168,-17-2-168,-1 1 144,20-3 80,-16 0 65,14-1 215,-14-1 168,12 1 48,-17 5-720,13-6 728,-9 3-120,17 3-40,-16-4-24,14 4-47,-13 0-497,1 0 496,7 0-112,-1 0-80,-8 0 48,12 2-8,-13 4-344,-4-5 368,13 14-24,-8-10-64,9 14 16,-10-14 0,1 12-8,-4-14-288,10 9 304,-8 2-96,0 1 41,-1 3 7,-3 3-8,3-7-248,-2-4 248,-1 15-136,4 3 32,-4 1-40,0 3-56,-2 0-48,2-31 152,-6 34-88,1-1-72,-3 5 104,-6-2-72,10 1 16,2-24-40,-3 11 96,-12 12-104,12-2 80,-12 0-24,12 0 0,-6-10-48,7-15 96,-3 26-64,-10-2-48,11-1 40,-10-2-24,9-2-24,6-25 24,-17 22 48,13-1-120,-12 1 64,12 0-16,-10-4-8,11-11 32,1 0-24,-14 9-216,11-3-104,-10 1-232,10-3-128,-10 0 704,14-13-841,-5 12-215,-10-10-80,12 3-240,-10-1-329,11-4-455,2-2 2160,-3 1-2577,-1-1 257,-8 0 575,10 0 761,-2-5-3129,6 5 4113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00.301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301 0 8385,'0'4'2489,"-2"1"-409,0-1-607,0 0-425,1-3-1048,0 1 728,-1 2-328,1 0-64,-1-1-96,-4 3 0,1-1 56,-3 1-24,1 9 56,0-10-64,1 1 33,-1 12-73,6-17-224,-6 4 216,-7 9-80,6 3 56,-8-2 8,10 1-56,-2-8-144,0 1 264,2 7-88,-8 8-24,8-2 56,-11 4-72,12-3-136,5-22 160,-17 23 16,10 3-112,-10-1 104,12 4 32,-10-3-32,13-17-168,-1 10 232,-5 11-136,1-2-16,0 1 24,1-1 16,2-7-120,3-13 192,-5 21-72,1 1 16,1-3-48,0-1-8,2 3 16,2-27-96,-1 21 72,-1 4-64,0-1 113,2-1-57,0 0 16,0-14-80,0 2 136,4 11-144,-1 3-8,1-1-32,1-1-16,0 0 64,-4-22-104,4 23-49,10 1-79,-11-2-104,1-3-64,12 1-104,-16-19 504,3 11-600,13 6-176,-11-6-128,12 3-97,-3-3-143,-5-11 1144,-4-2-1256,11 15-168,1-13-153,2 1-79,1-1 56,1-3 231,-22-2 1369,24 2-952,1-2 344,5-4 328,-3-1-3761,-27 5 4041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00.64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8 10658,'0'5'2408,"0"9"-2408,0-11 2193,0 11-729,3-6-520,-3 12-192,4-4-135,-4 3-73,1-14-544,2 10 480,-3 7-120,0 2 0,0 2-24,0 1 56,0-6-392,0-9 392,0 22-56,3 0-32,-3 3-56,4 0-8,-4 2-56,0-38-184,0 38 144,4 3-47,-4 1-9,0 1 48,3-2 8,-1-25-144,0 8 144,-2 18-104,4-5 32,-4 1-40,0 3-8,0-11-24,0-23 56,0 30-72,0-3 8,0-2-16,0-1 16,0-3-64,-1-24 72,0 18-152,1 1-184,-2-2-73,0-4-119,0 1-184,1-11 712,1-2-864,-2 9-344,2-8-305,-2 8-279,2-11-248,0-1 2040,0-3-2249,0 4 81,0-4 479,4 0 201,1-4-2993,-5 4 4481</inkml:trace>
  <inkml:trace contextRef="#ctx0" brushRef="#br0" timeOffset="657">438 1149 10266,'-1'6'2344,"-1"11"-175,2-10-593,0 11-552,0-12-400,0-5-624,0 16 448,0-9-264,0 12-39,-2-4 7,0 1-32,-1-7-120,2-5 216,-2 9-24,-3 1-64,2-8 40,1 14-24,-1-7-32,4-13-112,-4 6 152,1 13-144,-1-13 16,0 12 32,1-14-48,1 4-8,0 1 80,-2-5-72,3 12 32,-3-12-56,0 2-64,1 0 80,2-6-120,-2 6-176,1-1-80,-4 8-176,3-12-161,-3 4-151,5-5 864,-3 5-1040,-2 0-160,3-1-97,-3 1-103,4-1-40,0-1 1440,1-2-1440,-3 3 183,2 1 337,0-1-3617,2-5 4537</inkml:trace>
  <inkml:trace contextRef="#ctx0" brushRef="#br0" timeOffset="996">874 0 7793,'0'6'3649,"0"1"-1465,0-6-2184,4 16 1617,-4-11-529,5 9-336,-1-10-256,0 14-136,-1-3-16,1 1-88,-4 1 57,4 0-25,-4 1 0,0 0-288,0-16 288,0 21-40,0 7 24,0-3-32,0 5-72,0-2-56,0-24-112,0 17 160,0 11-80,0 0 80,0 4-8,0-1-64,0-15-88,0-7 168,-2 24-96,0 3-48,-2-3-8,1 1-48,-1-1 32,4-40 32,-2 41 24,-1 1-88,-1-2 40,0 3 16,0-5-32,3-23 8,-1 11 32,-4 10-88,4-4 0,-1-3-48,-1-1-72,1-7 176,2-15-240,-4 20-176,-1-4-144,1-4-232,-1 1-209,3-4-311,2-13 1312,-2 10-1576,1-4-249,0 6-151,0-8 80,1-1 423,1-3-1871,0-2 3344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02.64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70 0 8401,'0'0'1649,"0"0"191,0 2-1840,0-2 1664,4 2-279,-4 0-289,4 0-152,-4 0-176,3 3-168,-3-5-600,0 4 577,0 1-161,0 1 72,0-1-32,0 3-48,0-2-408,0 2 456,0-2-192,0 1-24,0 8-48,0-9-56,0 8-136,0-12 104,0 13 0,0-8-32,0 13-56,-1-12 72,-3 14-88,3-17 0,0 6 32,-3 6-40,1 1-24,1-3 72,-2 0-24,2-6-16,0-4 24,-1 10-32,-3 4-144,3-12-8,1 13-80,-4-13-80,6-6 320,-3 13-320,-1-6-192,0 8 24,0-10-88,1 10-112,1-14 688,0 2-713,-2 12-247,3-10-72,-1-1-120,0 3-129,1-4 1281,0-3-1296,-1 5-120,0-1 24,2 1 111,0-5 329,0 1 344,1-2 608,2 0-1984,-3 0 1984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05.64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337 679 6297,'0'0'168,"4"-6"176,-4 1 272,4-1 256,-1 3-872,-3 3 976,4 0-55,0-6-153,-4 2-168,3 1-96,-3-1-40,0 4-40,4-4-104,-4 4 40,0-3-8,0-1-15,0 2-337,0 0 400,0 2-48,0 0-24,-2 0-16,0 0-8,1-3-32,0 2-272,0-2 224,-1 3-80,-2 0 0,0 0-8,-1-4 0,3 4-136,-2 0 152,1 0-48,-3-3-32,1 3 32,-10 0 0,12 0-104,2 0 64,-6-4 24,-8 4-48,10 0-24,-3 0 40,-6-4-32,8 4 40,-12 0-80,10 0 16,-10 0 64,11 0-32,-3 3-32,3-2 112,2 3-32,-12 1-48,12 1 0,-10-1 32,9 3-64,6-8 48,-7 7 32,-10 0-40,12 10 24,-2-12-8,-8 12 0,14-15-56,-2 1 121,-4 16-105,-8-3 80,10-1 0,-1 2-16,1-6-80,3-8 184,-6 14-104,3-1 8,-1 1 8,3 1-40,-1-3 48,3-13-104,-2 15 48,1 1-72,1 0 96,-1 1-32,2-3 72,0-5-112,0-2 160,0 8-112,3 3 8,1 0-8,0 1 32,1-3-80,-5-16 104,6 16 40,10 3-32,-12-3-64,13 0 16,-12 3 8,1-17-72,8 6 32,1 5-32,2 1 0,-1-10 0,3 11-8,-7-14 8,-6-1 8,14 4-64,0 1-152,1-2 0,-1-1-8,0-2-72,-19-2 288,20 0-240,-1 0-144,-1 0-16,-3 0-33,1 0-95,-11 0 528,3 0-512,5 0-192,-8-4-104,14 1-88,-14-3-169,10 3 1065,-12 2-1176,1-2-184,12-1-144,-13 0 143,10-1 321,-8 1 392,8 1 368,-10-1 128,11 0 48,-15 4 24,5 0-3921,-5 0 4001</inkml:trace>
  <inkml:trace contextRef="#ctx0" brushRef="#br0" timeOffset="983">1053 890 7481,'0'0'1232,"0"0"249,0 0 135,0 0-1616,0 0 1216,0 0-456,0 0-183,0 0-169,0 0-56,0 0-3665,0-3 6994,0 3-3345,-4-4 8,0 4-8,-1-4 24,-1 4-80,1-3 0,-1-1-40,1 0-8,-3 4 0,1-3-24,3 2-208,-7-2 168,6-1-112,-10 4 48,8-3-55,-12-1 7,16 4-56,1 0 128,-17-4-96,12 4-56,-15-3 40,5-1-32,1 4 8,15 0 8,-13-4 24,-2 4-128,8 0-49,-10 0-79,3 0-120,9 0 352,-3 0-488,-5 0-232,-1 0-168,8 0-152,-8 2-201,10-2 1241,4 0-1368,-6 2-224,0 0-65,-1-2 369,1 2 400,1-1 472,5 0 416,-3 0-88,-2-1-32,5 2-32,-1-2-3857,2 0 4009</inkml:trace>
  <inkml:trace contextRef="#ctx0" brushRef="#br0" timeOffset="984">917 524 10666,'0'4'2600,"0"13"-127,3-10-1017,1 11-624,0-1-264,-4-11-568,0 3 441,3 7-121,-3 1 88,4-3 8,-4 3 32,0-5-448,0-9 424,0 15-56,-2-1-8,0-1-104,0 4-16,1-5-40,0-11-200,0 11 160,1 5-88,-2-2 24,0 2-40,-2-1-24,1 1 32,1 0-8,0-1-64,0 1 32,0-2 32,1 0-56,0-17-8,0 17 8,-1-1-80,0-1 80,0-1-24,0 0-48,2-13 72,-2 3-72,2 13-280,0-10-16,-1 6-40,1-8-160,-2 5 568,2-7-536,0-3-192,0 5-232,0-2-169,0-3-255,3 1-208,-2-1 1592,2-2-1785,1 1-239,1 0 215,1-3 417,10-3 504,-14-1 888,0-1-280,15 5 176,-12-14-3937,-5 17 4041</inkml:trace>
  <inkml:trace contextRef="#ctx0" brushRef="#br0" timeOffset="985">1266 274 10946,'0'6'2464,"0"-5"-2464,0 3 2273,4 2-1041,-1 1-384,1 1-192,0-3-143,-4 0-513,0-2 552,0 11-64,3-10-56,-3 11 40,0-8 0,0 15 8,0-21-480,0 15 456,0 0-128,4 4-16,0-1-16,-4 5-55,1-14-241,1 4 224,-2 11-80,4 5-40,-4-3-16,4 3 8,-1-7-96,-3-19 104,4 26-64,0 1-32,-4 2 0,3 0-32,1 2 8,-3-29 16,2 19 24,0 8-72,-3-3 8,4 1 48,0 0-24,-2-14 16,-1-6 32,3 18-96,-4-3-80,0 0-40,0-2-72,0-4 256,0-20-241,0 20-79,0-3-136,0-1-88,0 1-136,0-10-128,0 0 808,0 5-904,0-7-193,0 1-143,0 1-192,-2-1-248,1-2 1680,0-3-1889,0 1-95,-1 0 359,0 0 505,2-2 568,0 0 416,0 0 136,0 0-80,0 0-3929,0 0 4009</inkml:trace>
  <inkml:trace contextRef="#ctx0" brushRef="#br0" timeOffset="1424">1567 21 7697,'6'0'1248,"9"-4"321,-12 0 151,12 4-336,-9-3-295,-2 2-1089,6-2 912,-4 3-208,9-6-32,-10 6 24,12 0-24,-8 0-672,-4 0 745,1 0-33,18 0-40,-10 6-64,-8 1-80,18 1-24,-23-8-504,14 18 360,4-12-24,-3 12 16,3-2-55,-3 1 31,-9-8-328,3 4 304,6 9-144,3 2-16,-1 5-48,1-1-16,-5 0-80,-10-21 120,12 26 0,1 8 40,-2-1-56,-1-1 0,1 5-80,-14-35-24,4 24-48,13 11-32,-12 2 32,8-4 32,-10 3 40,0-3 72,-1 2-48,-3-5-32,0-3-40,0 1 24,0-3 0,0-33 8,0 38-8,-3-3 0,-5-1-48,-6-1 8,6-1 24,-10 0-24,3 0-48,0-4-96,1 2-96,-1-3-88,-2 0-64,3-3-81,-3 1-111,1-4-120,-1-2-120,1 1-192,14-19 1056,-11 12-1257,-2 1-367,-1-8-352,1 12-457,0-14 89,8-1 2344,-1 0-1777,3 3 569,-13-2 744,12-3-3553,6-2 4017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07.88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309 1 9273,'0'0'1873,"0"0"279,6 0-615,-3 2-489,-1-2-1048,2 1 856,0 1-232,-1 0 40,1 0-104,-4 2-7,3-1-553,-2-3 584,-1 6-88,3-1 56,-3 1-56,4-1-56,-4 3-88,0-4-352,0 8 320,0-6-104,0 10 48,0-8 32,0 16-72,0-12-224,0-6 313,0 14-65,-2 2-104,-2 0 80,-1 2-64,1 2-64,4-25-96,-3 29 152,-3 1-144,2 1 104,1 1 24,1-6-40,0-14-96,0 6 120,0 16-136,-1 0 96,-1-2-64,2-2 16,1-8-32,0-17 88,1 24-120,0 3 160,-2-4-112,2 1-16,0-3-8,0-21 8,0 16-88,0 7 0,0-3 40,-1-2 0,1 0-40,0-11 88,0-4-8,0 9-112,0-3 200,0 2-304,0-3-56,3-8 280,-3-6-312,0 18-328,0-12 159,4-1-71,-4 1-96,4-4-128,-3-1 776,1 1-896,2 0-304,0 2-201,-1-2-215,3-2-272,-2 0 1888,-3 0-2153,5-4 113,9-2 463,-12 1 529,3-1 696,12-10 232,-15 14 120,-2 0-4033,-1 2 4033</inkml:trace>
  <inkml:trace contextRef="#ctx0" brushRef="#br0" timeOffset="486">559 598 8297,'0'6'1673,"0"1"15,0 12-216,0-16-1472,0 1 872,-2 14-439,1-12-57,-3 12-104,2-1 32,-3-3-304,5-12 464,-6 17-16,0-5 176,1 3-8,-2 0 0,-1-1-15,7-10-601,-3 8 536,-11 5-88,11-3-48,-1 4 16,-3-1-72,5-7-344,1-6 400,-4 14-80,-8-1-96,10-1 8,-1-1-40,-1-2-16,6-15-176,-6 14 208,1-6-136,-2 10 32,-8-3 16,11-10-64,2 2-56,-1 3 152,-3-7-104,-1 3-48,1-1 64,1 1-64,-1-2 0,4-2 24,-3 3 64,-1-5-128,-1 0 72,-8 0-64,12-4 0,2 4 32,-4 0 40,-2-5-120,-1-10 112,-6 11-48,10-16 0,0 12 16,1 2 40,-14-9-48,12-2 145,-10-1-169,9-2 23,-8 0 9,14 19-40,-15-21-192,0 2 112,1 2-56,-1-3-96,0 1-56,10 13 328,-5-8-448,-4-7-208,-3 4 0,2-2-240,1 1-209,8 6 1105,4 8-1280,-14-15-416,8 3-329,-8 0-359,12 3 383,-1-1 505,-3 9 632,3-12 648,1 14-3881,4 4 4097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09.50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350 0 6705,'-2'2'792,"-1"2"584,-3 1 169,-1 1-17,1-1-248,1 1-463,1 9-33,-1-12-152,-3 5-48,-7 6-24,14-12-560,-3 2 512,-3 11-88,-1-10 16,-6 12-48,8-10-72,-4 5-320,5-5 393,0 9-105,-12 2-16,12 1-80,-10-1-64,8 2-56,6-18-72,-15 15-8,9 3 0,-10 2 24,3 2 24,8 2 0,-2-15-40,-2 5 72,4 14-104,-1-3 64,-12 3-8,14-3-24,-7-4 0,9-18 40,-4 23-64,-1 1 144,1-1-120,0-3 48,1 3-16,5-22-32,-3 15-120,-2 5 88,4 2 32,0-4-32,1 1 32,0-10 0,0-6 64,1 15-120,0 0 96,0-2-184,3 0-104,1 0 248,-4-22-280,4 17-216,1-1-65,10-1-31,-9-8-128,10 14-128,-10-16-120,16 12-256,-8-12-129,1 1-159,0-1 16,-4-2 1496,-7-2-1329,10 3 329,5-1 392,-3-1 304,3-2 208,-1 0 0,-16 0 96,13 0-4033,-15 0 4033</inkml:trace>
  <inkml:trace contextRef="#ctx0" brushRef="#br0" timeOffset="672">734 317 8105,'6'2'1649,"9"-2"351,-10 1-104,14-1-591,-14 0-305,14 2-288,-14-2-136,13 2-8,-12 2 24,10 1 25,-15-5-617,2 6 600,14-3-96,-12 3-32,10-1-56,-10 1-40,2 0-376,3 3 384,-6-4-168,12 1 0,-12 14-24,11-5-32,-12 0-160,-3-12 200,6 15-88,10-10 152,-12 16-176,2-6-56,-1 2 16,-2-15-48,9 14-128,-9 3 64,1-1 80,0 2-8,-1 0 8,0-12-16,-2-2 72,3 11-72,-4 2-208,0 2 160,0 0 8,-2-2 16,0 2 200,-3-4-264,-1 2 64,-9 0-8,10 2-48,0-16 80,-5 6 0,5 8-120,-12 0 136,1 0-40,1 0 56,2-5-32,9-12 160,-12 16-168,1-1 104,0-2-8,1-1-96,-1-2 32,14-14-24,-15 5 0,-2 12-56,3-12 72,-1 1 32,-1 1 8,13-5-56,1 1 120,-17 1-88,5-1 40,9 0-31,-12-2 7,13-2-48,4 0 80,-15 0-80,9 0 40,-10-4 0,13 0 16,-3-1-32,6 3-24,-4-2 40,-2-12-104,0 12 8,1-11 32,1 10-40,1-8 64,2 6 0,0-10 8,2 2-24,0-3-32,0 0-40,0-3-49,0 20 137,4-16-144,2-2-96,-1 1 144,10 0-24,-12-1 16,0 13 104,0-4-32,12-5-152,-10 10 200,14-12-88,-5 11-40,-9-5 112,-4 8-32,21-1-192,-17 0 168,17-1 8,-5 1 32,0 1 16,-15 3 0,12 0-56,3 0-48,-1 0 64,1 0-8,-1 3 16,-13 1 32,0 0 8,21 10-120,-10-6-80,3 12 64,0-4 64,-3-2 64,-14-13-96,15 18 56,0 1-120,-10 0-72,15 0 56,-14 0-16,0-13 192,4 7-192,-4 6-16,12 0 32,-14 0 8,14-1 24,-15-7 144,-2-8-96,5 11-104,8 0 16,-10-1-169,2-6-127,-1 10-136,-4-16 616,4 4-824,0 10-136,1-10-56,-3-1-161,1 2-167,-1-4 1344,0 0-1360,2 2-41,-1 1 353,1-2 376,1-2 320,-1-2 352,-5 0-104,17 0-16,-14 0 40,12-4-3937,-15 4 4017</inkml:trace>
  <inkml:trace contextRef="#ctx0" brushRef="#br0" timeOffset="1048">1854 727 9201,'0'0'2129,"0"0"311,0 0-351,0 0-2089,0 0 1384,0 0-560,0 0-200,0 0-191,0 0-121,0 0 32,0 0-120,-2 0-16,1 0 64,-3 0-8,0 0-16,3 0-248,-3 0 256,-2 2-144,1-1 16,-3 1-8,3 0-16,1-1-104,1 0 152,-12 3-80,9-3 80,-1 1-104,-10 0 24,12 0-72,5-2 56,-7 2-112,-10 0 80,11-2-64,-8 0 16,8 2-8,1-2 32,-6 0-24,5 0-48,-9 1 16,10-1 0,-2 0-48,-5 2 104,7-2-112,0 0-144,-10 2-168,9 0-56,1 0-104,-10 0-72,13-2 656,2 0-777,-5 0-327,-1 0-160,1 0-216,-1 0-209,3 0 1689,1 0-1656,-4 0 16,2 0 343,3 0 497,-1 0 376,2 0 424,0 0-120,0 0 40,0-4 0,0 0-48,0-1-3849,0 5 3977</inkml:trace>
  <inkml:trace contextRef="#ctx0" brushRef="#br0" timeOffset="1449">1777 438 9698,'0'0'2240,"0"0"265,0 2-497,0-1-2008,0 2 1408,4 2-463,-1 2-153,-3 8-120,0-9-88,3-2-584,-2-1 608,-1 14-88,0-3-80,0-8-72,0 14 0,0-13-31,0-6-337,0 17 248,0-2-88,0 1 32,0 1-32,0 1-8,0-9-152,0 2 176,0 8-80,0 4 56,-2 0-88,0-2-24,1-1-40,1-18 56,-6 21-144,2-2 0,3 2 120,-1 1-72,-2-1 16,4-18 24,-2 12 72,0 2-176,1 1 128,-3-3-16,0-1-16,2-7 8,1-4 40,-1 1-184,0 10 104,0-13-264,0 1-104,0 3-88,2-8 496,0 5-777,0-1-31,0-1-144,0-1-168,0 0-241,0-2 1361,0 0-1600,4 0-296,-4 0-369,6-4 65,-1-1 479,8-8 1721,-9 9-1184,1-1 672,17-15 336,-5 3-3905,-17 17 4081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11.96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236 720 5937,'4'0'1896,"1"0"-1544,10-4 144,-11-2 120,1 3 49,1 3-65,-5-2-600,1 0 640,2-2-40,0 4 24,-1-5 32,-3 1-56,3 0-600,-2 3 601,-1-5-49,0 3-32,0-1-48,0 0-8,0-1-80,0 4-384,0-2 368,0-3-112,-2 3-8,-3-3-24,-1 1-88,3 3-136,1 0 216,-4-3-88,-1-1-40,0 1 24,-10 1-64,12 0-48,4 4 32,-13 0 32,6-3-48,-8 3 24,10-4 25,-12 4-41,16 0-24,-2 0 48,-14 0-80,11 2 40,-10 0 40,12-1-16,-8 3-32,7-2 136,1 2-72,-10 1 40,9 2-40,1 1-32,-10 6 0,14-12-32,-1 0 8,-4 6-32,1-1 80,-1 8 24,0-10-64,5 2-16,-1 1 96,-2-1-80,0 12-16,1-5 48,1-8-32,-1 11-16,2-14 56,-1 4 0,2 12 144,0-5-208,0-6-40,0 10-32,1-16 80,2 4-232,1 8 136,1-8 64,1 10 24,10-10-32,-13-2 40,-2-1 32,14 5-64,-12-3 80,14 1-144,-12-1 16,14-3-16,-19-2 96,5 2-192,17-2 40,-16 0 80,12 0 15,-12 0 17,0 0 40,4 0 48,-4 0-144,11 0 32,-14 0 48,3 0 8,-1 0 64,1 0-24,-1 0-120,-1 0 56,0 0 24,-4 2-16,0-2 24,0 1 72,0 1-104,0 0-16,0 0 48,0 0-56,0-1 56,0 0 0,0 0-24,-2 1 56,0 0-56,-4 0 16,3 0 8,3-2-8,-6 2-88,1 0 136,-1-1-48,-1 1 40,-1-2-16,6 1-16,-3 0-48,-2 1 24,-8 0 32,10 0 24,-3-1 40,1 3 56,-8 0-48,10 1 32,-3-1-15,-6 0 15,8-1 56,6-2-168,-7 4 136,-1 0-24,-6 1 64,8 1-24,1 1-32,2-5-120,0 1 184,-2 11-120,-1-10 16,0 10 56,1-10-48,2 2-88,2-6 120,-2 13-40,-1-8 0,2 9 16,-2-10-8,3 10-8,0-14-80,0 3 64,1 13-48,0-12 64,0 10 0,0-9 8,2 3-88,-1-4 144,5-1-88,-1 2-16,12-1 0,-13 1-88,10-1 48,-14-5-32,6 4-16,14-2-144,-14 0 32,16-1-88,-6 1-64,1-2 16,1 0-112,4 0 8,-1 0-56,1-3-97,-4 0 553,-13 2-648,18-3-192,0-1-256,1-1-80,0 1-233,2-1-79,-22 5 1488,14-3-1368,6-2 167,2-9 481,-2 12 320,0-1 232,-11 1 168,-3 0-104,14-2-3849,-24 5 3953</inkml:trace>
  <inkml:trace contextRef="#ctx0" brushRef="#br0" timeOffset="548">665 1 7297,'3'0'2225,"12"0"-633,-10 0 216,14 0-1808,-15 0 1441,1 5-449,17 1 8,-5-1-296,-3 3-40,5-1 16,-16-5-680,8 3 505,4 14 31,2-5-40,-3 1-64,3 2-120,-7-7-312,-3-4 352,9 13-88,1 6-40,1 1-56,-1 4-48,-2-2-120,-14-25 80,14 28-24,0 2-56,-10 4 72,15 3 8,-16 1-24,1-25-56,5 12 160,-7 14-200,1 2 96,2-1-48,-3-1-48,1 0 120,-4 2-120,0-1 304,0-5-232,0 1 0,-4-2-16,4-32-16,-5 25-240,-12 6 152,12-4 24,-10-1 40,8-2-32,-3-15 56,1-2 32,-7 14-64,8 0 80,-14-4-96,8-2-40,0-3 88,13-16-168,-14 14-176,0 2 8,1-3-56,-1-6-104,0 8-80,11-14 576,-6 2-720,-5 1-209,7 3-143,-10-3-200,11 1-168,-6-4 1440,7-1-1601,1 1-79,-3 2 264,1-2 375,2-2 441,-1 0 360,6 0 240,-4 0-3977,4 0 3977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53:13.22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97 1 8545,'0'0'3081,"3"0"-1137,1 2-463,1-1-361,1 1-344,-3 2-776,0-2 656,0 3-120,3 1-32,-3 9-55,1-10-33,0 11-416,-4-15 376,0 6-72,0 15-48,0-4 8,0 3-32,0 1-104,0-14-128,0 8 176,0 8-200,0-1 152,0 5-96,0 1-16,0 3 88,-4 3-168,0 0 152,1-2-48,-3 0-24,3 0 8,2-28-24,-4 21-40,-1 7-56,1-1 40,-1-3-56,-1 0-104,3-14 216,1 0-232,-5 14-176,-6 2-96,10-3-128,-2-2-121,0-3 753,5-20-856,-4 13-176,-1 2-112,1-1-48,-1-2-57,1-8-63,-1 11 32,2-12 111,1 0 313,1-1 360,0 1 312,2-5 184,0-1-96,0 0-3801,0 0 3897</inkml:trace>
  <inkml:trace contextRef="#ctx0" brushRef="#br0" timeOffset="1">319 350 8937,'0'2'785,"0"0"71,0 0-312,0 3-216,-1-4-328,0 0 240,-1 3-128,1 1 56,-5-3-96,1 4 8,-3-3 48,1 1-56,1 1 72,-1-3 56,0 2 8,1 0-40,0-3-168,-3 1 208,8 4-64,-5-1-16,-1 3 24,-1-3-8,2 1-144,5-4 200,-5 3-23,1 10 151,-1-11-120,1 1 24,-1 10-56,6-15-176,-3 2 80,1 5 32,-2 8-32,1-12 56,-1 3-48,2 9 72,0-12-16,2 1-32,0 1 24,0 1 48,0-1-184,0-5 200,0 19 56,0-17 0,6 3 16,-1 1 24,1-1-16,-1-2-280,4 2 296,-5 0-136,2 1-32,10-1 16,-10 1-47,9-2-97,-10-3 160,0 7-8,16-1-56,-7-2-32,1 3-24,2-3-32,-1 1-24,-10 9-64,14-10 48,-15 2 0,14 8-40,-16-12 72,-1 0-64,15 4-144,-13-2-193,1 10-183,10-11-232,-15 3 816,0-7-1120,5 15-288,1-11-369,-1 3-63,1-2 384,-1 3 423,0-6 1033,5 3-1840,-6 10-2185,-4-15 4025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1:4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808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1301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1724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218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3723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4373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494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5361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5917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3815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4895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5995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6868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8132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8692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9168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9600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1408">61 1494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936">87 105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4758">115 126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1446">24 1375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18.055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2362 0 13450,'0'2'2585,"0"4"-1065,5-3-680,-1 3-503,2-1-281,-2 0-56,-3-4-121,3 4-271,-1-3 32,-3 0-48,0 0 88,0 0 128,0-2 192,-1 0-160,-1 0 24,-4 0 40,1 0 48,-3 0-16,0 0 64,2 0 40,0 0-16,-9 0 48,10-4-64,-13 4-24,11-3 16,6 2-8,-21 1-64,7-3 144,1 3-104,-3-4 0,1 0 0,10 4 32,-5 0-120,-5-3 72,-1 3 40,0-4-8,1 0 0,4 2 16,7 1 24,-15-3-48,0 0-64,-2 4 96,0 0-32,0 0 48,20 0-24,-20 0 48,-2 0-120,0 0 64,-2 0-24,-1 2 24,1 4 64,-2 8-48,1-8 168,-1 10-96,1-10 16,3 10-96,20-14 144,-24 4-168,1 12 200,-1-1-72,1-1-40,-3 5 8,24-17-72,-15 12 8,-7 6 0,-1 2 56,-1-2 24,1 2 0,11-9-88,6-5 192,-19 16-32,2 2-40,-1-1 48,-1 3-24,0 1 40,30-30-184,-28 31 216,0 1-80,-1 0 9,1 2-33,0 0-24,18-21-88,-6 7 120,-9 16-72,1 2-16,1-3 32,0 3 16,5-10-80,14-21 104,-17 27 64,0 7-24,0-3 8,1 1 0,1 0-48,17-32-104,-14 25 128,-3 13-64,0 0 56,-1 0 16,3-2-24,7-20-112,4-6 184,-10 26-72,0 4 144,1-4-120,1 1-24,1-2-112,13-41 64,-13 43-168,6-1 96,-10-2 24,11 0 32,-12-1 16,17-29-64,-1 13 40,-5 11-56,-6-3 56,10 1 0,-3-1 32,1-11-72,4-13 80,-5 18-56,1 3 40,1-4-128,-1-1-8,3-3 0,2-19 72,-2 17-184,-1 0 8,1-2-16,1 1-32,0-5-16,1-6 240,0 1-264,-1 5-48,0 1-56,1-9-56,-1 10-16,0-13 440,2-2-529,-2 4-87,0 3-72,0-3-128,1 1-104,-1-1-112,1-3 1032,0 2-1169,-1 1-111,2-1-48,-2 0-17,0 1 113,0-1 1232,1-2-904,-1 5-3465,2-7 4369</inkml:trace>
  <inkml:trace contextRef="#ctx0" brushRef="#br0" timeOffset="358">815 2280 14139,'-1'6'3400,"-1"-1"-1311,0 12-1161,0-11-472,0 8-456,0 1-168,-3-10-152,1 12-72,0-13 392,3-2-304,-14 3 16,9 10 200,-10-10 8,1 12 48,0-12 16,14-4 16,-12 6-56,-6 7 0,3-10 40,-4 3-8,1-1 16,10-3 8,0-1 32,-8 4-56,1 0 24,-1-5 0,2 1-8,2-2 8,10 0-16,-12 0 0,-1 0-32,-1-5 40,2-1-8,1-9 24,10 14-8,-7-3 16,-4-13-40,1 12 40,-1-15 8,-2 14 32,8-7-56,4 4 96,-10-9-48,0 1 48,8-3-96,-12 0-24,14 1 8,5 19 16,-20-22-72,12 0 0,-8-2 0,10-1-128,-10-1-113,14 16 313,-2-6-360,-3-12-120,-12-1-16,14 3-40,-12-1-24,12 7 560,3 14-600,-16-22-112,10 1-56,-10-4-113,3-1-71,-1 5-72,13 22 1024,-13-23-1128,-4 0-73,-2 0 81,0 1 280,0 1-3497,22 26 4337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4:50.70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2275 0 6185,'0'0'1112,"0"0"-24,0 0-328,0 1-760,0 0 481,0 1-209,0 0-96,0-1-64,0 1 24,0-2 56,0 0-192,0 2 200,0-2-24,0 2 16,0-2-64,-2 0-32,1 0-96,1 0 88,-4 2-64,-2 0 0,5-2-24,-3 1 24,1 1-24,2-2 24,-3 0-16,1 0-8,-3 0 24,3 0-24,-1 0 0,3 0 0,-2 0 8,1 0-48,-1 0 24,-1 0 0,2 0 16,0 0 0,1 0-16,-3 0-32,2 0-48,-2-3-72,2 3-40,1 0-104,1 0 312,-4 0-424,0 0-144,1 0-137,1 0-103,0 1-64,1-1 872,0 0-888,-1 2 136,0 0 208,1 0 200,-1 0-3521,2-2 3865</inkml:trace>
  <inkml:trace contextRef="#ctx0" brushRef="#br0" timeOffset="1035">1889 4 7001,'0'2'1224,"0"2"-1224,0-3 888,0 5-495,-2-3-257,0 1-72,1-2-80,-1 0 0,0 0 8,-4-1-24,3 1 48,-1 0-24,0-2 16,2 0-8,1 0 24,-5 0-16,1 0-8,-1 0 0,1 0-48,0 2 48,4-2-104,-6 0-40,1 0-73,1 0-39,-1 0-24,1 0-56,3 0 336,-2 0-376,0 0-120,1 0-72,-3 0-64,3 0-24,0 0 656,2 0-512,-3 0 127,2 0 145,1 0-3576,1 0 3816</inkml:trace>
  <inkml:trace contextRef="#ctx0" brushRef="#br0" timeOffset="1036">1242 98 6697,'0'1'1320,"-2"1"-240,-2 0-503,1 0-321,-1 0-152,0 0-64,-1-1-32,1 1 24,-1 0 8,-1 0 16,3-2-56,1 0 64,-4 0-8,0 0-56,1 2 8,-1-2 8,1 0-16,5 0 0,-7 0 40,1 0-80,1 0-8,-1 0-24,1 0-72,2 0 144,-2 0-136,0 0-96,-1 0-40,1 0-97,-1 0-111,2 0 480,3 0-584,-5 0-144,1 0-64,-1 0 8,0 2 136,1-1 199,4 0 449,-4 0-280,2 1-3624,3-2 3904</inkml:trace>
  <inkml:trace contextRef="#ctx0" brushRef="#br0" timeOffset="1037">677 162 6649,'0'0'1352,"-2"0"-288,1 0-423,-1 2-289,0 0-168,2-2-184,-2 1 72,0-1-40,0 0 8,1 0-8,-3 0 32,2 0-64,0 0 96,-1 0-32,-1 0 16,0 0-56,0 0-16,-1 0-8,5 0 16,-6 0-104,1-3 0,-1 3-56,1 0-80,-1 0-16,3-4-56,-1 4-129,0-4-55,-1 4-112,1 0-96,0 0 688,3 0-720,-5 0-32,1 0 32,-1 0 136,2 0 191,1 0 145,2 0 248,-2 0-3816,3 0 3816</inkml:trace>
  <inkml:trace contextRef="#ctx0" brushRef="#br0" timeOffset="1038">105 188 8305,'-1'1'1825,"-1"1"-689,-4 0-512,6-2-624,-3 2 288,-1 2-184,0-2-16,-1-1-56,1 1-24,0 0 24,-1 0-16,-1-2 8,1 2-32,-1 0-8,1-1 16,5-1-112,-6 0-144,1 0-136,1 2-240,-2-2-224,1 0-225,4 0 1081,-4 0-1272,2 0-64,-1 0 176,0 2 327,3 0-3383,1-2 4216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19.803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338 1 5625,'0'3'1344,"0"3"40,0-1-287,0 1-281,0-1-264,4 3-112,0-1-96,-4-1-40,0-1 16,0 3-8,0-3 16,0-4-328,4 15 320,-4-11-56,0 3 0,0 6-16,0-6-23,0-1-225,0 2 224,0-2-56,0 16-32,0-16 56,0 13-24,0-5-168,0-11 192,-2 10 8,0 6-8,0 1 32,0-3-16,0 2 8,2-16-216,-2 13 192,1 5-56,-1 0 64,2 0 16,0 2-24,0-10-192,0-4 256,0 15-64,0 5-32,0-1 24,0 1-64,0-2-120,0-27 152,0 30-40,0 2-24,0 0 40,3 1-64,-3-3 41,4 0-33,-4 0-64,4 1 72,0 1-24,-1-4-8,0-6-48,-2-15 120,-1 22-80,4-1-16,-1-1 0,-3-1-24,0 1 8,0-24-8,4 16 32,-4 4-56,0-2 32,4 0 16,-4 0-24,0-12 0,0 0 32,0 9-64,0-3-88,0 1-24,0-3-128,0 0 272,0-13-377,0 14-15,0-8-152,0 12-16,-2-12-72,2 8-88,-2-10-56,0 2-113,0 1-87,0-1-24,1-1-80,-1-3 1080,2-1-1152,-2 4-25,0-4-55,0 3 96,2-1 208,0-2 279,0-2 649,0 1-2344,0-1 2344</inkml:trace>
  <inkml:trace contextRef="#ctx0" brushRef="#br0" timeOffset="552">688 1036 6777,'0'0'1464,"0"0"-295,0 0-473,0 0-696,0 0 440,0 2-216,0 0-96,0 3 0,0-1-16,0 1-112,0-5 144,-2 6 24,0-1 32,0 1 40,-1-1 16,-3 3-8,4-4-248,-1 7 216,-3-6-80,1 2 24,-3 10-16,3-12-8,-3 10 40,1-9-16,-8 12-8,10-12 24,-1 10 25,-8-9-33,12-6-168,0 13 224,-4-6-80,-1 8 8,-8-10 8,10 10 0,1-13-160,0 0 192,-10 4-8,8 8-40,-9-10 0,10 12 16,-9-12-160,13-5 152,-4 6 32,-3-1-80,-8 3 8,10-3-8,-8 1-48,12-4-56,-2 3 120,-12 1-80,10-1-24,-9-1 64,10-2-16,-8 0-64,7-1 80,1 1 24,-12 0-56,12 0-32,-12-2 16,3 0-56,6 0 16,-12 0-24,13-4 24,-10 0 32,12-1-16,-4-1-8,-1-3 72,3 6-80,-12-12-8,12 11 32,-11-12-48,12 11 32,4 4 16,-16-15 8,11 1-40,-14 9 0,14-16 40,-11 8-64,16 10 40,-4-9-40,-12-4-160,12 3-184,-10-5-136,10 5-240,-3 4 760,2 3-968,1-9-217,-1 10-223,-1-18-176,3 8-33,-2 0 1617,7 15-1664,-4-19 296,2 0-3297,2 20 4665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2692 193 4937,'0'0'400,"0"0"96,0 0-8,0 0-488,0 0 432,0 0-48,0 0-48,0 0-16,0 0 16,0 0 0,0 0 0,0 0-40,0 0 57,0 0-25,0 0-8,0 0-4097,-2 0 7906,2 0-3833,0-3 16,-2 3 48,1 0-32,-1 0 16,2 0-344,-2 0 336,0 0-56,0 0 32,0 0-40,1 0 32,-1 0-8,-2 0-15,2 0-9,0 0-24,1 0-8,-1 0-240,2 0 192,-4 0 8,2 0-32,-3 0 0,1 0-8,0 0-16,3 0-144,-3 0 152,0 0-64,0 0 24,-1 0 0,1 0 16,1 0-128,1 0 152,-2 0-24,-1 0-24,-1 0 16,2 0-24,-1 0 24,5 0-120,-6 0 104,1 0-48,-1 1 48,-1-1-56,0 2 56,4-1-104,-2 0 80,0 1-72,-10-2 72,11 0-40,-3 2 8,1-1-48,5 0 56,-14 2-16,9-1 24,-1 0 8,0 0 8,-10 0 24,16-2-104,-3 2 40,-4-1 0,-6 1 32,8 0 0,0 0 16,-2-1-88,2 0 97,0 1-17,-1-1-40,-10 1 8,12-2-40,-2 2-8,6-2 16,-15 2-40,10-2 8,-12 0 48,13 2-16,-12-2 8,15 0-24,-2 0 72,-14 2-96,13-1 112,-12-1-48,11 2-32,-5-2-8,6 0 88,-1 2-128,-12-2 104,11 2-80,-12 0 8,12 0-8,6-2 16,-15 1-40,11 1 56,-12 0 0,10 0 16,-11 0-8,14-1-24,0 0 56,-12 0-32,10 3 0,-10-2 0,8 0-32,-6 1 8,12-2 24,-4 0 8,-12 3-24,12-2 24,-1 0-16,-10 0 8,16-2-24,-3 1 32,-13-1-40,10 2 48,-8-2-8,10 2-8,-6-2-24,5 0 56,1 2-40,-10-2 8,9 0-8,-8 2 0,8-2-16,6 0 8,-18 0-24,12 2-24,-10-2 48,10 1 8,-1-1 8,-10 0 56,12 0-104,-3 0 8,-8 0 24,9 0 24,-6 0-32,9 0 40,-3 2 0,-8-2-24,8 0-56,-10 2 64,11 0-16,3-2-8,-12 2 8,10 0-8,-12-1-16,12 1 16,-14-2 0,16 1 0,1 0 40,-6 1-24,-8 0 56,12 0-64,-11-2-8,10 0 0,5 0-8,-15 0-56,10 1 48,-10-1 16,9 2 0,-1 0 8,2-1-8,-5 0 16,5 1-56,-10-2 40,10 0 16,-12 0 0,13 0-16,2 0 32,-12 0-48,8 0 16,-8 0-8,8 2 32,-11-2 0,16 0-24,-3 0-32,-3 0 8,-8 0 0,9 0 24,-1 0 0,0 0 0,-1 0 40,3 2-40,-3-2 40,-8 0-24,10 0-8,-6 0-8,10 0 40,-4 1-96,-1-1 16,-8 2 32,10 0 0,-10-2 32,13 0-24,-2 0 40,-12 0-80,10 0 40,-8 2-24,8-2 24,-3 1 0,3 0 24,1-1-24,-10 0 88,10 0-112,-10 0 40,9 0-24,6 0 8,-16 0-56,8 0 24,-10 0 16,11 0 16,-10 0-8,14 0 8,-1 0 48,-13 0-24,12 0 40,-15 0-40,12 0 0,-6 0-24,10 0-16,-2-4-32,-10 4 72,8 0-64,-10 0 56,11 0-16,3 0 0,-9 0-24,8 0 0,-10-4 24,9 4 24,-8 0-24,10 0 0,2 0 72,-13 0-64,10 0-24,-10 0 0,10 0 8,-11 0 8,15 0 8,-4 0 24,-3 0-40,1-3-16,-8 3 32,10 0-48,2 0 40,-2 0 24,-11 0-40,10 0 0,-8 0 24,8 0 24,1 0-32,3 0 32,-15 0-16,13 2-16,-3-1-8,-9-1 24,12 0-24,2 0 8,-11 0 32,8 0-88,-3 0 56,-8 2 0,12-2-16,1 1 16,0 0 40,-11-1-48,10 0 96,-3 0-96,-1 0 32,1 0 16,0 2-120,-1 0 152,-6 0-72,10-1-16,-2 1 16,5-2 0,-5 0-64,-1 0 24,1 0 24,-1 0 8,1 0 40,2 0-32,1 0 24,-12 2-16,12-2 80,-3 0-96,1 2 16,-3-2 16,8 0-24,-5 0-64,-3 0 0,1 0 80,1 0-56,-1 0 0,5 0 40,-1 0 24,-5 0-80,1 0 88,1 0 8,-1 0-32,1 0-8,5 0 48,-5 0-96,-9 0 80,12 0-64,-3 0 32,-1 0 24,6 0-24,-4 0-24,-2 0 48,0 0-32,-8 0-32,11 0 40,0 0 0,1 0 16,-4 0-8,1 0 40,-1-4-48,1 4-8,1-3 8,5 3 0,-6 0-16,1 0-48,-1-4 56,1 4 8,-1 0-48,4-1 48,-1-2 40,-3 3-96,1-3 64,3-1 16,-4 4-32,4 0 8,0 0 80,-1 0-96,-1-4 40,0 4-16,3 0-64,-3-4 64,4 4-8,-4 0-8,2 0-56,-3 0 80,1 0 0,1-3-24,1 3 8,0 0 72,0 0-72,-2 0-24,1 0 24,-1 0 8,-1 0-8,4 0 0,-2 0 8,-3 0 24,3 0-40,-1 0-8,2 0 16,1 0 0,-2 0-40,-2 0-16,1 0 64,-1 0-32,-1 0 8,4 0 16,0 0 24,-3 0-24,3 0 0,-2 0 8,1 0 8,-3-4-8,6 4-8,-3 0 0,-1-4-56,0 4 40,2 0 0,-1 0 0,1-1 16,0-1 48,-2 2-72,1 0 8,-3 0-8,2-4 24,2 4 0,1 0 16,-3 0-32,0 0 112,1-4-136,1 4-8,0 0 40,2 0 8,-2 0-96,-1 0 48,1 0 40,0 0-8,0-3-24,1 3 40,0 0 16,-1 0-24,1 0 48,1 0-24,0-4-48,0 4 32,0 0 24,0 0-64,0-4 16,0 4 72,0 0-56,0 0-16,-1 0 24,0 0 16,1 0-88,0 0 112,0 0-48,-2 0 24,1-2-16,0 1 40,1 1-112,0 0 112,-2 0-72,2 0 24,-2 0 32,2 0-24,-1 0-40,-1 0-32,0 0 64,-2 0-8,2 0 0,1 0 16,0 0 40,0-4-64,-1 4 48,0 0-8,0-4-48,-1 4 32,2 0-16,-2-3-24,1-1 8,0 4 48,0 0-24,0 0-8,2-1 16,-1-2-24,1 0-48,-2 3 56,0-4 0,2 4-8,-1-2 24,0 0 40,1-1-24,0 3-32,0-4 0,0 4 0,0 0 16,0 0-32,0 0-16,4-4 56,-1 4-16,-3-1 8,0-1 56,4-2-104,0 4 96,-1-4-64,1 4 32,-1 0-16,-2 0 48,2 0-80,1-3 104,2-1-120,8 4 32,-10-4 16,-3 4 0,4 0-96,0-3 64,12 3 24,-14-4 8,12 4 48,-12 0-48,0 0 56,11-4-24,-10 4 56,12-4-40,-12 4-8,12-3-40,-15 3 32,4 0-72,10 0 56,-11-4 40,10 4-48,-8 0 40,-1-1-48,6-2 24,-5 3-88,12-3 88,-12-1-24,10 4 8,-12-3-8,-2 2 56,18 1-24,-14 0-16,12 0-16,-12-3 24,12-1-32,-17 4 8,13-4 40,-9 4-96,17-3 56,-7 3 32,0 0 8,-13-2-40,1 0 96,19-2-24,-7 4-16,0 0-104,1 0 48,-2-3 0,-11 3 0,15-4 0,1 0 72,-3 1-40,2-1-24,-1 4-16,-13-1 8,9-2 0,5 0-48,-2-1 56,1 0 24,1 1 16,-7 3-48,-5 0 88,11-4-72,1 0 16,-2 1-32,1-1 16,0 0 16,-3 4-56,1-3-32,0-1 56,1 0-8,3 0 16,-14 3-8,4-1 48,8-2-88,-2 0 72,-1 4-48,3-3 0,-4 0 16,-10 2 80,14 1-96,-2-4 56,1 1-32,1 3 0,-1-4-32,-13 3 24,11 2 24,2-1-64,-1 0 16,2-4 56,-3 4-56,-3-2 24,-3 1 64,8 1-48,1-4-16,1 0 0,-1 4 16,-1 0-16,-16 0 24,17 0 16,1-3-16,-1 3-24,-1-4 8,1 4-24,-12-1 16,7-2 24,4 0-56,2 3 40,-1-4 24,1 4-40,-6-3 8,-7 2 40,11 1-48,1-3-16,1 3 24,-3-4 8,4 4 16,-18 0-24,12 0 16,2 0-24,1 0 16,-1 0 0,2 0 8,-10 0-16,0 0 56,8 0-40,2 0 32,-12 0-32,17 0-24,-9 0 8,-11 0 32,13 0-40,1 0 24,1 2-8,-1 0 0,1-1-40,-13 0 32,7 0 32,3-1-56,1 2-8,0 0 64,-1-2-48,-4 0 16,-5 0 48,10 0-32,0 0 16,1 0-16,-1-4-16,-10 4 24,-4 0-24,20-3-48,-15 3-8,16-4 64,-7 4-40,-10-4 24,3 4 8,4 0 32,-6 0-72,16-3 56,-16 3 0,16 0 8,-11-3-24,-8 2 24,3 1-16,16 0 8,-7 0-32,-1 0 8,3 0 8,-15 0 0,11 0 16,1 0-64,3-4 48,-2 4 8,3 0-40,-9 0 32,-1 0 56,10 0-8,0 0-24,1 0 16,-3 0-16,3 0-24,-18 0 8,18 2-8,-1 0-16,1 0 24,-3 0 0,1-2 0,-12 0-8,6 1 24,6-1-56,-1 2 24,-1-2-8,2 0-16,-13 0 32,-3 0 40,23 2-16,-18-2 0,14 0 8,-15 0 0,12 0-40,-16 0 8,3 0 16,15 0-40,-14 0 8,12 0 48,-12 0-24,2 0-8,1 0 32,-2 0 8,-1 0-48,10 0-24,-12 0 8,3 0 8,11 0 16,-14 0-16,3 0 56,10 0-56,-12 0-8,-3 0 24,4 0 24,9 0-104,-14 0 88,6 0 0,8 0-8,-11 0 0,-2 0 56,3 2-88,1-2 0,1 0 0,-1 0 32,-1 0-16,-4 0 16,4 0-16,-1 0-40,1 0 0,-4 0 40,4 0-8,-3 0 24,1 0 48,-2 0-64,4 0 16,-4 0-8,0 0 8,0 0 32,4 0-8,-4 0-40,0 0-8,0 0 16,0 0 8,0 0-40,3 0 24,-3 0 40,0 0-24,0 0 40,0 0-24,0 0-40,0 0 8,0 0 0,0 0 16,4 0 24,-4 0 0,0 0-32,4 0 0,-4 0 8,0 2 0,3-2-40,-3 0 16,0 2 24,4-2 8,-4 0-8,0 0 32,4 0-24,-4 1-16,4-1 24,-4 0 0,0 0-16,3 0 0,-3 0-32,0 0-24,4 0 80,-4 0-16,0 1-8,0 0 32,0-1-24,4 0-16,-4 0-16,0 2 24,0-2 40,0 2-56,0 0 16,0-2 8,3 0 8,-3 0-48,0 0 32,0 2 0,4-1-24,-4 1 8,0 0 64,0 0-64,0-1 16,0 0 24,0 1-24,0-2 8,0 1 16,0 1-8,0 0 24,0-2-40,0 2-48,0 0 0,0 0 24,0 0 0,4-1 40,-4 0-16,0 0 40,0-1-80,0 0 32,0 2-24,0 0 24,0-1 8,0 0 32,0 1-64,0-1 40,0 1-48,0 0 24,-2 2 0,1-4 16,0 3-24,-1 3-24,-2-2 8,1-3 16,-1 1 0,-1 0 32,1 2-24,0 0 8,-1-1 8,-1-1-16,1 2 16,5-4 0,-4 2 0,0-1-32,-1 1 40,-1 2-8,3-2-8,1-2 8,-2 2 32,-1 1-72,1-1 16,-2 0 0,3 0 48,-1-1-24,2 0 72,-3-1-48,1 1 8,2 1-64,-3 0-8,1 0 16,3-2 24,-4 2-8,-2 0-40,2 1 40,-3-1 16,1 0-40,3-1 32,0 0 32,-10 1-32,10 0 24,-3 1-40,-10-1 24,12 0-8,5-2 16,-19 4-96,12-3 80,-12 1-40,12 0 16,-11 0 16,15-1 8,-9 2-24,-3-2-32,1 1-8,-3 0 72,1 0 8,-3 2 16,1-3 0,-2 1 24,-1 0-40,-1 0 0,-2-2-8,24 0-8,-24 2-96,-1-2-8,-1 2 88,-2-2 8,1 0 72,16 0-64,-6 0 80,-12 0-120,-1 1 32,3 1-32,-3-2 32,6 0 8,17 0 24,-22 0-24,-1 0 72,-1 0-88,2 0 16,-5 0-16,29 0 16,-21 0-104,-7 2 80,0 0-8,0 0 16,-2 0 24,15-1-8,3 0 24,-20 0-40,2 1-8,-1 0 8,3 2 8,1-3 8,29 0 0,-29 2-8,1-1 0,0 0 0,1 0 24,1 0-40,20-2 24,-10 1 16,-6 1-88,-3-2 72,1 0-16,1 0-8,8 0 24,10 0 24,-18 0-40,1 0 48,-1 0-32,2 0 8,-2 0 8,24 0-16,-18 0 0,-4 0-8,0 0 16,2 0-8,2 0-8,10 0 8,-2 0 16,-10-3 0,2 3 64,-2 0-72,1 0-8,4 0 0,14 0 16,-17 0-120,3 0 128,-1 0-16,0 0-56,1 1 24,13 0 24,-9 0-80,-3 1 0,1 0 32,8 0 16,-12 0 40,16-1-8,1-1 24,-16 2-24,12 0 56,1 0-88,-10 0-8,13-2 24,2 0 16,-6 0-112,3 0 80,1 2 16,-2-2-16,2 0 8,2 0 24,-1 0-24,1 0-56,0 0 96,0 0-80,0 0 56,0 0 8,0 0-16,3-4-64,3 4 104,-1-4-96,1 4 48,9-3-8,-15 2 32,3-2-80,12-3 16,-11 3 32,12-1 0,-10-1 8,6 3 24,-2 0 8,4-2-32,3-1 16,0-1-32,1 2 24,-1-1 16,-16 5-56,23-4 24,0 1 40,0-1-24,4 0 32,-1 1-32,-17 1 16,11 0 32,11-4-72,3 3 56,1-1-24,1 0-16,-10 2 24,-13 1 24,26-3-8,2 0-16,1 1 40,-1 3-24,0-4 0,-39 4-16,37 0 48,2 0-96,2-4 88,-2 4 0,2-3-24,-23 1-16,1 0 88,24 2-56,0-6-16,0 6-8,0-3 24,-7 3-32,-32 0 40,37 0-24,0 0 72,2-4-48,-2 0-24,0 1 8,-34 2-24,22-2-16,9 3-24,-3-4 32,-3 4 48,0-3 16,-14 3-56,-9 0 88,20-4-8,-1 0-48,-3 1-16,-1-1 24,-1 0-16,-26 4-24,24 0 32,-2-3-56,-4 3 16,2-4 24,-3 4 32,-10-2-48,3 0 80,4-1-56,1-1 40,-10 4-64,14 0 8,-15-3-8,-3 2 64,14 1-72,-11-3 48,10 3-8,-14 0-16,6 0 8,-5-1-24,2-2-8,0 3-40,-3-4 40,4 4 48,-4 0-16,0 0-24,0 0 80,0 0-88,0 0-8,0 0 32,0-4-8,0 4 8,0 0-8,0 0-24,0 0-24,0 0 64,0 0-24,0 0 8,0 0-32,0 0 16,-2 0-8,-3 2 8,1 0 8,2-2 88,-3 2-80,-3 0 24,-6 0-32,8 1-8,-11-1 8,17-2 0,-5 2-16,-15 2-40,5-1 0,-2-1 40,-1 2 8,9-3 8,-2 0 72,-9 2-40,-4-1-64,0 0 0,-2 2 0,2-3 32,21 0-8,-25 0 32,-3 3-40,-2-2 24,-4 0-24,2-2-24,26 0 40,-21 2 0,-8 0-80,-3 1 64,1 1 40,-3-2-32,16-1 8,10 0 56,-27 0-72,0 1 24,-2 0-8,0 0 0,-2 3 8,48-5-8,-49 4-40,1 0-40,0-1 64,2 1-8,0 0 8,27-3 16,-10 1 72,-15 4-104,2 0 8,-2-1 0,1-1-40,10 0 64,24-3-8,-35 5 8,2 1 88,-1 0-72,3 8-32,-1-11 16,35-3 0,-24 3-80,-7 4 48,0-1 40,4-1-24,2-1 48,13-2-32,5 0 48,-17 2-16,4 1 8,-1-5-72,5 1 32,1 0 0,20-2 0,-20 2-24,1 0 8,0-2 8,3 0-56,1 0 56,11 0 8,-5 0 32,-5 0-104,8 0 88,-11 0-16,12 0 0,-5-3 0,6 2 56,-1 1-32,1 0-8,-3 0-32,3 0 16,-1-4-40,6 4 40,-2 0-48,1 0-16,-1-3 32,2 3 0,0 0 24,0-2 8,0 0 24,0 2-56,5-4 56,1 1-64,8-1-32,-9 1 72,-4 2 0,14 1-72,-10-5 72,15 1 24,-14 1-56,18-1 64,-21 3-32,9-2-8,4 0-56,2-1 56,1 0-24,3-1 32,-10 1 0,-4 2 32,14-2-8,-2 1 24,4-1-16,-2 0 0,2 1-40,-24 3 8,24-6-8,2 1-24,-2-1 24,2 3-8,-2-1 8,-15 2 8,5 0 8,12-2-48,2 1 104,-1-1-88,1 0 48,-6 0-24,-15 3 56,21-3-96,1-1 72,1 1-24,-3 0 0,1 1 8,-24 2-16,20-2 16,3-1-32,-1 1 48,1-1-32,-1 4 8,-13-2-8,-2 0 72,15 2-80,1-3 32,-1 3-24,-2-4 8,-2 4-8,-20 0 16,22 0 40,-2 0-32,-2 0 8,-1 0 24,-5 0-16,-9 0-40,7 0 64,-7 0-56,17 0 0,-16 2 8,9-2 16,-15 0-32,0 0 56,3 0-40,3 0-32,-3 0-8,-3 0 48,0 0-24,0 0 16,-1 0-48,-1 0 8,-4 0 0,1 0 32,-2 0-8,-1 0 56,3 0-56,-14 0 8,4 0-48,1 0-8,-3 0 48,14 0-8,-20 2-40,0-2 40,-5 1 8,0 1 8,-3 0 8,24-1-16,-17 0-24,-7 1-24,-2 0 0,-1 1 8,1 1 64,11-2-24,8 0 56,-21 0-8,-2-1-24,0 3-48,0-2-8,-1 2 32,38-4-24,-37 1-24,0 3 16,-2-2 40,5 0 8,-1 1-8,21-2-8,-7 0 32,-12 1-48,-1 0-8,5 0 16,-2 0 40,7 0-32,17-1 8,-23 1 8,1 0-16,1 0-32,2 2 48,1-3-8,20 0-8,-18 2 8,-3-1-32,2 2 32,0-3-8,2 3-16,11-3 16,2 0 32,-11 1-24,2 0-32,1-2 40,0 1 16,2 1-32,14-2 0,-14 2 16,1-2 8,-1 0-8,9 0 16,-12 0-16,16 1-16,-2 0 8,-12-1-64,10 0 24,-1 2 16,0-2-8,2 0 24,2 0 16,-2 0-16,-1 0 32,1 0 0,-1 0-16,4 2-24,2-2 8,-3 0-32,1 0-32,0 0 72,2 0-16,0 0 32,0 0-24,0 0 8,0 0-64,0 0 96,4 0-56,-1 0 24,2 0-8,-4 0 48,14 0-104,-12 0 64,12-4-32,-10 0-24,16 4 72,-18-1-24,8-1-40,4-2-8,4 0 16,1 1 0,0-3 48,-6 3-16,-6 1 32,16-4 16,2-9-48,-2 15-24,1-5 32,1-1-32,-26 6 24,26-5 24,1-1-48,-1 1 0,0-1 32,1 1-24,-19 3 16,7-2 40,7-1-48,2-1 40,-4 1 0,4 1-32,-9 1 0,-10 2 48,17-2-56,0-1-8,0 0 0,0 1 16,-2 3 56,-16-1-56,14-2-8,3-1-16,-1 4 0,0 0-24,0-4 88,-9 4-40,-1 0 48,10 0 32,0 0-104,0 0 8,0 0 16,-3 0 0,-15 0-16,16 0 40,1 0-24,-1 2 32,0 0-40,-1-2 32,-13 1-24,7 0 16,3-1-64,-8 0 88,10 2-32,-10-2 48,4 0-56,-5 0 80,0 0-72,1 0-8,8 0-48,-14 0 56,4 0 16,-4 0-24,4 0 24,-1 2-40,-3-2 32,0 0-8,0 2 16,0-2-24,0 1 48,0-1-24,0 2-24,-1-2 0,-4 2 0,4-2-32,-4 2-8,-10 0 8,9 0 40,-12-1-24,3 1-8,12-1 24,-10 0-24,-8 1-56,1 2 40,-4-3 24,-1 1 8,8 1 8,8-2 32,-19 1-32,1 0 24,-3-1-24,-1 1 0,0 0 24,30-2-24,-31 2-24,-3-2-40,0 2 40,0 0-16,-2-2 32,24 0 8,-9 2 48,-13-1-56,2-1 40,0 2-48,0 0 8,8-1 8,17 0-8,-25 1 0,1 0 8,3-1-8,3 1-8,1 0 16,21-2 0,-15 2-24,-3 0-56,0 0 80,0-2-16,2 1 56,10 0-40,2 0 56,-13 1-64,3 0-24,0-2-8,1 2 24,3-2 16,13 0 24,-13 2-24,6-2 0,-10 0 40,11 0-64,-10 0 32,15 0-8,-3 1 8,-12-1-72,12 0 88,-3 0-48,1 0 24,2 0 0,3 0 24,-6 0-48,3 0 24,-1 0 32,2 0-24,3 0 8,0 0-16,0 0-24,-1 0-40,2 0 48,0 0-16,0 0 16,2 0 16,0 0 16,1 0-48,3 0-8,9 0 40,-10 0-32,8-3 32,-11 3-16,3 0-16,14-4 0,-5 0-8,3 4 24,1-3-16,-14 3 32,9 0-24,7 0 0,2 0-8,0 0 32,2 0-40,-7 0 40,-6 0 8,16 0-8,3-4-8,1 4 16,0 0-16,4 0 0,-34 0 8,35 0 16,1 0-40,1 0 32,-3 0-8,2 0-16,-23 0 16,9 0 56,10 2-72,2 0 16,-2 0 0,-2-2-24,0 1 56,-1 1-32,-1 0 32,-3 0 0,2 0-16,-4-2-16,-21 0 0,17 2-8,3-2 0,-3 0-16,0 0 40,-3 0 8,-8 0-24,0 0 24,7 0 0,1-4-8,-2 4-16,-1 0 16,-8-3-16,-6 2 8,18 1 24,-12 0-24,10 0-16,-12 0 0,11-3 8,-14 3 0,1 0 8,4 0-24,9 0 40,-15-4 8,3 4-8,0 0-24,-2 0 48,3 0-56,-4-4 0,0 4 24,0 0 16,0 0-32,0 0 16,0 0-64,-2 0 48,-2 0 8,-1 0-24,2 0 16,0 0 48,-4 0-80,-10 0 40,12 0 0,-12 0 8,11 0-16,5 0 8,-19 2-8,5 0 8,-3 0-8,-1 0 40,-1-1-80,15 0 40,-10 0 16,-7 1-72,-2 0 16,2 0 80,-4-2-40,10 1 0,6 0 88,-16 0-48,1 1-16,-1 0-56,-2 0 24,3 0 32,-3-2-32,0 0 0,3 0 8,-1 2-24,0-1 24,16 0 0,-6 0 48,-9 1-72,-1 0 16,2 0-8,0 0-8,6-1 24,12 0 8,-18 0 0,-1 1 8,3 4 0,-1-4 40,1 1-64,20-2 8,-14 2-16,-1-1-24,-1 0 0,3-1 40,-1 1 32,12-1-32,0 0 8,-14 1-16,3 0 56,10 1-96,-14 1 96,14 0-48,5-4-8,-7 3-32,-8-1 72,11 0-48,-1 0 56,-3 0-24,7-2-16,-3 2 0,-2 0-40,3-1 24,1 1 24,0 0 8,1-1-16,0 0 48,-1 1-56,2-2 32,-2 0-32,2 0-8,0 0 16,0 0-16,0 2-32,4-2 32,0 0 32,-1 0-64,-1 0 48,0 0 48,4 0-56,-1 0 40,1 0 8,-1 0-48,0 0 8,-4 0 16,4 0-56,1 0 56,8 0-32,-10 0 0,2-4-16,-2 4 32,10 0-24,-8-4-16,10 1 16,-10-1 40,14 4-48,-15 0 88,17-4-24,-3 4 8,-3-4-8,5 4-8,-3-3-40,-18 3 16,22 0-32,-2-4-8,4 0 16,-2 4 32,2 0-8,-15-1 0,6-1 48,9 2-72,2-4 64,1 4 8,-1 0-32,-5 0-16,-14 0 80,20 0-104,3 0 32,-1 0-8,0 0-16,-1 0 32,-23 0-16,19 0 0,4 0-56,0 0 112,1 0-32,-1 0 0,-14 0-24,-1 0 96,13 0-120,0 0 40,-1 0 0,1 0-16,-3 0 0,-22 0 8,21 2 16,-2-2 16,-1 0-24,-1 2-8,-1-2 0,-3 0-32,-8 0 8,12 0 40,-12 0-16,9 0 0,-12 0 16,3 0-16,-1 0 0,-1 0 0,0 0 24,-1 0-24,-3 0-8,0 0 32,4 0-72,-4 0 32,0 0 16,0 0-24,0 0 16,0 0 64,0 0-88,-2 0 56,0 0-32,-1 0 0,-2 0 0,4 0 24,-4 0-56,-3 0 88,-6 0-72,8 0 16,-11 2-32,16-2 32,-5 1-88,-14 1 24,5 0 40,-3 0 48,-2 0-24,7-2 0,5 0 8,-14 2-8,-3-1 8,1 1-40,-2-2 40,-2 2-8,28-2 0,-25 2-24,-3 0 16,0 0 40,1 0-48,1-2-8,17 0 24,-6 1 16,-11 1-56,1-2 72,-1 2-8,2-2-8,5 0-16,12 0 16,-17 2-40,-1 0 24,-1 1 8,0-1 8,0 0 0,23-2-16,-18 2 16,-2 0-72,-3-2 56,2 2-16,0-1-24,11 0 40,2 0 48,-13 1-56,2 0-8,2 0 24,0 0 16,4-2-24,15 0 24,-15 0 0,-3 1-8,3 1-24,-1 0-40,1 0 40,13-2 8,-2 0-16,-13 0-24,12 0 88,-12 0-48,12 0-8,-8 0 32,8 2-56,-9-2 24,10 2 48,-2-1-32,-8-1-8,14 0 0,-2 2 16,-2 0-88,-3 0 80,3 0 0,-1 0 24,4-1-32,-1 0 56,-1 2-80,2-1 48,-1 0-40,1 0 8,0-1 8,2 0 48,-2 0-56,2 1 16,0 0 8,0 0-56,0 0 48,1-2-8,2 2-32,2-1-16,-1 1 48,1 0-24,10 0 32,-13 0-8,0 0 40,3-1-40,14 3 56,-14-2-48,14 0-16,-14 1 8,-5-3 32,22 2-96,-7 0 56,2 0 16,-3 0-48,3-2 8,-12 0 32,4 0-8,8 0-40,1 0 32,-1 0 48,0 0 0,-5 0-32,-8 0 40,13-4-16,-1 0 72,3 1-104,-1-1 0,2 0 24,-16 4-16,12 0-96,5-3 40,-1-1 32,0 0 16,0 1 16,2 3 48,-1-4-16,1 0 16,0 1-72,0-1-8,-2 1 24,-18 2 0,22 1-56,2-3 72,-1 3 0,-1-4-8,2 0 16,-19 4-24,10 0 24,9 0-56,-1-3 72,1 3-48,-2 0 40,-6-3-32,-10 2 48,14 1-128,-2 0 64,0 0-24,0 0 24,1 0 88,-20 0-72,16 0 8,0 0-80,-1-4 96,-1 4-72,0 0 72,-13 0-24,1 0 88,15-3-96,-12 3 96,11 0-56,-14-4-32,2 4 0,-4 0 16,13 0-88,-10 0 88,0 0-24,1 0 24,1 0 0,-5 0-16,2 0 0,0 0-32,1 0 16,0 0 48,-4 0-8,0 0-24,0 0 56,0 0 0,0 0 8,0 2-56,0-2 24,0 0-32,0 2-40,-2-1 0,-2 1 56,-1 0-48,-3 0 0,2-1 32,-3 0 32,4 2-104,-12 1 88,3 0-56,-3 0 32,3-3 8,10-1 16,-15 4-56,-1 0 56,-2-2-56,-2-1 24,0 1 32,19-1-16,-19 0 0,-4 1-32,1 0 24,-5 0-16,5-1 24,11 0 0,2 0 32,-17 1-24,0-2 40,-2 0-56,0 0 8,6 0 0,24 0-32,-26 0 0,-2 0 32,1 0 8,1 0 8,-3 0-56,24 0 40,-13 0-40,-8 2-40,-3 0 72,3-2-32,1 2 24,11-2 16,9 0 8,-18 0-64,2 0 72,2 0-32,0 0 32,0 0-24,20 0 8,-16 0-56,-1 0-8,1 0 48,1 1 8,1-1 0,9 0 8,-1 0 48,-7 0-88,10 0 104,-12 0-64,12 0-24,-1-3 24,4 3 0,-12 0-104,8 0 64,-1 0 0,-1 0-16,-6 0 8,13 0 48,0 0-32,-3-4-64,0 4 72,3 0-8,-1 0-24,1 0 56,0 0 8,1 0-32,0-4 0,0 4 0,0 0 8,4 0-24,-4 0 40,3 0-32,3-3-16,-1 3 16,10-4 0,-11 0 16,1 4 16,4 0 16,-3-3-64,11-1 128,-3 0-88,1 1 0,-4 3 8,-7 0 32,14-4-96,-1 4 64,3 0 8,-2 0-16,4-4-16,-18 4 24,14-3 16,4-1-24,0 0 40,2 4 24,0 0-16,-11 0-40,-2 0 56,15 0-32,1-3 0,-1 3-16,2 0 0,-6 0-8,-20 0 16,23 0 8,-1 0 8,2 0 0,0 0 0,1-4-24,-18 4-8,8 0 16,9 0-64,2 0 56,-1 0 24,1 0 32,-8 0-64,-11 0 104,19 0-104,3 0 8,-2-4-64,4 4 56,-1-3 32,-30 3-32,27 0-16,6 0 0,-4 0 0,4 0 24,0 0 48,-19 0-56,3 0 72,16 0-48,0 0 48,-2 0-24,2-4-32,-6 4-16,-23 0 40,31 0-24,-2 0 56,1 0 0,1 0-24,0 0-8,-29 0-40,23 0 16,7-4-24,-1 4 32,-2-3 8,0 3-32,-16-3 0,-7 2 64,19 1 8,-1 0 8,-1-4-40,-1 4-8,-1-3-32,-27 3 16,28-4-40,-1 0 24,-1 4 72,-2-4-72,-2 1 16,-13 1-16,6 0 32,5-2-96,1 4 104,1-3-24,-4 3 32,-3 0-48,-10 0 24,14-4 0,1 4 48,-4-4-32,3 4 0,-3 0-32,-14 0-8,11 0-24,2 0-24,1 0 64,-1 0-40,-9 0 24,4 0 0,0 0 56,-5 0-32,12 0-32,-12 0 32,12 0-24,-12 0 0,-5 0-8,19 0 80,-14 0-72,10 2-16,-9-2 24,8 2-16,-12-1 8,2 0 16,10 1-32,-10-2 24,2 2 0,10-1 8,-13-1-16,-2 0 80,3 2-80,1 0-40,10 0 40,-15 0 0,3-2 16,-2 0-16,4 0 48,0 0-88,-1 0 24,2 0 16,-3 0-8,-1 0 8,0 0 16,4 0-32,-3 0 32,1 0-40,0 0 56,-1-3-32,-3 2 16,4 1-32,0-4 48,-1 4-64,1 0 32,0 0 8,-3 0-8,3 0-16,0 0-32,0 0 16,-1 0 16,1 0 16,-1 0 0,-1 0 40,4-3-16,-1 3 48,1 0-56,-1 0-16,1 0 24,-6 0-24,6 0-88,-1 0 96,1 0-8,-3 0-24,3-4 56,-4 4-32,1 0-16,3-4 0,-3 4-16,1 0 8,0 0 8,-4 0 16,0 0 16,0-3 8,3 3-32,-3 0 24,4 0-32,-4 0-16,0 0 32,0 0 24,0 0-64,0-4 16,0 4 40,-1 0-16,0 0 24,-1 0 8,1 0-72,-3 0 8,-2 0 24,2 0 8,3 0-8,-5 0 8,1 0-24,-2-4 32,-8 4-40,9 0 24,1-1 8,-10-1 0,8 2-72,-19-4 48,8 4-8,-4 0 24,4-2 8,10 0 16,-18 2-56,-2 0 0,-5-3-8,-2 3 16,-3 0 8,35 0 24,-36 0-16,-6 0-48,-2 0 16,-3 0 32,2 0-32,27 0 48,-6 0 0,-22 0-16,1 0 24,-4 2 8,3-2 8,8 1-24,34-1 40,-43 2-64,2 0 32,-3 2-16,-1-2 0,5-1-24,38 0 32,-30 2-40,-5 1-24,0-2-24,3-1 88,1 3-64,17-2 64,9 0-16,-23 1 32,4-1-32,2 0 8,0 0-32,3 0 40,28-2-48,-28 2-16,4 1 8,2-1 80,2 0-32,0 0-8,14-1 16,-5 0 40,-3-1-96,-1 0 64,8 2 32,-10-2-16,13 0-24,3 0 40,-5 1-40,0-1-8,1 0 16,1 0-16,2 0 16,2 0-8,-1 0-32,1 0-40,0 0 64,3 0-24,1 0 40,-1-2-8,-1 1 16,15-3-16,-11 0 40,12 4-80,-3-3 40,-2-1 0,-12 4-32,18-4-48,1 1 152,2 3-72,4-4 16,1 4 32,-18-1-48,12-2-48,8 3 32,4-3 24,2 3 8,0 0 16,-7-3-32,-15 2 56,25 1-16,6 0-24,1 0-16,-1 0-16,5-4 16,-45 4 0,42 0 8,2 0-16,1 0 48,-3 0-32,-1-3 8,-26 3-16,4 0 48,19 0-64,-1 0 48,-1 0-32,-1 0 24,-8 0-24,-26 0 56,30 0-40,0-4 32,-2 4 0,2 0-40,-3-4 16,-26 4-24,17 0 24,8-3-64,-3 3 48,-1-4 0,-3 4 8,-10-2-16,-6 0 56,14-2-8,-1 1-8,-3-1-16,-1 4-16,-3-4 32,-13 4-40,4 0 24,13-3-32,-14 3 56,11 0-48,-12 0 32,-1-2-32,2 0 32,1 2-64,1 0 48,-1 0-32,1 0 40,-2 0-24,-3 0 32,3 0-24,0 0-24,-4 0 40,3-4-8,-3 4-56,1 0 40,2 0 8,-3 0-72,0 0 56,0 0 32,0 0-8,0 0-16,0 0 56,0-3-32,0 3-32,0 0-16,-2-4 0,0 4 40,-1 0 8,-3 0-32,1 0 32,-10 0 0,13 0-24,-2 0-8,-12 0-16,9 0-40,-12 0 0,1 0 40,5 0 24,7 0 16,-16 0 8,-3 0-48,-1 0 8,-2 0 16,-3 2 0,29-2 0,-29 0 32,-4 0-56,-4 2 8,-1 0-16,1-2-8,19 0 40,-4 1 0,-18-1-32,-2 0 72,-2 2-56,2 0 40,5 0-24,32-2 32,-39 2-56,2 0 72,-2-1-56,0-1-40,0 2 32,35-1 16,-24 0-48,-9 1-32,3 0 88,2 0-32,3-1 24,12 2 0,9-2 48,-20 1-40,0 0 32,2 0-40,2 0 8,-2-1-8,33-1 8,-30 4-24,1-2-16,1 0 72,4 0-32,-1-1-32,16 0 24,-6 0 32,-7 1-96,1 0 64,3 0 8,2 0 56,3-1-64,9-1 40,-11 2-56,8 0 112,-10-2-136,12 2 64,-1 0-16,5-2-8,-3 2-40,-2-1 8,3-1 16,1 0 24,0 0-16,1 0 8,0 0 48,1 0-24,0 0-32,0 0 0,4 0-8,1 0 16,-5 0-8,17 0 24,-13 0-24,12 0 32,-1 0-16,1 0 16,-10 0-24,7 0 16,7 0-56,2 0 56,2 0-48,5-3 16,-8 3 16,-10 0 24,22 0-56,2 0 24,1-4 48,3 4-16,0 0 8,-36 0-32,34 0 32,5 0-80,4 0 80,0 0-8,2-4 24,-26 4-48,4 0 104,24 0-104,-1 0 48,-1-3-40,-2 3 0,-7-3-8,-32 2 16,35-3-48,1 1 56,-1 3-24,-3-4 0,-3 4-32,-28-1 32,21-2 16,6 3-48,-2-3 0,0 3 104,-2 0-64,-11-3-8,-8 2 32,19 1 56,-2 0-56,-1-4-8,0 4-16,-3 0-8,-25 0 8,26 0-32,-2 0-24,0-3 40,0 3-8,-4 0 32,-13 0-16,4 0 56,8 0-40,-3 0 0,1 0 0,-2 0 0,-11 0-16,-3 0 40,19 0 0,-14 0-32,9 0 16,-12 0-24,3 0-16,-6 0 16,5 0-8,1 0-48,-1 0 48,-1 0 24,0 0-16,-2 0 0,-1 0 40,-1 0-32,0 0-48,0 0-8,0 0 48,0 0-8,0 0-8,-3 0 0,-3 0-16,1 0 32,1 0 0,-7 0 32,5 0-88,-10 0 40,1 1-8,-1 1-8,2 1 32,7-2 0,-17 1-32,1 0-8,-5 0-16,-3-1 48,-6 3-56,34-4 64,-33 2-32,-6 0-48,-4 0 40,-2-1 16,-3 5 8,27-4 16,-4 0 40,-23 1-96,-4 3 72,1-3-64,1 1 8,5-1 40,39-2 0,-44 2-64,-4-1 56,1 2-24,-1 0-8,2-1 24,43-2 16,-29 2-16,-11 1-32,3 1 40,3-1-8,2 0-16,19-3 32,9-1 32,-24 6-48,3-4 32,-2 1-16,4 1-24,-1 0 32,36-4-8,-33 3-16,0 1 32,1 0-8,5-2 32,-3 1-48,21-2 8,-6 0-16,-9 3-16,1-2 24,4 0 40,-1-1-24,6 1-8,10-2 56,-13 2-64,2-2 48,1 2-32,8-2 16,-10 2-8,15-2-16,-4 2-24,-2-2 16,1 0-48,1 0 40,1 0 0,3 0 16,0 0 16,-1 0 32,2 0-16,0 0-24,0 0-24,0 0 16,0 0-24,4 0-8,0-4 48,1 4-24,1-4-8,10 4 0,-14-1 16,2-3-16,10 0 0,-8 0 56,14 1-8,-14-1-48,9 2 16,-8 0 48,-2-1-40,17-3 32,-7 1-40,2 1-24,-1 0-16,-15 4 40,17-3-40,0-3 32,0 1 32,3-1 0,-1 1 8,-11 3-32,2 0 24,11-4-32,2 1 32,2-1 0,-2 3-8,-3-2-16,-17 4 56,24-3-16,0-1-24,-1-1 32,3 1-32,-3-1-8,-21 6-8,18-3 8,7-1-32,0-2 8,4 1 48,0 1 0,-12 2-32,-7 1 64,22-3-24,4 0-40,3 1 8,-1-1-8,1 0 0,-44 4 16,43 0 0,0 0-48,-2 0 48,2 0-16,0 0-8,-28 0 8,11 0 32,15 0-40,-1 0 0,-1 0 40,-1 0-40,-12 0 8,-18 0 56,28 0-24,-2 0-32,-2 2 56,-2-2-48,-1 0 32,-26 0-40,18 0 16,2 2-40,-1-2 24,-1 2-24,-1 0 16,-12-2 8,0 0 48,8 0-16,-1 0 16,-10 0 0,12 0-32,-15 0-16,-2 0 16,13 0-32,-10 0 32,2 0-8,10 0-40,-12 0 32,-2 0-8,1 0-48,1 0 56,-4 0 8,0 0-16,0 0 8,0 0 48,4 0-40,-4 0-56,0 0 40,0 0-32,-2 0 24,2 0 16,-2 0-16,-3 0-88,-10 0 72,9 1 0,-10 1 16,9-1 16,-1 0 32,-10 1-64,-3 0 8,-1 0 0,-1-1 16,-2 1 8,20-2-16,-26 2-16,-2 0 40,-4 0-24,-2 0 24,-1-1 16,30 0-24,-24 0-56,-9 1-32,-1-2 40,2 2 24,-4 0 16,20-1 8,10 0 32,-30 1-24,0-2-16,2 1 24,-4 1-24,2 0 8,46-2-32,-48 4 32,0-2-64,1-1 32,1 1 72,3 0-72,28-1 32,-12 2-8,-14 0-56,3 1-8,-1 2-8,4-3-40,10 1 120,17-2-88,-27 3-104,4 1-8,-2-1-16,2 1-80,1 1-33,26-6 329,-21 4-384,-1 2-16,-2-1 16,5-1-24,2 2-48,9-4 456,2 0-536,-10 3-96,2-1-80,1-3-113,1 2-79,9-1 904,6-3-1048,-17 4-128,12 0-88,-10 1-145,10 1 9,-1-1 232,5-3 1168,-3 2-4481,5-4 4481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1:4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808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1301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1724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218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3723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4373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494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5361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5917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3815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4895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5995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6868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8132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8692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9168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9600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1408">61 1494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936">87 105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4758">115 126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1446">24 1375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18.055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2362 0 13450,'0'2'2585,"0"4"-1065,5-3-680,-1 3-503,2-1-281,-2 0-56,-3-4-121,3 4-271,-1-3 32,-3 0-48,0 0 88,0 0 128,0-2 192,-1 0-160,-1 0 24,-4 0 40,1 0 48,-3 0-16,0 0 64,2 0 40,0 0-16,-9 0 48,10-4-64,-13 4-24,11-3 16,6 2-8,-21 1-64,7-3 144,1 3-104,-3-4 0,1 0 0,10 4 32,-5 0-120,-5-3 72,-1 3 40,0-4-8,1 0 0,4 2 16,7 1 24,-15-3-48,0 0-64,-2 4 96,0 0-32,0 0 48,20 0-24,-20 0 48,-2 0-120,0 0 64,-2 0-24,-1 2 24,1 4 64,-2 8-48,1-8 168,-1 10-96,1-10 16,3 10-96,20-14 144,-24 4-168,1 12 200,-1-1-72,1-1-40,-3 5 8,24-17-72,-15 12 8,-7 6 0,-1 2 56,-1-2 24,1 2 0,11-9-88,6-5 192,-19 16-32,2 2-40,-1-1 48,-1 3-24,0 1 40,30-30-184,-28 31 216,0 1-80,-1 0 9,1 2-33,0 0-24,18-21-88,-6 7 120,-9 16-72,1 2-16,1-3 32,0 3 16,5-10-80,14-21 104,-17 27 64,0 7-24,0-3 8,1 1 0,1 0-48,17-32-104,-14 25 128,-3 13-64,0 0 56,-1 0 16,3-2-24,7-20-112,4-6 184,-10 26-72,0 4 144,1-4-120,1 1-24,1-2-112,13-41 64,-13 43-168,6-1 96,-10-2 24,11 0 32,-12-1 16,17-29-64,-1 13 40,-5 11-56,-6-3 56,10 1 0,-3-1 32,1-11-72,4-13 80,-5 18-56,1 3 40,1-4-128,-1-1-8,3-3 0,2-19 72,-2 17-184,-1 0 8,1-2-16,1 1-32,0-5-16,1-6 240,0 1-264,-1 5-48,0 1-56,1-9-56,-1 10-16,0-13 440,2-2-529,-2 4-87,0 3-72,0-3-128,1 1-104,-1-1-112,1-3 1032,0 2-1169,-1 1-111,2-1-48,-2 0-17,0 1 113,0-1 1232,1-2-904,-1 5-3465,2-7 4369</inkml:trace>
  <inkml:trace contextRef="#ctx0" brushRef="#br0" timeOffset="358">815 2280 14139,'-1'6'3400,"-1"-1"-1311,0 12-1161,0-11-472,0 8-456,0 1-168,-3-10-152,1 12-72,0-13 392,3-2-304,-14 3 16,9 10 200,-10-10 8,1 12 48,0-12 16,14-4 16,-12 6-56,-6 7 0,3-10 40,-4 3-8,1-1 16,10-3 8,0-1 32,-8 4-56,1 0 24,-1-5 0,2 1-8,2-2 8,10 0-16,-12 0 0,-1 0-32,-1-5 40,2-1-8,1-9 24,10 14-8,-7-3 16,-4-13-40,1 12 40,-1-15 8,-2 14 32,8-7-56,4 4 96,-10-9-48,0 1 48,8-3-96,-12 0-24,14 1 8,5 19 16,-20-22-72,12 0 0,-8-2 0,10-1-128,-10-1-113,14 16 313,-2-6-360,-3-12-120,-12-1-16,14 3-40,-12-1-24,12 7 560,3 14-600,-16-22-112,10 1-56,-10-4-113,3-1-71,-1 5-72,13 22 1024,-13-23-1128,-4 0-73,-2 0 81,0 1 280,0 1-3497,22 26 4337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4:50.70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2275 0 6185,'0'0'1112,"0"0"-24,0 0-328,0 1-760,0 0 481,0 1-209,0 0-96,0-1-64,0 1 24,0-2 56,0 0-192,0 2 200,0-2-24,0 2 16,0-2-64,-2 0-32,1 0-96,1 0 88,-4 2-64,-2 0 0,5-2-24,-3 1 24,1 1-24,2-2 24,-3 0-16,1 0-8,-3 0 24,3 0-24,-1 0 0,3 0 0,-2 0 8,1 0-48,-1 0 24,-1 0 0,2 0 16,0 0 0,1 0-16,-3 0-32,2 0-48,-2-3-72,2 3-40,1 0-104,1 0 312,-4 0-424,0 0-144,1 0-137,1 0-103,0 1-64,1-1 872,0 0-888,-1 2 136,0 0 208,1 0 200,-1 0-3521,2-2 3865</inkml:trace>
  <inkml:trace contextRef="#ctx0" brushRef="#br0" timeOffset="1035">1889 4 7001,'0'2'1224,"0"2"-1224,0-3 888,0 5-495,-2-3-257,0 1-72,1-2-80,-1 0 0,0 0 8,-4-1-24,3 1 48,-1 0-24,0-2 16,2 0-8,1 0 24,-5 0-16,1 0-8,-1 0 0,1 0-48,0 2 48,4-2-104,-6 0-40,1 0-73,1 0-39,-1 0-24,1 0-56,3 0 336,-2 0-376,0 0-120,1 0-72,-3 0-64,3 0-24,0 0 656,2 0-512,-3 0 127,2 0 145,1 0-3576,1 0 3816</inkml:trace>
  <inkml:trace contextRef="#ctx0" brushRef="#br0" timeOffset="1036">1242 98 6697,'0'1'1320,"-2"1"-240,-2 0-503,1 0-321,-1 0-152,0 0-64,-1-1-32,1 1 24,-1 0 8,-1 0 16,3-2-56,1 0 64,-4 0-8,0 0-56,1 2 8,-1-2 8,1 0-16,5 0 0,-7 0 40,1 0-80,1 0-8,-1 0-24,1 0-72,2 0 144,-2 0-136,0 0-96,-1 0-40,1 0-97,-1 0-111,2 0 480,3 0-584,-5 0-144,1 0-64,-1 0 8,0 2 136,1-1 199,4 0 449,-4 0-280,2 1-3624,3-2 3904</inkml:trace>
  <inkml:trace contextRef="#ctx0" brushRef="#br0" timeOffset="1037">677 162 6649,'0'0'1352,"-2"0"-288,1 0-423,-1 2-289,0 0-168,2-2-184,-2 1 72,0-1-40,0 0 8,1 0-8,-3 0 32,2 0-64,0 0 96,-1 0-32,-1 0 16,0 0-56,0 0-16,-1 0-8,5 0 16,-6 0-104,1-3 0,-1 3-56,1 0-80,-1 0-16,3-4-56,-1 4-129,0-4-55,-1 4-112,1 0-96,0 0 688,3 0-720,-5 0-32,1 0 32,-1 0 136,2 0 191,1 0 145,2 0 248,-2 0-3816,3 0 3816</inkml:trace>
  <inkml:trace contextRef="#ctx0" brushRef="#br0" timeOffset="1038">105 188 8305,'-1'1'1825,"-1"1"-689,-4 0-512,6-2-624,-3 2 288,-1 2-184,0-2-16,-1-1-56,1 1-24,0 0 24,-1 0-16,-1-2 8,1 2-32,-1 0-8,1-1 16,5-1-112,-6 0-144,1 0-136,1 2-240,-2-2-224,1 0-225,4 0 1081,-4 0-1272,2 0-64,-1 0 176,0 2 327,3 0-3383,1-2 4216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19.803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338 1 5625,'0'3'1344,"0"3"40,0-1-287,0 1-281,0-1-264,4 3-112,0-1-96,-4-1-40,0-1 16,0 3-8,0-3 16,0-4-328,4 15 320,-4-11-56,0 3 0,0 6-16,0-6-23,0-1-225,0 2 224,0-2-56,0 16-32,0-16 56,0 13-24,0-5-168,0-11 192,-2 10 8,0 6-8,0 1 32,0-3-16,0 2 8,2-16-216,-2 13 192,1 5-56,-1 0 64,2 0 16,0 2-24,0-10-192,0-4 256,0 15-64,0 5-32,0-1 24,0 1-64,0-2-120,0-27 152,0 30-40,0 2-24,0 0 40,3 1-64,-3-3 41,4 0-33,-4 0-64,4 1 72,0 1-24,-1-4-8,0-6-48,-2-15 120,-1 22-80,4-1-16,-1-1 0,-3-1-24,0 1 8,0-24-8,4 16 32,-4 4-56,0-2 32,4 0 16,-4 0-24,0-12 0,0 0 32,0 9-64,0-3-88,0 1-24,0-3-128,0 0 272,0-13-377,0 14-15,0-8-152,0 12-16,-2-12-72,2 8-88,-2-10-56,0 2-113,0 1-87,0-1-24,1-1-80,-1-3 1080,2-1-1152,-2 4-25,0-4-55,0 3 96,2-1 208,0-2 279,0-2 649,0 1-2344,0-1 2344</inkml:trace>
  <inkml:trace contextRef="#ctx0" brushRef="#br0" timeOffset="552">688 1036 6777,'0'0'1464,"0"0"-295,0 0-473,0 0-696,0 0 440,0 2-216,0 0-96,0 3 0,0-1-16,0 1-112,0-5 144,-2 6 24,0-1 32,0 1 40,-1-1 16,-3 3-8,4-4-248,-1 7 216,-3-6-80,1 2 24,-3 10-16,3-12-8,-3 10 40,1-9-16,-8 12-8,10-12 24,-1 10 25,-8-9-33,12-6-168,0 13 224,-4-6-80,-1 8 8,-8-10 8,10 10 0,1-13-160,0 0 192,-10 4-8,8 8-40,-9-10 0,10 12 16,-9-12-160,13-5 152,-4 6 32,-3-1-80,-8 3 8,10-3-8,-8 1-48,12-4-56,-2 3 120,-12 1-80,10-1-24,-9-1 64,10-2-16,-8 0-64,7-1 80,1 1 24,-12 0-56,12 0-32,-12-2 16,3 0-56,6 0 16,-12 0-24,13-4 24,-10 0 32,12-1-16,-4-1-8,-1-3 72,3 6-80,-12-12-8,12 11 32,-11-12-48,12 11 32,4 4 16,-16-15 8,11 1-40,-14 9 0,14-16 40,-11 8-64,16 10 40,-4-9-40,-12-4-160,12 3-184,-10-5-136,10 5-240,-3 4 760,2 3-968,1-9-217,-1 10-223,-1-18-176,3 8-33,-2 0 1617,7 15-1664,-4-19 296,2 0-3297,2 20 4665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2692 193 4937,'0'0'400,"0"0"96,0 0-8,0 0-488,0 0 432,0 0-48,0 0-48,0 0-16,0 0 16,0 0 0,0 0 0,0 0-40,0 0 57,0 0-25,0 0-8,0 0-4097,-2 0 7906,2 0-3833,0-3 16,-2 3 48,1 0-32,-1 0 16,2 0-344,-2 0 336,0 0-56,0 0 32,0 0-40,1 0 32,-1 0-8,-2 0-15,2 0-9,0 0-24,1 0-8,-1 0-240,2 0 192,-4 0 8,2 0-32,-3 0 0,1 0-8,0 0-16,3 0-144,-3 0 152,0 0-64,0 0 24,-1 0 0,1 0 16,1 0-128,1 0 152,-2 0-24,-1 0-24,-1 0 16,2 0-24,-1 0 24,5 0-120,-6 0 104,1 0-48,-1 1 48,-1-1-56,0 2 56,4-1-104,-2 0 80,0 1-72,-10-2 72,11 0-40,-3 2 8,1-1-48,5 0 56,-14 2-16,9-1 24,-1 0 8,0 0 8,-10 0 24,16-2-104,-3 2 40,-4-1 0,-6 1 32,8 0 0,0 0 16,-2-1-88,2 0 97,0 1-17,-1-1-40,-10 1 8,12-2-40,-2 2-8,6-2 16,-15 2-40,10-2 8,-12 0 48,13 2-16,-12-2 8,15 0-24,-2 0 72,-14 2-96,13-1 112,-12-1-48,11 2-32,-5-2-8,6 0 88,-1 2-128,-12-2 104,11 2-80,-12 0 8,12 0-8,6-2 16,-15 1-40,11 1 56,-12 0 0,10 0 16,-11 0-8,14-1-24,0 0 56,-12 0-32,10 3 0,-10-2 0,8 0-32,-6 1 8,12-2 24,-4 0 8,-12 3-24,12-2 24,-1 0-16,-10 0 8,16-2-24,-3 1 32,-13-1-40,10 2 48,-8-2-8,10 2-8,-6-2-24,5 0 56,1 2-40,-10-2 8,9 0-8,-8 2 0,8-2-16,6 0 8,-18 0-24,12 2-24,-10-2 48,10 1 8,-1-1 8,-10 0 56,12 0-104,-3 0 8,-8 0 24,9 0 24,-6 0-32,9 0 40,-3 2 0,-8-2-24,8 0-56,-10 2 64,11 0-16,3-2-8,-12 2 8,10 0-8,-12-1-16,12 1 16,-14-2 0,16 1 0,1 0 40,-6 1-24,-8 0 56,12 0-64,-11-2-8,10 0 0,5 0-8,-15 0-56,10 1 48,-10-1 16,9 2 0,-1 0 8,2-1-8,-5 0 16,5 1-56,-10-2 40,10 0 16,-12 0 0,13 0-16,2 0 32,-12 0-48,8 0 16,-8 0-8,8 2 32,-11-2 0,16 0-24,-3 0-32,-3 0 8,-8 0 0,9 0 24,-1 0 0,0 0 0,-1 0 40,3 2-40,-3-2 40,-8 0-24,10 0-8,-6 0-8,10 0 40,-4 1-96,-1-1 16,-8 2 32,10 0 0,-10-2 32,13 0-24,-2 0 40,-12 0-80,10 0 40,-8 2-24,8-2 24,-3 1 0,3 0 24,1-1-24,-10 0 88,10 0-112,-10 0 40,9 0-24,6 0 8,-16 0-56,8 0 24,-10 0 16,11 0 16,-10 0-8,14 0 8,-1 0 48,-13 0-24,12 0 40,-15 0-40,12 0 0,-6 0-24,10 0-16,-2-4-32,-10 4 72,8 0-64,-10 0 56,11 0-16,3 0 0,-9 0-24,8 0 0,-10-4 24,9 4 24,-8 0-24,10 0 0,2 0 72,-13 0-64,10 0-24,-10 0 0,10 0 8,-11 0 8,15 0 8,-4 0 24,-3 0-40,1-3-16,-8 3 32,10 0-48,2 0 40,-2 0 24,-11 0-40,10 0 0,-8 0 24,8 0 24,1 0-32,3 0 32,-15 0-16,13 2-16,-3-1-8,-9-1 24,12 0-24,2 0 8,-11 0 32,8 0-88,-3 0 56,-8 2 0,12-2-16,1 1 16,0 0 40,-11-1-48,10 0 96,-3 0-96,-1 0 32,1 0 16,0 2-120,-1 0 152,-6 0-72,10-1-16,-2 1 16,5-2 0,-5 0-64,-1 0 24,1 0 24,-1 0 8,1 0 40,2 0-32,1 0 24,-12 2-16,12-2 80,-3 0-96,1 2 16,-3-2 16,8 0-24,-5 0-64,-3 0 0,1 0 80,1 0-56,-1 0 0,5 0 40,-1 0 24,-5 0-80,1 0 88,1 0 8,-1 0-32,1 0-8,5 0 48,-5 0-96,-9 0 80,12 0-64,-3 0 32,-1 0 24,6 0-24,-4 0-24,-2 0 48,0 0-32,-8 0-32,11 0 40,0 0 0,1 0 16,-4 0-8,1 0 40,-1-4-48,1 4-8,1-3 8,5 3 0,-6 0-16,1 0-48,-1-4 56,1 4 8,-1 0-48,4-1 48,-1-2 40,-3 3-96,1-3 64,3-1 16,-4 4-32,4 0 8,0 0 80,-1 0-96,-1-4 40,0 4-16,3 0-64,-3-4 64,4 4-8,-4 0-8,2 0-56,-3 0 80,1 0 0,1-3-24,1 3 8,0 0 72,0 0-72,-2 0-24,1 0 24,-1 0 8,-1 0-8,4 0 0,-2 0 8,-3 0 24,3 0-40,-1 0-8,2 0 16,1 0 0,-2 0-40,-2 0-16,1 0 64,-1 0-32,-1 0 8,4 0 16,0 0 24,-3 0-24,3 0 0,-2 0 8,1 0 8,-3-4-8,6 4-8,-3 0 0,-1-4-56,0 4 40,2 0 0,-1 0 0,1-1 16,0-1 48,-2 2-72,1 0 8,-3 0-8,2-4 24,2 4 0,1 0 16,-3 0-32,0 0 112,1-4-136,1 4-8,0 0 40,2 0 8,-2 0-96,-1 0 48,1 0 40,0 0-8,0-3-24,1 3 40,0 0 16,-1 0-24,1 0 48,1 0-24,0-4-48,0 4 32,0 0 24,0 0-64,0-4 16,0 4 72,0 0-56,0 0-16,-1 0 24,0 0 16,1 0-88,0 0 112,0 0-48,-2 0 24,1-2-16,0 1 40,1 1-112,0 0 112,-2 0-72,2 0 24,-2 0 32,2 0-24,-1 0-40,-1 0-32,0 0 64,-2 0-8,2 0 0,1 0 16,0 0 40,0-4-64,-1 4 48,0 0-8,0-4-48,-1 4 32,2 0-16,-2-3-24,1-1 8,0 4 48,0 0-24,0 0-8,2-1 16,-1-2-24,1 0-48,-2 3 56,0-4 0,2 4-8,-1-2 24,0 0 40,1-1-24,0 3-32,0-4 0,0 4 0,0 0 16,0 0-32,0 0-16,4-4 56,-1 4-16,-3-1 8,0-1 56,4-2-104,0 4 96,-1-4-64,1 4 32,-1 0-16,-2 0 48,2 0-80,1-3 104,2-1-120,8 4 32,-10-4 16,-3 4 0,4 0-96,0-3 64,12 3 24,-14-4 8,12 4 48,-12 0-48,0 0 56,11-4-24,-10 4 56,12-4-40,-12 4-8,12-3-40,-15 3 32,4 0-72,10 0 56,-11-4 40,10 4-48,-8 0 40,-1-1-48,6-2 24,-5 3-88,12-3 88,-12-1-24,10 4 8,-12-3-8,-2 2 56,18 1-24,-14 0-16,12 0-16,-12-3 24,12-1-32,-17 4 8,13-4 40,-9 4-96,17-3 56,-7 3 32,0 0 8,-13-2-40,1 0 96,19-2-24,-7 4-16,0 0-104,1 0 48,-2-3 0,-11 3 0,15-4 0,1 0 72,-3 1-40,2-1-24,-1 4-16,-13-1 8,9-2 0,5 0-48,-2-1 56,1 0 24,1 1 16,-7 3-48,-5 0 88,11-4-72,1 0 16,-2 1-32,1-1 16,0 0 16,-3 4-56,1-3-32,0-1 56,1 0-8,3 0 16,-14 3-8,4-1 48,8-2-88,-2 0 72,-1 4-48,3-3 0,-4 0 16,-10 2 80,14 1-96,-2-4 56,1 1-32,1 3 0,-1-4-32,-13 3 24,11 2 24,2-1-64,-1 0 16,2-4 56,-3 4-56,-3-2 24,-3 1 64,8 1-48,1-4-16,1 0 0,-1 4 16,-1 0-16,-16 0 24,17 0 16,1-3-16,-1 3-24,-1-4 8,1 4-24,-12-1 16,7-2 24,4 0-56,2 3 40,-1-4 24,1 4-40,-6-3 8,-7 2 40,11 1-48,1-3-16,1 3 24,-3-4 8,4 4 16,-18 0-24,12 0 16,2 0-24,1 0 16,-1 0 0,2 0 8,-10 0-16,0 0 56,8 0-40,2 0 32,-12 0-32,17 0-24,-9 0 8,-11 0 32,13 0-40,1 0 24,1 2-8,-1 0 0,1-1-40,-13 0 32,7 0 32,3-1-56,1 2-8,0 0 64,-1-2-48,-4 0 16,-5 0 48,10 0-32,0 0 16,1 0-16,-1-4-16,-10 4 24,-4 0-24,20-3-48,-15 3-8,16-4 64,-7 4-40,-10-4 24,3 4 8,4 0 32,-6 0-72,16-3 56,-16 3 0,16 0 8,-11-3-24,-8 2 24,3 1-16,16 0 8,-7 0-32,-1 0 8,3 0 8,-15 0 0,11 0 16,1 0-64,3-4 48,-2 4 8,3 0-40,-9 0 32,-1 0 56,10 0-8,0 0-24,1 0 16,-3 0-16,3 0-24,-18 0 8,18 2-8,-1 0-16,1 0 24,-3 0 0,1-2 0,-12 0-8,6 1 24,6-1-56,-1 2 24,-1-2-8,2 0-16,-13 0 32,-3 0 40,23 2-16,-18-2 0,14 0 8,-15 0 0,12 0-40,-16 0 8,3 0 16,15 0-40,-14 0 8,12 0 48,-12 0-24,2 0-8,1 0 32,-2 0 8,-1 0-48,10 0-24,-12 0 8,3 0 8,11 0 16,-14 0-16,3 0 56,10 0-56,-12 0-8,-3 0 24,4 0 24,9 0-104,-14 0 88,6 0 0,8 0-8,-11 0 0,-2 0 56,3 2-88,1-2 0,1 0 0,-1 0 32,-1 0-16,-4 0 16,4 0-16,-1 0-40,1 0 0,-4 0 40,4 0-8,-3 0 24,1 0 48,-2 0-64,4 0 16,-4 0-8,0 0 8,0 0 32,4 0-8,-4 0-40,0 0-8,0 0 16,0 0 8,0 0-40,3 0 24,-3 0 40,0 0-24,0 0 40,0 0-24,0 0-40,0 0 8,0 0 0,0 0 16,4 0 24,-4 0 0,0 0-32,4 0 0,-4 0 8,0 2 0,3-2-40,-3 0 16,0 2 24,4-2 8,-4 0-8,0 0 32,4 0-24,-4 1-16,4-1 24,-4 0 0,0 0-16,3 0 0,-3 0-32,0 0-24,4 0 80,-4 0-16,0 1-8,0 0 32,0-1-24,4 0-16,-4 0-16,0 2 24,0-2 40,0 2-56,0 0 16,0-2 8,3 0 8,-3 0-48,0 0 32,0 2 0,4-1-24,-4 1 8,0 0 64,0 0-64,0-1 16,0 0 24,0 1-24,0-2 8,0 1 16,0 1-8,0 0 24,0-2-40,0 2-48,0 0 0,0 0 24,0 0 0,4-1 40,-4 0-16,0 0 40,0-1-80,0 0 32,0 2-24,0 0 24,0-1 8,0 0 32,0 1-64,0-1 40,0 1-48,0 0 24,-2 2 0,1-4 16,0 3-24,-1 3-24,-2-2 8,1-3 16,-1 1 0,-1 0 32,1 2-24,0 0 8,-1-1 8,-1-1-16,1 2 16,5-4 0,-4 2 0,0-1-32,-1 1 40,-1 2-8,3-2-8,1-2 8,-2 2 32,-1 1-72,1-1 16,-2 0 0,3 0 48,-1-1-24,2 0 72,-3-1-48,1 1 8,2 1-64,-3 0-8,1 0 16,3-2 24,-4 2-8,-2 0-40,2 1 40,-3-1 16,1 0-40,3-1 32,0 0 32,-10 1-32,10 0 24,-3 1-40,-10-1 24,12 0-8,5-2 16,-19 4-96,12-3 80,-12 1-40,12 0 16,-11 0 16,15-1 8,-9 2-24,-3-2-32,1 1-8,-3 0 72,1 0 8,-3 2 16,1-3 0,-2 1 24,-1 0-40,-1 0 0,-2-2-8,24 0-8,-24 2-96,-1-2-8,-1 2 88,-2-2 8,1 0 72,16 0-64,-6 0 80,-12 0-120,-1 1 32,3 1-32,-3-2 32,6 0 8,17 0 24,-22 0-24,-1 0 72,-1 0-88,2 0 16,-5 0-16,29 0 16,-21 0-104,-7 2 80,0 0-8,0 0 16,-2 0 24,15-1-8,3 0 24,-20 0-40,2 1-8,-1 0 8,3 2 8,1-3 8,29 0 0,-29 2-8,1-1 0,0 0 0,1 0 24,1 0-40,20-2 24,-10 1 16,-6 1-88,-3-2 72,1 0-16,1 0-8,8 0 24,10 0 24,-18 0-40,1 0 48,-1 0-32,2 0 8,-2 0 8,24 0-16,-18 0 0,-4 0-8,0 0 16,2 0-8,2 0-8,10 0 8,-2 0 16,-10-3 0,2 3 64,-2 0-72,1 0-8,4 0 0,14 0 16,-17 0-120,3 0 128,-1 0-16,0 0-56,1 1 24,13 0 24,-9 0-80,-3 1 0,1 0 32,8 0 16,-12 0 40,16-1-8,1-1 24,-16 2-24,12 0 56,1 0-88,-10 0-8,13-2 24,2 0 16,-6 0-112,3 0 80,1 2 16,-2-2-16,2 0 8,2 0 24,-1 0-24,1 0-56,0 0 96,0 0-80,0 0 56,0 0 8,0 0-16,3-4-64,3 4 104,-1-4-96,1 4 48,9-3-8,-15 2 32,3-2-80,12-3 16,-11 3 32,12-1 0,-10-1 8,6 3 24,-2 0 8,4-2-32,3-1 16,0-1-32,1 2 24,-1-1 16,-16 5-56,23-4 24,0 1 40,0-1-24,4 0 32,-1 1-32,-17 1 16,11 0 32,11-4-72,3 3 56,1-1-24,1 0-16,-10 2 24,-13 1 24,26-3-8,2 0-16,1 1 40,-1 3-24,0-4 0,-39 4-16,37 0 48,2 0-96,2-4 88,-2 4 0,2-3-24,-23 1-16,1 0 88,24 2-56,0-6-16,0 6-8,0-3 24,-7 3-32,-32 0 40,37 0-24,0 0 72,2-4-48,-2 0-24,0 1 8,-34 2-24,22-2-16,9 3-24,-3-4 32,-3 4 48,0-3 16,-14 3-56,-9 0 88,20-4-8,-1 0-48,-3 1-16,-1-1 24,-1 0-16,-26 4-24,24 0 32,-2-3-56,-4 3 16,2-4 24,-3 4 32,-10-2-48,3 0 80,4-1-56,1-1 40,-10 4-64,14 0 8,-15-3-8,-3 2 64,14 1-72,-11-3 48,10 3-8,-14 0-16,6 0 8,-5-1-24,2-2-8,0 3-40,-3-4 40,4 4 48,-4 0-16,0 0-24,0 0 80,0 0-88,0 0-8,0 0 32,0-4-8,0 4 8,0 0-8,0 0-24,0 0-24,0 0 64,0 0-24,0 0 8,0 0-32,0 0 16,-2 0-8,-3 2 8,1 0 8,2-2 88,-3 2-80,-3 0 24,-6 0-32,8 1-8,-11-1 8,17-2 0,-5 2-16,-15 2-40,5-1 0,-2-1 40,-1 2 8,9-3 8,-2 0 72,-9 2-40,-4-1-64,0 0 0,-2 2 0,2-3 32,21 0-8,-25 0 32,-3 3-40,-2-2 24,-4 0-24,2-2-24,26 0 40,-21 2 0,-8 0-80,-3 1 64,1 1 40,-3-2-32,16-1 8,10 0 56,-27 0-72,0 1 24,-2 0-8,0 0 0,-2 3 8,48-5-8,-49 4-40,1 0-40,0-1 64,2 1-8,0 0 8,27-3 16,-10 1 72,-15 4-104,2 0 8,-2-1 0,1-1-40,10 0 64,24-3-8,-35 5 8,2 1 88,-1 0-72,3 8-32,-1-11 16,35-3 0,-24 3-80,-7 4 48,0-1 40,4-1-24,2-1 48,13-2-32,5 0 48,-17 2-16,4 1 8,-1-5-72,5 1 32,1 0 0,20-2 0,-20 2-24,1 0 8,0-2 8,3 0-56,1 0 56,11 0 8,-5 0 32,-5 0-104,8 0 88,-11 0-16,12 0 0,-5-3 0,6 2 56,-1 1-32,1 0-8,-3 0-32,3 0 16,-1-4-40,6 4 40,-2 0-48,1 0-16,-1-3 32,2 3 0,0 0 24,0-2 8,0 0 24,0 2-56,5-4 56,1 1-64,8-1-32,-9 1 72,-4 2 0,14 1-72,-10-5 72,15 1 24,-14 1-56,18-1 64,-21 3-32,9-2-8,4 0-56,2-1 56,1 0-24,3-1 32,-10 1 0,-4 2 32,14-2-8,-2 1 24,4-1-16,-2 0 0,2 1-40,-24 3 8,24-6-8,2 1-24,-2-1 24,2 3-8,-2-1 8,-15 2 8,5 0 8,12-2-48,2 1 104,-1-1-88,1 0 48,-6 0-24,-15 3 56,21-3-96,1-1 72,1 1-24,-3 0 0,1 1 8,-24 2-16,20-2 16,3-1-32,-1 1 48,1-1-32,-1 4 8,-13-2-8,-2 0 72,15 2-80,1-3 32,-1 3-24,-2-4 8,-2 4-8,-20 0 16,22 0 40,-2 0-32,-2 0 8,-1 0 24,-5 0-16,-9 0-40,7 0 64,-7 0-56,17 0 0,-16 2 8,9-2 16,-15 0-32,0 0 56,3 0-40,3 0-32,-3 0-8,-3 0 48,0 0-24,0 0 16,-1 0-48,-1 0 8,-4 0 0,1 0 32,-2 0-8,-1 0 56,3 0-56,-14 0 8,4 0-48,1 0-8,-3 0 48,14 0-8,-20 2-40,0-2 40,-5 1 8,0 1 8,-3 0 8,24-1-16,-17 0-24,-7 1-24,-2 0 0,-1 1 8,1 1 64,11-2-24,8 0 56,-21 0-8,-2-1-24,0 3-48,0-2-8,-1 2 32,38-4-24,-37 1-24,0 3 16,-2-2 40,5 0 8,-1 1-8,21-2-8,-7 0 32,-12 1-48,-1 0-8,5 0 16,-2 0 40,7 0-32,17-1 8,-23 1 8,1 0-16,1 0-32,2 2 48,1-3-8,20 0-8,-18 2 8,-3-1-32,2 2 32,0-3-8,2 3-16,11-3 16,2 0 32,-11 1-24,2 0-32,1-2 40,0 1 16,2 1-32,14-2 0,-14 2 16,1-2 8,-1 0-8,9 0 16,-12 0-16,16 1-16,-2 0 8,-12-1-64,10 0 24,-1 2 16,0-2-8,2 0 24,2 0 16,-2 0-16,-1 0 32,1 0 0,-1 0-16,4 2-24,2-2 8,-3 0-32,1 0-32,0 0 72,2 0-16,0 0 32,0 0-24,0 0 8,0 0-64,0 0 96,4 0-56,-1 0 24,2 0-8,-4 0 48,14 0-104,-12 0 64,12-4-32,-10 0-24,16 4 72,-18-1-24,8-1-40,4-2-8,4 0 16,1 1 0,0-3 48,-6 3-16,-6 1 32,16-4 16,2-9-48,-2 15-24,1-5 32,1-1-32,-26 6 24,26-5 24,1-1-48,-1 1 0,0-1 32,1 1-24,-19 3 16,7-2 40,7-1-48,2-1 40,-4 1 0,4 1-32,-9 1 0,-10 2 48,17-2-56,0-1-8,0 0 0,0 1 16,-2 3 56,-16-1-56,14-2-8,3-1-16,-1 4 0,0 0-24,0-4 88,-9 4-40,-1 0 48,10 0 32,0 0-104,0 0 8,0 0 16,-3 0 0,-15 0-16,16 0 40,1 0-24,-1 2 32,0 0-40,-1-2 32,-13 1-24,7 0 16,3-1-64,-8 0 88,10 2-32,-10-2 48,4 0-56,-5 0 80,0 0-72,1 0-8,8 0-48,-14 0 56,4 0 16,-4 0-24,4 0 24,-1 2-40,-3-2 32,0 0-8,0 2 16,0-2-24,0 1 48,0-1-24,0 2-24,-1-2 0,-4 2 0,4-2-32,-4 2-8,-10 0 8,9 0 40,-12-1-24,3 1-8,12-1 24,-10 0-24,-8 1-56,1 2 40,-4-3 24,-1 1 8,8 1 8,8-2 32,-19 1-32,1 0 24,-3-1-24,-1 1 0,0 0 24,30-2-24,-31 2-24,-3-2-40,0 2 40,0 0-16,-2-2 32,24 0 8,-9 2 48,-13-1-56,2-1 40,0 2-48,0 0 8,8-1 8,17 0-8,-25 1 0,1 0 8,3-1-8,3 1-8,1 0 16,21-2 0,-15 2-24,-3 0-56,0 0 80,0-2-16,2 1 56,10 0-40,2 0 56,-13 1-64,3 0-24,0-2-8,1 2 24,3-2 16,13 0 24,-13 2-24,6-2 0,-10 0 40,11 0-64,-10 0 32,15 0-8,-3 1 8,-12-1-72,12 0 88,-3 0-48,1 0 24,2 0 0,3 0 24,-6 0-48,3 0 24,-1 0 32,2 0-24,3 0 8,0 0-16,0 0-24,-1 0-40,2 0 48,0 0-16,0 0 16,2 0 16,0 0 16,1 0-48,3 0-8,9 0 40,-10 0-32,8-3 32,-11 3-16,3 0-16,14-4 0,-5 0-8,3 4 24,1-3-16,-14 3 32,9 0-24,7 0 0,2 0-8,0 0 32,2 0-40,-7 0 40,-6 0 8,16 0-8,3-4-8,1 4 16,0 0-16,4 0 0,-34 0 8,35 0 16,1 0-40,1 0 32,-3 0-8,2 0-16,-23 0 16,9 0 56,10 2-72,2 0 16,-2 0 0,-2-2-24,0 1 56,-1 1-32,-1 0 32,-3 0 0,2 0-16,-4-2-16,-21 0 0,17 2-8,3-2 0,-3 0-16,0 0 40,-3 0 8,-8 0-24,0 0 24,7 0 0,1-4-8,-2 4-16,-1 0 16,-8-3-16,-6 2 8,18 1 24,-12 0-24,10 0-16,-12 0 0,11-3 8,-14 3 0,1 0 8,4 0-24,9 0 40,-15-4 8,3 4-8,0 0-24,-2 0 48,3 0-56,-4-4 0,0 4 24,0 0 16,0 0-32,0 0 16,0 0-64,-2 0 48,-2 0 8,-1 0-24,2 0 16,0 0 48,-4 0-80,-10 0 40,12 0 0,-12 0 8,11 0-16,5 0 8,-19 2-8,5 0 8,-3 0-8,-1 0 40,-1-1-80,15 0 40,-10 0 16,-7 1-72,-2 0 16,2 0 80,-4-2-40,10 1 0,6 0 88,-16 0-48,1 1-16,-1 0-56,-2 0 24,3 0 32,-3-2-32,0 0 0,3 0 8,-1 2-24,0-1 24,16 0 0,-6 0 48,-9 1-72,-1 0 16,2 0-8,0 0-8,6-1 24,12 0 8,-18 0 0,-1 1 8,3 4 0,-1-4 40,1 1-64,20-2 8,-14 2-16,-1-1-24,-1 0 0,3-1 40,-1 1 32,12-1-32,0 0 8,-14 1-16,3 0 56,10 1-96,-14 1 96,14 0-48,5-4-8,-7 3-32,-8-1 72,11 0-48,-1 0 56,-3 0-24,7-2-16,-3 2 0,-2 0-40,3-1 24,1 1 24,0 0 8,1-1-16,0 0 48,-1 1-56,2-2 32,-2 0-32,2 0-8,0 0 16,0 0-16,0 2-32,4-2 32,0 0 32,-1 0-64,-1 0 48,0 0 48,4 0-56,-1 0 40,1 0 8,-1 0-48,0 0 8,-4 0 16,4 0-56,1 0 56,8 0-32,-10 0 0,2-4-16,-2 4 32,10 0-24,-8-4-16,10 1 16,-10-1 40,14 4-48,-15 0 88,17-4-24,-3 4 8,-3-4-8,5 4-8,-3-3-40,-18 3 16,22 0-32,-2-4-8,4 0 16,-2 4 32,2 0-8,-15-1 0,6-1 48,9 2-72,2-4 64,1 4 8,-1 0-32,-5 0-16,-14 0 80,20 0-104,3 0 32,-1 0-8,0 0-16,-1 0 32,-23 0-16,19 0 0,4 0-56,0 0 112,1 0-32,-1 0 0,-14 0-24,-1 0 96,13 0-120,0 0 40,-1 0 0,1 0-16,-3 0 0,-22 0 8,21 2 16,-2-2 16,-1 0-24,-1 2-8,-1-2 0,-3 0-32,-8 0 8,12 0 40,-12 0-16,9 0 0,-12 0 16,3 0-16,-1 0 0,-1 0 0,0 0 24,-1 0-24,-3 0-8,0 0 32,4 0-72,-4 0 32,0 0 16,0 0-24,0 0 16,0 0 64,0 0-88,-2 0 56,0 0-32,-1 0 0,-2 0 0,4 0 24,-4 0-56,-3 0 88,-6 0-72,8 0 16,-11 2-32,16-2 32,-5 1-88,-14 1 24,5 0 40,-3 0 48,-2 0-24,7-2 0,5 0 8,-14 2-8,-3-1 8,1 1-40,-2-2 40,-2 2-8,28-2 0,-25 2-24,-3 0 16,0 0 40,1 0-48,1-2-8,17 0 24,-6 1 16,-11 1-56,1-2 72,-1 2-8,2-2-8,5 0-16,12 0 16,-17 2-40,-1 0 24,-1 1 8,0-1 8,0 0 0,23-2-16,-18 2 16,-2 0-72,-3-2 56,2 2-16,0-1-24,11 0 40,2 0 48,-13 1-56,2 0-8,2 0 24,0 0 16,4-2-24,15 0 24,-15 0 0,-3 1-8,3 1-24,-1 0-40,1 0 40,13-2 8,-2 0-16,-13 0-24,12 0 88,-12 0-48,12 0-8,-8 0 32,8 2-56,-9-2 24,10 2 48,-2-1-32,-8-1-8,14 0 0,-2 2 16,-2 0-88,-3 0 80,3 0 0,-1 0 24,4-1-32,-1 0 56,-1 2-80,2-1 48,-1 0-40,1 0 8,0-1 8,2 0 48,-2 0-56,2 1 16,0 0 8,0 0-56,0 0 48,1-2-8,2 2-32,2-1-16,-1 1 48,1 0-24,10 0 32,-13 0-8,0 0 40,3-1-40,14 3 56,-14-2-48,14 0-16,-14 1 8,-5-3 32,22 2-96,-7 0 56,2 0 16,-3 0-48,3-2 8,-12 0 32,4 0-8,8 0-40,1 0 32,-1 0 48,0 0 0,-5 0-32,-8 0 40,13-4-16,-1 0 72,3 1-104,-1-1 0,2 0 24,-16 4-16,12 0-96,5-3 40,-1-1 32,0 0 16,0 1 16,2 3 48,-1-4-16,1 0 16,0 1-72,0-1-8,-2 1 24,-18 2 0,22 1-56,2-3 72,-1 3 0,-1-4-8,2 0 16,-19 4-24,10 0 24,9 0-56,-1-3 72,1 3-48,-2 0 40,-6-3-32,-10 2 48,14 1-128,-2 0 64,0 0-24,0 0 24,1 0 88,-20 0-72,16 0 8,0 0-80,-1-4 96,-1 4-72,0 0 72,-13 0-24,1 0 88,15-3-96,-12 3 96,11 0-56,-14-4-32,2 4 0,-4 0 16,13 0-88,-10 0 88,0 0-24,1 0 24,1 0 0,-5 0-16,2 0 0,0 0-32,1 0 16,0 0 48,-4 0-8,0 0-24,0 0 56,0 0 0,0 0 8,0 2-56,0-2 24,0 0-32,0 2-40,-2-1 0,-2 1 56,-1 0-48,-3 0 0,2-1 32,-3 0 32,4 2-104,-12 1 88,3 0-56,-3 0 32,3-3 8,10-1 16,-15 4-56,-1 0 56,-2-2-56,-2-1 24,0 1 32,19-1-16,-19 0 0,-4 1-32,1 0 24,-5 0-16,5-1 24,11 0 0,2 0 32,-17 1-24,0-2 40,-2 0-56,0 0 8,6 0 0,24 0-32,-26 0 0,-2 0 32,1 0 8,1 0 8,-3 0-56,24 0 40,-13 0-40,-8 2-40,-3 0 72,3-2-32,1 2 24,11-2 16,9 0 8,-18 0-64,2 0 72,2 0-32,0 0 32,0 0-24,20 0 8,-16 0-56,-1 0-8,1 0 48,1 1 8,1-1 0,9 0 8,-1 0 48,-7 0-88,10 0 104,-12 0-64,12 0-24,-1-3 24,4 3 0,-12 0-104,8 0 64,-1 0 0,-1 0-16,-6 0 8,13 0 48,0 0-32,-3-4-64,0 4 72,3 0-8,-1 0-24,1 0 56,0 0 8,1 0-32,0-4 0,0 4 0,0 0 8,4 0-24,-4 0 40,3 0-32,3-3-16,-1 3 16,10-4 0,-11 0 16,1 4 16,4 0 16,-3-3-64,11-1 128,-3 0-88,1 1 0,-4 3 8,-7 0 32,14-4-96,-1 4 64,3 0 8,-2 0-16,4-4-16,-18 4 24,14-3 16,4-1-24,0 0 40,2 4 24,0 0-16,-11 0-40,-2 0 56,15 0-32,1-3 0,-1 3-16,2 0 0,-6 0-8,-20 0 16,23 0 8,-1 0 8,2 0 0,0 0 0,1-4-24,-18 4-8,8 0 16,9 0-64,2 0 56,-1 0 24,1 0 32,-8 0-64,-11 0 104,19 0-104,3 0 8,-2-4-64,4 4 56,-1-3 32,-30 3-32,27 0-16,6 0 0,-4 0 0,4 0 24,0 0 48,-19 0-56,3 0 72,16 0-48,0 0 48,-2 0-24,2-4-32,-6 4-16,-23 0 40,31 0-24,-2 0 56,1 0 0,1 0-24,0 0-8,-29 0-40,23 0 16,7-4-24,-1 4 32,-2-3 8,0 3-32,-16-3 0,-7 2 64,19 1 8,-1 0 8,-1-4-40,-1 4-8,-1-3-32,-27 3 16,28-4-40,-1 0 24,-1 4 72,-2-4-72,-2 1 16,-13 1-16,6 0 32,5-2-96,1 4 104,1-3-24,-4 3 32,-3 0-48,-10 0 24,14-4 0,1 4 48,-4-4-32,3 4 0,-3 0-32,-14 0-8,11 0-24,2 0-24,1 0 64,-1 0-40,-9 0 24,4 0 0,0 0 56,-5 0-32,12 0-32,-12 0 32,12 0-24,-12 0 0,-5 0-8,19 0 80,-14 0-72,10 2-16,-9-2 24,8 2-16,-12-1 8,2 0 16,10 1-32,-10-2 24,2 2 0,10-1 8,-13-1-16,-2 0 80,3 2-80,1 0-40,10 0 40,-15 0 0,3-2 16,-2 0-16,4 0 48,0 0-88,-1 0 24,2 0 16,-3 0-8,-1 0 8,0 0 16,4 0-32,-3 0 32,1 0-40,0 0 56,-1-3-32,-3 2 16,4 1-32,0-4 48,-1 4-64,1 0 32,0 0 8,-3 0-8,3 0-16,0 0-32,0 0 16,-1 0 16,1 0 16,-1 0 0,-1 0 40,4-3-16,-1 3 48,1 0-56,-1 0-16,1 0 24,-6 0-24,6 0-88,-1 0 96,1 0-8,-3 0-24,3-4 56,-4 4-32,1 0-16,3-4 0,-3 4-16,1 0 8,0 0 8,-4 0 16,0 0 16,0-3 8,3 3-32,-3 0 24,4 0-32,-4 0-16,0 0 32,0 0 24,0 0-64,0-4 16,0 4 40,-1 0-16,0 0 24,-1 0 8,1 0-72,-3 0 8,-2 0 24,2 0 8,3 0-8,-5 0 8,1 0-24,-2-4 32,-8 4-40,9 0 24,1-1 8,-10-1 0,8 2-72,-19-4 48,8 4-8,-4 0 24,4-2 8,10 0 16,-18 2-56,-2 0 0,-5-3-8,-2 3 16,-3 0 8,35 0 24,-36 0-16,-6 0-48,-2 0 16,-3 0 32,2 0-32,27 0 48,-6 0 0,-22 0-16,1 0 24,-4 2 8,3-2 8,8 1-24,34-1 40,-43 2-64,2 0 32,-3 2-16,-1-2 0,5-1-24,38 0 32,-30 2-40,-5 1-24,0-2-24,3-1 88,1 3-64,17-2 64,9 0-16,-23 1 32,4-1-32,2 0 8,0 0-32,3 0 40,28-2-48,-28 2-16,4 1 8,2-1 80,2 0-32,0 0-8,14-1 16,-5 0 40,-3-1-96,-1 0 64,8 2 32,-10-2-16,13 0-24,3 0 40,-5 1-40,0-1-8,1 0 16,1 0-16,2 0 16,2 0-8,-1 0-32,1 0-40,0 0 64,3 0-24,1 0 40,-1-2-8,-1 1 16,15-3-16,-11 0 40,12 4-80,-3-3 40,-2-1 0,-12 4-32,18-4-48,1 1 152,2 3-72,4-4 16,1 4 32,-18-1-48,12-2-48,8 3 32,4-3 24,2 3 8,0 0 16,-7-3-32,-15 2 56,25 1-16,6 0-24,1 0-16,-1 0-16,5-4 16,-45 4 0,42 0 8,2 0-16,1 0 48,-3 0-32,-1-3 8,-26 3-16,4 0 48,19 0-64,-1 0 48,-1 0-32,-1 0 24,-8 0-24,-26 0 56,30 0-40,0-4 32,-2 4 0,2 0-40,-3-4 16,-26 4-24,17 0 24,8-3-64,-3 3 48,-1-4 0,-3 4 8,-10-2-16,-6 0 56,14-2-8,-1 1-8,-3-1-16,-1 4-16,-3-4 32,-13 4-40,4 0 24,13-3-32,-14 3 56,11 0-48,-12 0 32,-1-2-32,2 0 32,1 2-64,1 0 48,-1 0-32,1 0 40,-2 0-24,-3 0 32,3 0-24,0 0-24,-4 0 40,3-4-8,-3 4-56,1 0 40,2 0 8,-3 0-72,0 0 56,0 0 32,0 0-8,0 0-16,0 0 56,0-3-32,0 3-32,0 0-16,-2-4 0,0 4 40,-1 0 8,-3 0-32,1 0 32,-10 0 0,13 0-24,-2 0-8,-12 0-16,9 0-40,-12 0 0,1 0 40,5 0 24,7 0 16,-16 0 8,-3 0-48,-1 0 8,-2 0 16,-3 2 0,29-2 0,-29 0 32,-4 0-56,-4 2 8,-1 0-16,1-2-8,19 0 40,-4 1 0,-18-1-32,-2 0 72,-2 2-56,2 0 40,5 0-24,32-2 32,-39 2-56,2 0 72,-2-1-56,0-1-40,0 2 32,35-1 16,-24 0-48,-9 1-32,3 0 88,2 0-32,3-1 24,12 2 0,9-2 48,-20 1-40,0 0 32,2 0-40,2 0 8,-2-1-8,33-1 8,-30 4-24,1-2-16,1 0 72,4 0-32,-1-1-32,16 0 24,-6 0 32,-7 1-96,1 0 64,3 0 8,2 0 56,3-1-64,9-1 40,-11 2-56,8 0 112,-10-2-136,12 2 64,-1 0-16,5-2-8,-3 2-40,-2-1 8,3-1 16,1 0 24,0 0-16,1 0 8,0 0 48,1 0-24,0 0-32,0 0 0,4 0-8,1 0 16,-5 0-8,17 0 24,-13 0-24,12 0 32,-1 0-16,1 0 16,-10 0-24,7 0 16,7 0-56,2 0 56,2 0-48,5-3 16,-8 3 16,-10 0 24,22 0-56,2 0 24,1-4 48,3 4-16,0 0 8,-36 0-32,34 0 32,5 0-80,4 0 80,0 0-8,2-4 24,-26 4-48,4 0 104,24 0-104,-1 0 48,-1-3-40,-2 3 0,-7-3-8,-32 2 16,35-3-48,1 1 56,-1 3-24,-3-4 0,-3 4-32,-28-1 32,21-2 16,6 3-48,-2-3 0,0 3 104,-2 0-64,-11-3-8,-8 2 32,19 1 56,-2 0-56,-1-4-8,0 4-16,-3 0-8,-25 0 8,26 0-32,-2 0-24,0-3 40,0 3-8,-4 0 32,-13 0-16,4 0 56,8 0-40,-3 0 0,1 0 0,-2 0 0,-11 0-16,-3 0 40,19 0 0,-14 0-32,9 0 16,-12 0-24,3 0-16,-6 0 16,5 0-8,1 0-48,-1 0 48,-1 0 24,0 0-16,-2 0 0,-1 0 40,-1 0-32,0 0-48,0 0-8,0 0 48,0 0-8,0 0-8,-3 0 0,-3 0-16,1 0 32,1 0 0,-7 0 32,5 0-88,-10 0 40,1 1-8,-1 1-8,2 1 32,7-2 0,-17 1-32,1 0-8,-5 0-16,-3-1 48,-6 3-56,34-4 64,-33 2-32,-6 0-48,-4 0 40,-2-1 16,-3 5 8,27-4 16,-4 0 40,-23 1-96,-4 3 72,1-3-64,1 1 8,5-1 40,39-2 0,-44 2-64,-4-1 56,1 2-24,-1 0-8,2-1 24,43-2 16,-29 2-16,-11 1-32,3 1 40,3-1-8,2 0-16,19-3 32,9-1 32,-24 6-48,3-4 32,-2 1-16,4 1-24,-1 0 32,36-4-8,-33 3-16,0 1 32,1 0-8,5-2 32,-3 1-48,21-2 8,-6 0-16,-9 3-16,1-2 24,4 0 40,-1-1-24,6 1-8,10-2 56,-13 2-64,2-2 48,1 2-32,8-2 16,-10 2-8,15-2-16,-4 2-24,-2-2 16,1 0-48,1 0 40,1 0 0,3 0 16,0 0 16,-1 0 32,2 0-16,0 0-24,0 0-24,0 0 16,0 0-24,4 0-8,0-4 48,1 4-24,1-4-8,10 4 0,-14-1 16,2-3-16,10 0 0,-8 0 56,14 1-8,-14-1-48,9 2 16,-8 0 48,-2-1-40,17-3 32,-7 1-40,2 1-24,-1 0-16,-15 4 40,17-3-40,0-3 32,0 1 32,3-1 0,-1 1 8,-11 3-32,2 0 24,11-4-32,2 1 32,2-1 0,-2 3-8,-3-2-16,-17 4 56,24-3-16,0-1-24,-1-1 32,3 1-32,-3-1-8,-21 6-8,18-3 8,7-1-32,0-2 8,4 1 48,0 1 0,-12 2-32,-7 1 64,22-3-24,4 0-40,3 1 8,-1-1-8,1 0 0,-44 4 16,43 0 0,0 0-48,-2 0 48,2 0-16,0 0-8,-28 0 8,11 0 32,15 0-40,-1 0 0,-1 0 40,-1 0-40,-12 0 8,-18 0 56,28 0-24,-2 0-32,-2 2 56,-2-2-48,-1 0 32,-26 0-40,18 0 16,2 2-40,-1-2 24,-1 2-24,-1 0 16,-12-2 8,0 0 48,8 0-16,-1 0 16,-10 0 0,12 0-32,-15 0-16,-2 0 16,13 0-32,-10 0 32,2 0-8,10 0-40,-12 0 32,-2 0-8,1 0-48,1 0 56,-4 0 8,0 0-16,0 0 8,0 0 48,4 0-40,-4 0-56,0 0 40,0 0-32,-2 0 24,2 0 16,-2 0-16,-3 0-88,-10 0 72,9 1 0,-10 1 16,9-1 16,-1 0 32,-10 1-64,-3 0 8,-1 0 0,-1-1 16,-2 1 8,20-2-16,-26 2-16,-2 0 40,-4 0-24,-2 0 24,-1-1 16,30 0-24,-24 0-56,-9 1-32,-1-2 40,2 2 24,-4 0 16,20-1 8,10 0 32,-30 1-24,0-2-16,2 1 24,-4 1-24,2 0 8,46-2-32,-48 4 32,0-2-64,1-1 32,1 1 72,3 0-72,28-1 32,-12 2-8,-14 0-56,3 1-8,-1 2-8,4-3-40,10 1 120,17-2-88,-27 3-104,4 1-8,-2-1-16,2 1-80,1 1-33,26-6 329,-21 4-384,-1 2-16,-2-1 16,5-1-24,2 2-48,9-4 456,2 0-536,-10 3-96,2-1-80,1-3-113,1 2-79,9-1 904,6-3-1048,-17 4-128,12 0-88,-10 1-145,10 1 9,-1-1 232,5-3 1168,-3 2-4481,5-4 4481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39.34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94 107 4817,'0'2'1240,"0"-2"-1240,0 5 1136,4 3-384,0-3-296,1 3-240,-1-3-112,1 1-64,-1-3-64,0-1 56,-1 2 0,1-2 64,-4 1-96,0-3 208,4 4 24,-4 0 65,3-1 39,1 1-32,-4-2-48,0-2-256,0 2 224,4 0-80,-4-1-16,0-1-24,3 2-24,-3-1-80,0 0 112,0-1-48,4 2 24,0-2 0,-4 2-8,3-2-80,-3 0 144,0 2-16,0-2-16,4 1 48,-4-1 24,4 0-8,-3 1-176,1 0 208,-2-1-80,4 0 32,0 0-8,-4 0 8,3 0-160,-3 0 200,4 0-32,0-3 8,-1 3-15,1 0-17,2 0-24,-6 0-120,3 0 128,3 0-8,-2 0 8,1-4-8,1 4-16,-4-2-104,1 0 112,3 2-32,8 0 48,-14 0-40,6 0-16,9 0-72,-14 0 88,3 0-16,2 0 88,-1 0-40,1 0 16,10 0-32,-12 0-48,11 0 24,-12 0-8,14 2 40,-14-2-8,7 1-104,-5 0 104,1-1 16,-1 0 8,12 2-8,-14-2-8,14 2-40,-16-2-72,2 1 56,11 1-24,-8 0 88,9 0-24,-10-2 8,2 1-104,3 0 152,-7 1-56,14-1 80,-13 3-72,10-2 8,-11 1-112,-2-2 64,14 0-32,-12 3 40,12-2 16,-11 2-8,10-1-16,-10-1 0,11 2-104,-12-2 88,3 0-24,11-2-7,-15 1-17,-1-1 72,5 2-56,8 0 0,-10-2 24,11 0 0,-12 2-40,-2-2 16,13 2-8,-10 0-24,1-2 16,10 0 0,-11 1 0,-2-1 0,1 0 24,14 0-80,-13 0 96,1 0-24,10 0-16,-12 0 64,12 0-88,-11 0 56,11 0-8,-12 0-32,12 0 0,-14 0 8,2 0 8,2 0-56,12 0 96,-14 0-8,12 0-48,-12-1 8,0-1 56,2 2-56,12-4 24,-14 4-32,14-4 16,-12 4-8,-5 0 16,17-3-48,-13 3 40,12 0 0,-12-4-16,11 4 40,-10-4-24,10 4-40,-11-3 16,12 3 24,-12 0 16,12-4 48,-12 4 8,13 0-48,-14-4 8,12 4-16,-10 0-24,-5 0 32,15-3-16,-11 3 0,11 0 32,-10 0-8,10 0 24,-13 0-64,1 0 64,14-4-32,-14 4 56,12 0-48,-11 0 0,8-3-40,-9 2 48,0 1-64,12 0 64,-11-3 0,12 3-56,-12 0-16,-1-1 24,9-2-24,-9 3-24,12 0 72,-10 0 24,10 0-24,-13-2-24,0 0 64,13 2-40,-12 0-16,12 0 8,-11 0-16,10 0 0,-14 0-8,6-3 24,9 3-16,-10 0 8,12 0 16,-12 0-16,1 0-8,3 0 16,-5 0-48,14 0 0,-13 0-8,12 0 56,-13 0-16,-2 0 24,14 1-8,-10 1 24,12 0 8,-12 0-8,10 0-32,-13-2-8,0 0 8,19 0-72,-17 2 72,15-1 32,-14 1-32,4-1-8,-2 0 88,-2-1-56,12 0-64,-12 0 72,14 2-24,-15 0-16,-5-2 8,17 2 40,-11-1-96,14-1 64,-15 0-8,14 0 0,-18 0-8,3 0 64,13 0-96,-14 0 72,14 0-24,-12 0-8,6 0-8,-5 0 40,0 0-72,10 0 64,-10 0-24,10 0 16,-12 0-16,-4 0-8,16 0-32,-10 0-16,10 2 48,-10-2 16,11 2-8,-15-2-8,1 0 48,12 0-64,-10 0 56,12 0-32,-12 0 48,8 0-56,-11 0 24,4 2-64,12 0 72,-13-2-80,12 2 24,-12-2 8,-1 0 16,9 1-48,-7 1-24,12-2 48,-13 0 40,14 0-16,-16 1 0,-1 0 56,17-1 0,-14 2-104,16-2 56,-16 0-16,15 0 8,-14 0 8,12 0-16,-12 0 40,12 0-48,-12 0 56,1 0-40,6 0 24,-8 0-80,14 0 72,-14 0 16,14-4-8,-15 4-24,-3 0 56,16 0-32,-12 0-16,12 0-16,-12-3-16,10 3-16,-13 0 40,0 0-48,14 0 0,-10-4 96,10 4-32,-10-4 16,-3 4-32,-1 0 16,15 0-72,-13-3 40,10 3 8,-10-4 40,10 4-32,-12 0 48,4-4-40,0 1 0,10 3 8,-12-4-16,10 4-24,-10 0 24,-4 0 16,6-4-64,10 1 48,-12 3 32,1-4-32,6 4 0,-5 0 88,-2 0-88,1-4 56,12 4-40,-14-3-56,3 3 32,-6 0 8,15 0-48,-12 0 16,3 0 40,10-4-16,-12 4 8,3 0 0,1 0 16,-5 0-48,3-4 40,9 4-32,-12-4 16,2 4 8,-4 0 48,4 0-56,1-3 8,-1 3-8,10 0 0,-11 0-32,-4 0 40,14 0-8,-8 0-8,-1-4-8,10 4 88,-11 0-56,-1 0-8,-1 0 48,4-4-40,9 4 8,-12 0-16,3 0-56,-1-3 56,-5 3 40,6 0-48,9 0-16,-12-4 96,1 4-88,1-4 16,1 4 40,-1-3-128,1-1 112,-1 4-24,1 0 24,5-3-24,-7 2 56,-4 1-88,3-3 32,1 3-64,0-4 56,-1 4 8,3-4-16,-1 1-24,-1 3 40,0-4 0,-1 4 0,-1-2 0,0 0 64,2 2-80,0 0 24,-1 0-8,1-3-8,-1 3 8,-2 0 16,4-4-48,1 0 24,-3 4 24,1-3-16,0-1 0,-3 4 0,1 0 32,2-4-112,0 4 24,1-3 72,-1 3-24,-2-3 8,0 2 40,1 1 8,1-4-40,0 1-16,1 3 32,-1-4-24,-4 4 0,3-4-24,1 4-48,0-4 48,-1 4 24,1 0 16,0-3 72,0 3-104,-1 0 16,1-4-16,0 0-48,-1 1 64,-3 3 16,6 0 0,-3-4-24,1 4 24,0-4-40,-1 4-8,-2 0 32,2-3 0,3 3-40,-3-4 56,1 0-16,0 4 24,-2-2-24,-1 1 56,3 1-40,2-4 8,-3 4-32,3-4-8,-1 4 16,-5 0-32,4 0 24,1-3-8,-1 3 32,0-4-8,-1 4 0,-1 0-8,0 0 32,4 0-96,-3 0 88,1-4-32,0 4-16,-2 0 24,-1 0 56,5 0-48,-1 0-8,-1-3 0,2 3-16,-3 0 40,-2 0-24,2 0-8,1 0-24,-1 0 16,3 0-24,-2-4 80,-3 4-40,1 0 40,2 0-24,0 0 0,-1 0-56,1 0 48,-4 0-8,0 0-16,4 0-24,-1 0 0,-3 0 32,4 0 16,-4-4 0,1 4-8,2 0 8,-3 0-96,0 0 40,3 0 16,-3 0 24,3 0 8,-2 0 16,-1 0-40,0 0-8,0 0 8,0 0-32,0 0 56,0 0-40,0 0-16,0 2 72,0-2 8,0 1-24,0 0 32,0 1-88,0-2 72,0 2-80,-2 0 32,1 1 32,0-3 16,-1 4-64,1 0 80,-1-1-16,0 3 16,2-3 24,0-2-56,-2 2 32,2 1-56,0-1-8,-2 3-8,2-1 24,-1 0 16,0-2 48,0 4-16,-1-1-16,0-1-24,0 1-8,0-1 16,2-5-32,0 8 40,0-3 8,-2 2 0,2 1 0,0-1-16,0-1 0,-1 3 0,-1-7-48,0 3 56,0 1-16,2-1 8,-1 6 0,0-7 48,-1 2-8,2 1-32,-1 0-8,-1 8 0,2-10-48,0-4 48,-2 4-24,0 12-16,0-12 32,0 1 16,0 8 0,2-12-8,-1 0 24,-1 13-8,0-12-48,0 5 40,0 6 24,1-11-32,0-2-8,0 14 64,-1-12-40,0 3-16,0 9 0,0-12 0,2-1 0,-2 4 0,1 1-40,1 0 56,-2 1-16,0-1 8,1 2-8,0-3 24,-1-1-8,2 1 8,-2 1-24,1 8 16,1-11 0,-2 3-24,0 8-8,0-12 16,2 5-32,-2-1 24,1-1 8,0 3 32,0-6-48,1 3 72,-2 1-64,0 1 8,0-2 0,2-5 16,-2 16-64,2-16 136,-2 7-88,2 7 8,-2-12-16,2-1 8,-1 4-88,-1 8 40,0-10 24,0 3 40,2 1-8,-1 0-8,0-2 56,-1 0-16,1 1-8,-1 8-8,0-11-40,0 1-16,0 2-8,0 8 32,1-11 40,-1 3 8,0 1 0,2-1-48,-2 0-80,2 1 112,-2-1-56,0 10 16,2-15 16,0-1 56,-1 14-96,1-10 72,-2 1-16,0-1 8,2 10-40,0-13 16,-2 0-32,2 3 8,-2 3 0,0-1 16,2 0 16,-1-3-8,1 0 48,-2 3-32,0 8 24,0-11-40,0 1-24,1 0 24,0-4 0,1 4-32,-2 1 40,1 1-16,-1-2-24,0 3 80,1-6-48,0 3-24,-1 1-8,0 1 24,1 0-16,-1-1 40,1-1-16,0-3 32,-1 6 8,0-3-32,0 1 8,1 1-16,-1-1-8,2-6 8,-2 7 0,2 0-64,0-1 88,0 1 0,0-1-48,0-4 24,0 1 48,0 5-80,0-1-8,0 0 24,0-1 8,0 6 8,0-10 8,0 0 8,0 4 16,0 1-40,0-1 16,0-1 0,0-3-8,0 4-24,0-1-16,0 1 8,0 1 80,0 0-56,0-3 8,0-2 64,0 5-16,0-1-32,0-1 8,0 1-32,3 1 8,-2-7-8,-1 7-40,0-1 16,0-1 56,3-1-24,-3 0 0,0-3 0,0 2 40,0 0-112,0 1 96,4 0-8,-4-1-24,0 0 8,0-2 64,0 3-64,4-3 48,-4 3-16,3 0 0,-3-1-40,0-2 8,0 4-48,0-1 16,0-1-16,4 1 48,0 0 24,-4 1-32,0 1 48,3-3-40,-3 3 0,0-2-8,0-1 8,0-3 8,4 6 8,-4-3 24,0 3-48,0-1-24,0 1 0,0-5 32,4 4-64,-4 0 32,0 1 16,0-1 16,0 1 32,0-3-32,0-1 64,0 4-80,0-1 88,0 1-104,0-1 16,0 1 48,0-6-32,0 5-72,0 1 32,0-1 0,0 1 24,0-1 32,0-2-16,0 0 56,0 2-40,0 1 128,0-1-136,0 1-64,0-2 56,0-3 8,0 3-152,0 2 200,0-1 8,0 1-48,0-1 0,0-1-80,0 1-24,0-3 64,0 2 0,0-2 32,0-1-8,0-1 72,0 2-32,0 0 72,0 0-104,0 0 0,0 0-8,0-2-8,0 3-104,0-1 80,0 0 40,0-2 8,0 0 0,0 1-16,0 0 8,0-1-64,-2 2 88,0-2-40,0 0-8,1 0 16,0 0 40,-1 0-88,1 0 80,-3 0 8,2 0-56,-2 0 24,4 0-8,-3 0-16,-1 0-48,0 0 40,1 0 24,-1 0-32,1 0 32,1 0 48,-2 2 0,-2-2-40,1 1 0,1-1 8,-1 0-16,5 0-8,-6 2 16,1 0 8,-1 0-24,1 0-8,-1 0-40,5-2 56,-3 0-16,-2 0-48,1 1 64,-3 1 24,3 0-32,0-1 8,2 0 48,-2-1-48,-3 0 32,1 2-48,2-2-16,-3 2 0,8-2 32,-15 1-48,12 1-8,-5 0 80,1-2 0,-8 0-32,13 0 8,-1 0 32,-12 0-48,10 0 112,-1 0-88,-9 2 24,11-2-32,3 0 16,-14 0-120,10 0 168,-12 0-120,10 0 24,-12 0 64,18 0-32,-5 0-112,-12 0 64,12 0 48,-12 0-32,12 0 56,-10 0 48,1 0-72,8 0 112,-14 0-152,14 0 40,-12 0 0,18 0-32,-7 0-104,-12 0 176,13 0-48,-12 0 24,3 0-16,11 0 0,-5 0-40,-5 0-24,-1 0 24,1 0 24,1 0 48,2 0-32,7 0 64,-10-4-16,-1 4 40,-1 0-88,1 0 16,-1-3 24,15 2-40,-13-2-40,-1-1-8,-2 1 48,1 3-32,0-4 32,8 2 0,0 0 56,-7 2-56,-1-3 112,0-1-96,1 4 24,-3-4-8,1 4-120,0 0 80,-1-3-24,-1 3 16,2-4 8,13 3 8,-9-2 16,0 3-48,-5 0 72,3-4-32,-3 1-16,9 3 8,4 0 32,-11-4-72,1 0 152,-1 1-88,1 3-16,-1 0 16,16 0-24,-16 0-104,2 0 24,-2-4 80,1 4-24,-1-4-16,10 4 40,-2 0 56,-8-3-88,2-1 104,-1 4-48,1 0-16,3 0-8,9 0 32,-13 0-144,1 0 232,0-4-152,-1 4 8,1 0 96,13 0-72,-12 0-104,-1 0 120,0-3 0,-1 3-56,1 0 32,11 0 8,1 0 32,-18-4 0,7 4 24,6 0-56,-10 0 16,11 0-16,7 0 8,-19 0 0,4 0 40,8 0-56,-11 0 8,10 0-24,2 0 24,-6 0-16,5 0-16,-10 0-40,2 0 64,8 0 72,-7 0-64,10 0 72,-4 0 16,-10 0-8,12 0-88,-12 0 0,11 0 24,6 0-16,-15 0-32,9 0-64,-12 0 104,14 0 0,-12 0-48,15 0 40,-1 0 80,-16 0-48,12 0-40,-10 0 32,10 0-8,-7 0-16,12 0-8,-4 0 48,-12 0 0,12 0-56,-10 0 8,8 0 16,4 1-8,-6 0-16,4 1 0,-11 0 0,12-1 24,-12 1 8,14-2-16,1 0 40,-15 2-8,10-2 32,-10 2-64,12 0 8,-10 0-8,8-1-72,-10 1 24,10 0 40,-11 0 48,12 0-32,-1-1-8,-3 0 40,5 0-48,-10 1 24,10 2-8,-12-2-16,13-1 8,3 0 16,-14 0-48,9-1 48,-1 0 16,-9 0-8,10 2-8,5-1-16,-13 0 0,9 1-40,-3 0 8,-6-2 40,8 0 8,-2 0-16,2 0 64,0 0 0,-9 0 72,10 0-144,-10 0 32,10 0-24,5 0-32,-15 0-72,9 0 152,-8 0-40,8 0 32,-1 0-40,2 0 0,-5 0 8,4 0-56,-8 0 88,8 0-8,-1 0-16,2 0-16,3 0 96,-13 0-104,9 0 48,-1 0-32,-8 0-32,12 0 40,2 0-16,-6 0-16,-7 0-64,8 0 64,-1 0 0,-8 0 0,13 0 16,0 0 80,-3 0-80,-10 0 160,13 0-144,-3 0-40,-8 0 24,11 0 32,-2 0-176,-1 0 192,-1 0-32,-8 0-56,12 0 8,0 0 32,-4 0-80,-1 0 16,0 0 128,-1 0-40,1 0 24,2 0-48,3 0 48,-4-4-80,1 4 120,-3 0-120,1 0 8,1-4-16,6 4 40,-5 0-136,-1 0 80,1-3 104,-1 3-8,1-4-56,2 4 16,0 0-16,0-4-160,-3 4 96,1-3-56,1 3-16,-1-3 152,4 2-120,-2-3-112,1 1 184,-2-1-128,0 0 16,1 1-48,-3-1-128,3 4 24,-1-4-1,-2 1 17,3-1-32,-3 0 0,1-1-8,-3-1 16,1 1-80,0-1-16,-8 1 416,15 5-472,-4-15-128,-10 11 40,8-1 0,-9-1 79,10 1 17,-1 3 464,-5-2-640,4-1-288,-10-10-312,10 11-257,-11-12-79,12 12 1576,4 2-1472,-16-14 191,12 10 393,-12-8-296,12 10-1208,6 4 2392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1T07:55:55.39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30,'0'0,"0"0,0 0,50-30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6.13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288 310 5593,'0'0'1200,"0"0"-72,0 0-280,0 0-239,0 0-145,0 0-64,0 0-32,0 0 0,0 0-8,0 0 32,-2 0 0,1 0-392,0 0 384,-1 0-48,0 0-88,0 0 24,1 0-8,0 0-264,0 0 264,-1 0 33,-2 0 23,1 1-64,-1 1 8,-2 0-264,6-2 280,-3 4-120,-3-1 96,1 1 32,-1 0-16,1 1 16,3-2-288,-2 2 232,-1 0-48,-3 10 24,3-10 8,-10 3 8,12 5-224,2-10 224,-4 3-56,-10 9 24,10-10-96,-1 12 32,-1-3-48,6-11-80,-4 11 40,-9 1 0,10 1 16,-3-1 1,-8 1-33,13-7-24,0-1 80,-5 8-80,-1-1 80,3 2-64,-2-3-8,0 0-8,6-13 8,-6 16-80,-1-3 168,3 1-80,-1 0 32,1-10-64,3 1 16,-2 9-104,-1-10-32,-1 10 23,5-10-39,-3 10-48,2-9 0,0-1-144,-2 2 16,3 1-144,-1-3-56,2 1-128,0-6 656,0 5-792,0-1-56,0-2-105,0 0-103,0 0-176,0-2 1232,0 1-1368,0-1-113,3 0 9,1 0 232,0 0 335,0 0 905,-3 0-4168,-1 0 4168</inkml:trace>
  <inkml:trace contextRef="#ctx0" brushRef="#br0" timeOffset="614">643 69 4817,'0'0'656,"0"0"-656,0 0 736,-2 0-192,2 0-136,0 0-160,0 2-96,0-2-16,0 0-40,-2 0 40,0 0 48,0 0 40,0 0 16,2 0-240,-1 0 224,-1-4-24,0 4 8,-2 0 17,2 0-9,1-2-216,0 0 232,-2 2-32,-1-4 8,0 1 8,1 3 0,-1 0-216,4 0 232,-5 0-24,1 0 48,-2 0-32,3 0 40,-3 0-24,5 0-240,-1 0 200,-4 0-16,0 0 8,1 0-24,-1 2-48,4-1-120,1-1 176,-3 2-80,0 2 24,-1 0 8,1-1-72,1 1 40,2-4-96,-2 4 80,-1 1-40,1 1 64,1-1-56,-2 1-16,2-4-32,0 1 48,-1 5-31,-1-1-1,2 0 8,0 1 8,1 3-32,0-8 48,-2 5-24,1 8 24,0-8 8,0 6-56,2-8 56,0-2-56,0 10 16,0-8-40,0 10 40,0-10 0,0 10 16,0-12-32,0-2 48,4 13-8,1-10 32,1 3-112,0 6 40,-1-10 0,-5-4 16,6 5-64,8 3 80,-14-3-16,6 3 0,10-3 0,-14-4-16,2 2 16,11-1-32,-10 1 24,10-1-16,-12 0-16,9-2 24,-9 0 8,1 0-32,11 0 8,-12 0 16,3-4-8,-1 1 16,-4 2-8,4-2 0,0-1-32,1-1 40,-1-10-56,1 11 32,-4 2 16,0-1 8,1-12-48,1 10 24,0-10-8,-1 9-16,-3-10 40,0 14 0,4-3-32,0-14 56,-4 14-16,0-17-24,0 16 24,0-12-72,0 3 16,0 0-24,0 1 40,0-1 32,0 11 0,0 2 24,-2-18 32,-2 15-104,0-12-81,1 12-55,-3-12 184,6 17-240,-3-4-40,-3-1-64,0-10-32,1 11-48,-1 1-8,4 1 432,-1 0-416,-3-2-48,1 1 0,-1-1-48,3 0-1,0 4 513,2 0-504,-5 0-16,3-3 40,-1 3-8,0 0 40,1 0-8,2 0 456,-2 0-464,-1 0-16,1 0 8,1 1 79,0 1 97,1-1 296,0 0-176,1 3 80,0 0 32,0-1-3624,0-3 3688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7.339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0 361 5065,'4'2'1008,"0"4"8,1-1-224,-2-1-792,0 0 536,2 3-208,1-2-72,-1 3-48,1-3 1,-1 0-209,-5-4 272,4 4 16,0 1 16,1-1 32,-1 1-32,0-1 0,-3-3-304,1 2 272,2 3-56,2-3-32,-3 1-24,3 1-72,-4-2-88,-1-3 80,3 5 0,0 0-48,-1-3 48,1 1-8,-4 0-24,1-4-48,2 3 56,-3-1-32,3 0 48,-3 2 32,0-3 24,2 1-128,0 0 128,-2 0 0,0-2-16,4 2-48,-4-2 8,0 0-72,0 0 32,0 0 0,0 0 16,0 0-40,0 0 8,0 0-152,0-4 312,0 0-200,0 1 80,0-3-8,0 1-40,0-7-8,0 7 72,0 1-24,0-1 8,0-13 32,0 14-56,0-2-8,0 6-24,0-14 33,0 10-25,0-13 48,0 12 16,0-12-24,0 12 32,0-10-16,0 10-16,0-16 48,3 16 0,1-9-96,-4 11 96,4 0-8,-4-14-32,4 12 0,-1-12 8,3 12 16,-6 2-80,3-9 64,3 8-40,-1-11 0,-1 12 24,2-12-8,-3 13-40,-1 0 72,4-3-24,10-10 24,-12 15-32,1-5-16,1-1-24,-6 6 40,15-5-32,-12-1 0,3 1 40,9-1-56,-12 1 24,3 2-16,5 0 16,-8-1-80,14-1 32,-11 1-32,12 0 0,-14 4 64,-3 0-80,18 0-80,-16-3-24,14 3-56,-13 0-16,12-4-64,-15 4 320,4 0-393,9 0-111,-10 0-56,11-4-24,-11 4-96,-2 0 680,1 0-712,14 0-112,-17 0-97,5 0-71,1 0-8,-3 0 1000,-3 0-976,6 0 168,-2 2 239,-1 0-3599,-3-2 4168</inkml:trace>
  <inkml:trace contextRef="#ctx0" brushRef="#br0" timeOffset="432">1028 1 6633,'0'2'1008,"0"0"-288,0-1-256,4 1-144,-4-1-320,0 0 273,0 1-25,0 0 16,0-2 24,0 2 40,0-2-328,0 0 336,0 1 24,0-1-40,0 0 24,-2 0-40,0 0-8,0 0-296,-1 0 288,-1 0-104,0 0 24,1 0-16,-3 0 8,2 0-200,3 0 224,-5 0-8,1 0-15,-3 0-25,-6 0 16,8 0-8,-9 0-8,10 0-48,-2 0 32,-1 0-24,1 0-8,-2 0-128,1 0 168,3 0-40,-12 0-24,12 0-40,-12-3-8,12 3-16,-12 0-16,12 0 0,-10 0 24,9 2-40,-10-1 8,14 0-16,-2 2 32,-10-1-64,8 2 16,-9-1 32,10-1-40,0 2 24,3-2-80,-13 3-88,9 3-144,-1-3-192,-10 1-168,12 1 672,5-7-849,-8 5-167,1 3-176,-8-1-144,12 1-145,-5-1-111,2-4 1592,-2 1-1272,4 13-3385,4-17 4657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1:4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808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1301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1724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218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3723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4373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494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5361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5917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3815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4895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5995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6868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8132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8692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9168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9600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1408">61 1494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936">87 105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4758">115 126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1446">24 1375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18.055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2362 0 13450,'0'2'2585,"0"4"-1065,5-3-680,-1 3-503,2-1-281,-2 0-56,-3-4-121,3 4-271,-1-3 32,-3 0-48,0 0 88,0 0 128,0-2 192,-1 0-160,-1 0 24,-4 0 40,1 0 48,-3 0-16,0 0 64,2 0 40,0 0-16,-9 0 48,10-4-64,-13 4-24,11-3 16,6 2-8,-21 1-64,7-3 144,1 3-104,-3-4 0,1 0 0,10 4 32,-5 0-120,-5-3 72,-1 3 40,0-4-8,1 0 0,4 2 16,7 1 24,-15-3-48,0 0-64,-2 4 96,0 0-32,0 0 48,20 0-24,-20 0 48,-2 0-120,0 0 64,-2 0-24,-1 2 24,1 4 64,-2 8-48,1-8 168,-1 10-96,1-10 16,3 10-96,20-14 144,-24 4-168,1 12 200,-1-1-72,1-1-40,-3 5 8,24-17-72,-15 12 8,-7 6 0,-1 2 56,-1-2 24,1 2 0,11-9-88,6-5 192,-19 16-32,2 2-40,-1-1 48,-1 3-24,0 1 40,30-30-184,-28 31 216,0 1-80,-1 0 9,1 2-33,0 0-24,18-21-88,-6 7 120,-9 16-72,1 2-16,1-3 32,0 3 16,5-10-80,14-21 104,-17 27 64,0 7-24,0-3 8,1 1 0,1 0-48,17-32-104,-14 25 128,-3 13-64,0 0 56,-1 0 16,3-2-24,7-20-112,4-6 184,-10 26-72,0 4 144,1-4-120,1 1-24,1-2-112,13-41 64,-13 43-168,6-1 96,-10-2 24,11 0 32,-12-1 16,17-29-64,-1 13 40,-5 11-56,-6-3 56,10 1 0,-3-1 32,1-11-72,4-13 80,-5 18-56,1 3 40,1-4-128,-1-1-8,3-3 0,2-19 72,-2 17-184,-1 0 8,1-2-16,1 1-32,0-5-16,1-6 240,0 1-264,-1 5-48,0 1-56,1-9-56,-1 10-16,0-13 440,2-2-529,-2 4-87,0 3-72,0-3-128,1 1-104,-1-1-112,1-3 1032,0 2-1169,-1 1-111,2-1-48,-2 0-17,0 1 113,0-1 1232,1-2-904,-1 5-3465,2-7 4369</inkml:trace>
  <inkml:trace contextRef="#ctx0" brushRef="#br0" timeOffset="358">815 2280 14139,'-1'6'3400,"-1"-1"-1311,0 12-1161,0-11-472,0 8-456,0 1-168,-3-10-152,1 12-72,0-13 392,3-2-304,-14 3 16,9 10 200,-10-10 8,1 12 48,0-12 16,14-4 16,-12 6-56,-6 7 0,3-10 40,-4 3-8,1-1 16,10-3 8,0-1 32,-8 4-56,1 0 24,-1-5 0,2 1-8,2-2 8,10 0-16,-12 0 0,-1 0-32,-1-5 40,2-1-8,1-9 24,10 14-8,-7-3 16,-4-13-40,1 12 40,-1-15 8,-2 14 32,8-7-56,4 4 96,-10-9-48,0 1 48,8-3-96,-12 0-24,14 1 8,5 19 16,-20-22-72,12 0 0,-8-2 0,10-1-128,-10-1-113,14 16 313,-2-6-360,-3-12-120,-12-1-16,14 3-40,-12-1-24,12 7 560,3 14-600,-16-22-112,10 1-56,-10-4-113,3-1-71,-1 5-72,13 22 1024,-13-23-1128,-4 0-73,-2 0 81,0 1 280,0 1-3497,22 26 4337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4:50.70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2275 0 6185,'0'0'1112,"0"0"-24,0 0-328,0 1-760,0 0 481,0 1-209,0 0-96,0-1-64,0 1 24,0-2 56,0 0-192,0 2 200,0-2-24,0 2 16,0-2-64,-2 0-32,1 0-96,1 0 88,-4 2-64,-2 0 0,5-2-24,-3 1 24,1 1-24,2-2 24,-3 0-16,1 0-8,-3 0 24,3 0-24,-1 0 0,3 0 0,-2 0 8,1 0-48,-1 0 24,-1 0 0,2 0 16,0 0 0,1 0-16,-3 0-32,2 0-48,-2-3-72,2 3-40,1 0-104,1 0 312,-4 0-424,0 0-144,1 0-137,1 0-103,0 1-64,1-1 872,0 0-888,-1 2 136,0 0 208,1 0 200,-1 0-3521,2-2 3865</inkml:trace>
  <inkml:trace contextRef="#ctx0" brushRef="#br0" timeOffset="1035">1889 4 7001,'0'2'1224,"0"2"-1224,0-3 888,0 5-495,-2-3-257,0 1-72,1-2-80,-1 0 0,0 0 8,-4-1-24,3 1 48,-1 0-24,0-2 16,2 0-8,1 0 24,-5 0-16,1 0-8,-1 0 0,1 0-48,0 2 48,4-2-104,-6 0-40,1 0-73,1 0-39,-1 0-24,1 0-56,3 0 336,-2 0-376,0 0-120,1 0-72,-3 0-64,3 0-24,0 0 656,2 0-512,-3 0 127,2 0 145,1 0-3576,1 0 3816</inkml:trace>
  <inkml:trace contextRef="#ctx0" brushRef="#br0" timeOffset="1036">1242 98 6697,'0'1'1320,"-2"1"-240,-2 0-503,1 0-321,-1 0-152,0 0-64,-1-1-32,1 1 24,-1 0 8,-1 0 16,3-2-56,1 0 64,-4 0-8,0 0-56,1 2 8,-1-2 8,1 0-16,5 0 0,-7 0 40,1 0-80,1 0-8,-1 0-24,1 0-72,2 0 144,-2 0-136,0 0-96,-1 0-40,1 0-97,-1 0-111,2 0 480,3 0-584,-5 0-144,1 0-64,-1 0 8,0 2 136,1-1 199,4 0 449,-4 0-280,2 1-3624,3-2 3904</inkml:trace>
  <inkml:trace contextRef="#ctx0" brushRef="#br0" timeOffset="1037">677 162 6649,'0'0'1352,"-2"0"-288,1 0-423,-1 2-289,0 0-168,2-2-184,-2 1 72,0-1-40,0 0 8,1 0-8,-3 0 32,2 0-64,0 0 96,-1 0-32,-1 0 16,0 0-56,0 0-16,-1 0-8,5 0 16,-6 0-104,1-3 0,-1 3-56,1 0-80,-1 0-16,3-4-56,-1 4-129,0-4-55,-1 4-112,1 0-96,0 0 688,3 0-720,-5 0-32,1 0 32,-1 0 136,2 0 191,1 0 145,2 0 248,-2 0-3816,3 0 3816</inkml:trace>
  <inkml:trace contextRef="#ctx0" brushRef="#br0" timeOffset="1038">105 188 8305,'-1'1'1825,"-1"1"-689,-4 0-512,6-2-624,-3 2 288,-1 2-184,0-2-16,-1-1-56,1 1-24,0 0 24,-1 0-16,-1-2 8,1 2-32,-1 0-8,1-1 16,5-1-112,-6 0-144,1 0-136,1 2-240,-2-2-224,1 0-225,4 0 1081,-4 0-1272,2 0-64,-1 0 176,0 2 327,3 0-3383,1-2 4216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19.803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338 1 5625,'0'3'1344,"0"3"40,0-1-287,0 1-281,0-1-264,4 3-112,0-1-96,-4-1-40,0-1 16,0 3-8,0-3 16,0-4-328,4 15 320,-4-11-56,0 3 0,0 6-16,0-6-23,0-1-225,0 2 224,0-2-56,0 16-32,0-16 56,0 13-24,0-5-168,0-11 192,-2 10 8,0 6-8,0 1 32,0-3-16,0 2 8,2-16-216,-2 13 192,1 5-56,-1 0 64,2 0 16,0 2-24,0-10-192,0-4 256,0 15-64,0 5-32,0-1 24,0 1-64,0-2-120,0-27 152,0 30-40,0 2-24,0 0 40,3 1-64,-3-3 41,4 0-33,-4 0-64,4 1 72,0 1-24,-1-4-8,0-6-48,-2-15 120,-1 22-80,4-1-16,-1-1 0,-3-1-24,0 1 8,0-24-8,4 16 32,-4 4-56,0-2 32,4 0 16,-4 0-24,0-12 0,0 0 32,0 9-64,0-3-88,0 1-24,0-3-128,0 0 272,0-13-377,0 14-15,0-8-152,0 12-16,-2-12-72,2 8-88,-2-10-56,0 2-113,0 1-87,0-1-24,1-1-80,-1-3 1080,2-1-1152,-2 4-25,0-4-55,0 3 96,2-1 208,0-2 279,0-2 649,0 1-2344,0-1 2344</inkml:trace>
  <inkml:trace contextRef="#ctx0" brushRef="#br0" timeOffset="552">688 1036 6777,'0'0'1464,"0"0"-295,0 0-473,0 0-696,0 0 440,0 2-216,0 0-96,0 3 0,0-1-16,0 1-112,0-5 144,-2 6 24,0-1 32,0 1 40,-1-1 16,-3 3-8,4-4-248,-1 7 216,-3-6-80,1 2 24,-3 10-16,3-12-8,-3 10 40,1-9-16,-8 12-8,10-12 24,-1 10 25,-8-9-33,12-6-168,0 13 224,-4-6-80,-1 8 8,-8-10 8,10 10 0,1-13-160,0 0 192,-10 4-8,8 8-40,-9-10 0,10 12 16,-9-12-160,13-5 152,-4 6 32,-3-1-80,-8 3 8,10-3-8,-8 1-48,12-4-56,-2 3 120,-12 1-80,10-1-24,-9-1 64,10-2-16,-8 0-64,7-1 80,1 1 24,-12 0-56,12 0-32,-12-2 16,3 0-56,6 0 16,-12 0-24,13-4 24,-10 0 32,12-1-16,-4-1-8,-1-3 72,3 6-80,-12-12-8,12 11 32,-11-12-48,12 11 32,4 4 16,-16-15 8,11 1-40,-14 9 0,14-16 40,-11 8-64,16 10 40,-4-9-40,-12-4-160,12 3-184,-10-5-136,10 5-240,-3 4 760,2 3-968,1-9-217,-1 10-223,-1-18-176,3 8-33,-2 0 1617,7 15-1664,-4-19 296,2 0-3297,2 20 4665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2692 193 4937,'0'0'400,"0"0"96,0 0-8,0 0-488,0 0 432,0 0-48,0 0-48,0 0-16,0 0 16,0 0 0,0 0 0,0 0-40,0 0 57,0 0-25,0 0-8,0 0-4097,-2 0 7906,2 0-3833,0-3 16,-2 3 48,1 0-32,-1 0 16,2 0-344,-2 0 336,0 0-56,0 0 32,0 0-40,1 0 32,-1 0-8,-2 0-15,2 0-9,0 0-24,1 0-8,-1 0-240,2 0 192,-4 0 8,2 0-32,-3 0 0,1 0-8,0 0-16,3 0-144,-3 0 152,0 0-64,0 0 24,-1 0 0,1 0 16,1 0-128,1 0 152,-2 0-24,-1 0-24,-1 0 16,2 0-24,-1 0 24,5 0-120,-6 0 104,1 0-48,-1 1 48,-1-1-56,0 2 56,4-1-104,-2 0 80,0 1-72,-10-2 72,11 0-40,-3 2 8,1-1-48,5 0 56,-14 2-16,9-1 24,-1 0 8,0 0 8,-10 0 24,16-2-104,-3 2 40,-4-1 0,-6 1 32,8 0 0,0 0 16,-2-1-88,2 0 97,0 1-17,-1-1-40,-10 1 8,12-2-40,-2 2-8,6-2 16,-15 2-40,10-2 8,-12 0 48,13 2-16,-12-2 8,15 0-24,-2 0 72,-14 2-96,13-1 112,-12-1-48,11 2-32,-5-2-8,6 0 88,-1 2-128,-12-2 104,11 2-80,-12 0 8,12 0-8,6-2 16,-15 1-40,11 1 56,-12 0 0,10 0 16,-11 0-8,14-1-24,0 0 56,-12 0-32,10 3 0,-10-2 0,8 0-32,-6 1 8,12-2 24,-4 0 8,-12 3-24,12-2 24,-1 0-16,-10 0 8,16-2-24,-3 1 32,-13-1-40,10 2 48,-8-2-8,10 2-8,-6-2-24,5 0 56,1 2-40,-10-2 8,9 0-8,-8 2 0,8-2-16,6 0 8,-18 0-24,12 2-24,-10-2 48,10 1 8,-1-1 8,-10 0 56,12 0-104,-3 0 8,-8 0 24,9 0 24,-6 0-32,9 0 40,-3 2 0,-8-2-24,8 0-56,-10 2 64,11 0-16,3-2-8,-12 2 8,10 0-8,-12-1-16,12 1 16,-14-2 0,16 1 0,1 0 40,-6 1-24,-8 0 56,12 0-64,-11-2-8,10 0 0,5 0-8,-15 0-56,10 1 48,-10-1 16,9 2 0,-1 0 8,2-1-8,-5 0 16,5 1-56,-10-2 40,10 0 16,-12 0 0,13 0-16,2 0 32,-12 0-48,8 0 16,-8 0-8,8 2 32,-11-2 0,16 0-24,-3 0-32,-3 0 8,-8 0 0,9 0 24,-1 0 0,0 0 0,-1 0 40,3 2-40,-3-2 40,-8 0-24,10 0-8,-6 0-8,10 0 40,-4 1-96,-1-1 16,-8 2 32,10 0 0,-10-2 32,13 0-24,-2 0 40,-12 0-80,10 0 40,-8 2-24,8-2 24,-3 1 0,3 0 24,1-1-24,-10 0 88,10 0-112,-10 0 40,9 0-24,6 0 8,-16 0-56,8 0 24,-10 0 16,11 0 16,-10 0-8,14 0 8,-1 0 48,-13 0-24,12 0 40,-15 0-40,12 0 0,-6 0-24,10 0-16,-2-4-32,-10 4 72,8 0-64,-10 0 56,11 0-16,3 0 0,-9 0-24,8 0 0,-10-4 24,9 4 24,-8 0-24,10 0 0,2 0 72,-13 0-64,10 0-24,-10 0 0,10 0 8,-11 0 8,15 0 8,-4 0 24,-3 0-40,1-3-16,-8 3 32,10 0-48,2 0 40,-2 0 24,-11 0-40,10 0 0,-8 0 24,8 0 24,1 0-32,3 0 32,-15 0-16,13 2-16,-3-1-8,-9-1 24,12 0-24,2 0 8,-11 0 32,8 0-88,-3 0 56,-8 2 0,12-2-16,1 1 16,0 0 40,-11-1-48,10 0 96,-3 0-96,-1 0 32,1 0 16,0 2-120,-1 0 152,-6 0-72,10-1-16,-2 1 16,5-2 0,-5 0-64,-1 0 24,1 0 24,-1 0 8,1 0 40,2 0-32,1 0 24,-12 2-16,12-2 80,-3 0-96,1 2 16,-3-2 16,8 0-24,-5 0-64,-3 0 0,1 0 80,1 0-56,-1 0 0,5 0 40,-1 0 24,-5 0-80,1 0 88,1 0 8,-1 0-32,1 0-8,5 0 48,-5 0-96,-9 0 80,12 0-64,-3 0 32,-1 0 24,6 0-24,-4 0-24,-2 0 48,0 0-32,-8 0-32,11 0 40,0 0 0,1 0 16,-4 0-8,1 0 40,-1-4-48,1 4-8,1-3 8,5 3 0,-6 0-16,1 0-48,-1-4 56,1 4 8,-1 0-48,4-1 48,-1-2 40,-3 3-96,1-3 64,3-1 16,-4 4-32,4 0 8,0 0 80,-1 0-96,-1-4 40,0 4-16,3 0-64,-3-4 64,4 4-8,-4 0-8,2 0-56,-3 0 80,1 0 0,1-3-24,1 3 8,0 0 72,0 0-72,-2 0-24,1 0 24,-1 0 8,-1 0-8,4 0 0,-2 0 8,-3 0 24,3 0-40,-1 0-8,2 0 16,1 0 0,-2 0-40,-2 0-16,1 0 64,-1 0-32,-1 0 8,4 0 16,0 0 24,-3 0-24,3 0 0,-2 0 8,1 0 8,-3-4-8,6 4-8,-3 0 0,-1-4-56,0 4 40,2 0 0,-1 0 0,1-1 16,0-1 48,-2 2-72,1 0 8,-3 0-8,2-4 24,2 4 0,1 0 16,-3 0-32,0 0 112,1-4-136,1 4-8,0 0 40,2 0 8,-2 0-96,-1 0 48,1 0 40,0 0-8,0-3-24,1 3 40,0 0 16,-1 0-24,1 0 48,1 0-24,0-4-48,0 4 32,0 0 24,0 0-64,0-4 16,0 4 72,0 0-56,0 0-16,-1 0 24,0 0 16,1 0-88,0 0 112,0 0-48,-2 0 24,1-2-16,0 1 40,1 1-112,0 0 112,-2 0-72,2 0 24,-2 0 32,2 0-24,-1 0-40,-1 0-32,0 0 64,-2 0-8,2 0 0,1 0 16,0 0 40,0-4-64,-1 4 48,0 0-8,0-4-48,-1 4 32,2 0-16,-2-3-24,1-1 8,0 4 48,0 0-24,0 0-8,2-1 16,-1-2-24,1 0-48,-2 3 56,0-4 0,2 4-8,-1-2 24,0 0 40,1-1-24,0 3-32,0-4 0,0 4 0,0 0 16,0 0-32,0 0-16,4-4 56,-1 4-16,-3-1 8,0-1 56,4-2-104,0 4 96,-1-4-64,1 4 32,-1 0-16,-2 0 48,2 0-80,1-3 104,2-1-120,8 4 32,-10-4 16,-3 4 0,4 0-96,0-3 64,12 3 24,-14-4 8,12 4 48,-12 0-48,0 0 56,11-4-24,-10 4 56,12-4-40,-12 4-8,12-3-40,-15 3 32,4 0-72,10 0 56,-11-4 40,10 4-48,-8 0 40,-1-1-48,6-2 24,-5 3-88,12-3 88,-12-1-24,10 4 8,-12-3-8,-2 2 56,18 1-24,-14 0-16,12 0-16,-12-3 24,12-1-32,-17 4 8,13-4 40,-9 4-96,17-3 56,-7 3 32,0 0 8,-13-2-40,1 0 96,19-2-24,-7 4-16,0 0-104,1 0 48,-2-3 0,-11 3 0,15-4 0,1 0 72,-3 1-40,2-1-24,-1 4-16,-13-1 8,9-2 0,5 0-48,-2-1 56,1 0 24,1 1 16,-7 3-48,-5 0 88,11-4-72,1 0 16,-2 1-32,1-1 16,0 0 16,-3 4-56,1-3-32,0-1 56,1 0-8,3 0 16,-14 3-8,4-1 48,8-2-88,-2 0 72,-1 4-48,3-3 0,-4 0 16,-10 2 80,14 1-96,-2-4 56,1 1-32,1 3 0,-1-4-32,-13 3 24,11 2 24,2-1-64,-1 0 16,2-4 56,-3 4-56,-3-2 24,-3 1 64,8 1-48,1-4-16,1 0 0,-1 4 16,-1 0-16,-16 0 24,17 0 16,1-3-16,-1 3-24,-1-4 8,1 4-24,-12-1 16,7-2 24,4 0-56,2 3 40,-1-4 24,1 4-40,-6-3 8,-7 2 40,11 1-48,1-3-16,1 3 24,-3-4 8,4 4 16,-18 0-24,12 0 16,2 0-24,1 0 16,-1 0 0,2 0 8,-10 0-16,0 0 56,8 0-40,2 0 32,-12 0-32,17 0-24,-9 0 8,-11 0 32,13 0-40,1 0 24,1 2-8,-1 0 0,1-1-40,-13 0 32,7 0 32,3-1-56,1 2-8,0 0 64,-1-2-48,-4 0 16,-5 0 48,10 0-32,0 0 16,1 0-16,-1-4-16,-10 4 24,-4 0-24,20-3-48,-15 3-8,16-4 64,-7 4-40,-10-4 24,3 4 8,4 0 32,-6 0-72,16-3 56,-16 3 0,16 0 8,-11-3-24,-8 2 24,3 1-16,16 0 8,-7 0-32,-1 0 8,3 0 8,-15 0 0,11 0 16,1 0-64,3-4 48,-2 4 8,3 0-40,-9 0 32,-1 0 56,10 0-8,0 0-24,1 0 16,-3 0-16,3 0-24,-18 0 8,18 2-8,-1 0-16,1 0 24,-3 0 0,1-2 0,-12 0-8,6 1 24,6-1-56,-1 2 24,-1-2-8,2 0-16,-13 0 32,-3 0 40,23 2-16,-18-2 0,14 0 8,-15 0 0,12 0-40,-16 0 8,3 0 16,15 0-40,-14 0 8,12 0 48,-12 0-24,2 0-8,1 0 32,-2 0 8,-1 0-48,10 0-24,-12 0 8,3 0 8,11 0 16,-14 0-16,3 0 56,10 0-56,-12 0-8,-3 0 24,4 0 24,9 0-104,-14 0 88,6 0 0,8 0-8,-11 0 0,-2 0 56,3 2-88,1-2 0,1 0 0,-1 0 32,-1 0-16,-4 0 16,4 0-16,-1 0-40,1 0 0,-4 0 40,4 0-8,-3 0 24,1 0 48,-2 0-64,4 0 16,-4 0-8,0 0 8,0 0 32,4 0-8,-4 0-40,0 0-8,0 0 16,0 0 8,0 0-40,3 0 24,-3 0 40,0 0-24,0 0 40,0 0-24,0 0-40,0 0 8,0 0 0,0 0 16,4 0 24,-4 0 0,0 0-32,4 0 0,-4 0 8,0 2 0,3-2-40,-3 0 16,0 2 24,4-2 8,-4 0-8,0 0 32,4 0-24,-4 1-16,4-1 24,-4 0 0,0 0-16,3 0 0,-3 0-32,0 0-24,4 0 80,-4 0-16,0 1-8,0 0 32,0-1-24,4 0-16,-4 0-16,0 2 24,0-2 40,0 2-56,0 0 16,0-2 8,3 0 8,-3 0-48,0 0 32,0 2 0,4-1-24,-4 1 8,0 0 64,0 0-64,0-1 16,0 0 24,0 1-24,0-2 8,0 1 16,0 1-8,0 0 24,0-2-40,0 2-48,0 0 0,0 0 24,0 0 0,4-1 40,-4 0-16,0 0 40,0-1-80,0 0 32,0 2-24,0 0 24,0-1 8,0 0 32,0 1-64,0-1 40,0 1-48,0 0 24,-2 2 0,1-4 16,0 3-24,-1 3-24,-2-2 8,1-3 16,-1 1 0,-1 0 32,1 2-24,0 0 8,-1-1 8,-1-1-16,1 2 16,5-4 0,-4 2 0,0-1-32,-1 1 40,-1 2-8,3-2-8,1-2 8,-2 2 32,-1 1-72,1-1 16,-2 0 0,3 0 48,-1-1-24,2 0 72,-3-1-48,1 1 8,2 1-64,-3 0-8,1 0 16,3-2 24,-4 2-8,-2 0-40,2 1 40,-3-1 16,1 0-40,3-1 32,0 0 32,-10 1-32,10 0 24,-3 1-40,-10-1 24,12 0-8,5-2 16,-19 4-96,12-3 80,-12 1-40,12 0 16,-11 0 16,15-1 8,-9 2-24,-3-2-32,1 1-8,-3 0 72,1 0 8,-3 2 16,1-3 0,-2 1 24,-1 0-40,-1 0 0,-2-2-8,24 0-8,-24 2-96,-1-2-8,-1 2 88,-2-2 8,1 0 72,16 0-64,-6 0 80,-12 0-120,-1 1 32,3 1-32,-3-2 32,6 0 8,17 0 24,-22 0-24,-1 0 72,-1 0-88,2 0 16,-5 0-16,29 0 16,-21 0-104,-7 2 80,0 0-8,0 0 16,-2 0 24,15-1-8,3 0 24,-20 0-40,2 1-8,-1 0 8,3 2 8,1-3 8,29 0 0,-29 2-8,1-1 0,0 0 0,1 0 24,1 0-40,20-2 24,-10 1 16,-6 1-88,-3-2 72,1 0-16,1 0-8,8 0 24,10 0 24,-18 0-40,1 0 48,-1 0-32,2 0 8,-2 0 8,24 0-16,-18 0 0,-4 0-8,0 0 16,2 0-8,2 0-8,10 0 8,-2 0 16,-10-3 0,2 3 64,-2 0-72,1 0-8,4 0 0,14 0 16,-17 0-120,3 0 128,-1 0-16,0 0-56,1 1 24,13 0 24,-9 0-80,-3 1 0,1 0 32,8 0 16,-12 0 40,16-1-8,1-1 24,-16 2-24,12 0 56,1 0-88,-10 0-8,13-2 24,2 0 16,-6 0-112,3 0 80,1 2 16,-2-2-16,2 0 8,2 0 24,-1 0-24,1 0-56,0 0 96,0 0-80,0 0 56,0 0 8,0 0-16,3-4-64,3 4 104,-1-4-96,1 4 48,9-3-8,-15 2 32,3-2-80,12-3 16,-11 3 32,12-1 0,-10-1 8,6 3 24,-2 0 8,4-2-32,3-1 16,0-1-32,1 2 24,-1-1 16,-16 5-56,23-4 24,0 1 40,0-1-24,4 0 32,-1 1-32,-17 1 16,11 0 32,11-4-72,3 3 56,1-1-24,1 0-16,-10 2 24,-13 1 24,26-3-8,2 0-16,1 1 40,-1 3-24,0-4 0,-39 4-16,37 0 48,2 0-96,2-4 88,-2 4 0,2-3-24,-23 1-16,1 0 88,24 2-56,0-6-16,0 6-8,0-3 24,-7 3-32,-32 0 40,37 0-24,0 0 72,2-4-48,-2 0-24,0 1 8,-34 2-24,22-2-16,9 3-24,-3-4 32,-3 4 48,0-3 16,-14 3-56,-9 0 88,20-4-8,-1 0-48,-3 1-16,-1-1 24,-1 0-16,-26 4-24,24 0 32,-2-3-56,-4 3 16,2-4 24,-3 4 32,-10-2-48,3 0 80,4-1-56,1-1 40,-10 4-64,14 0 8,-15-3-8,-3 2 64,14 1-72,-11-3 48,10 3-8,-14 0-16,6 0 8,-5-1-24,2-2-8,0 3-40,-3-4 40,4 4 48,-4 0-16,0 0-24,0 0 80,0 0-88,0 0-8,0 0 32,0-4-8,0 4 8,0 0-8,0 0-24,0 0-24,0 0 64,0 0-24,0 0 8,0 0-32,0 0 16,-2 0-8,-3 2 8,1 0 8,2-2 88,-3 2-80,-3 0 24,-6 0-32,8 1-8,-11-1 8,17-2 0,-5 2-16,-15 2-40,5-1 0,-2-1 40,-1 2 8,9-3 8,-2 0 72,-9 2-40,-4-1-64,0 0 0,-2 2 0,2-3 32,21 0-8,-25 0 32,-3 3-40,-2-2 24,-4 0-24,2-2-24,26 0 40,-21 2 0,-8 0-80,-3 1 64,1 1 40,-3-2-32,16-1 8,10 0 56,-27 0-72,0 1 24,-2 0-8,0 0 0,-2 3 8,48-5-8,-49 4-40,1 0-40,0-1 64,2 1-8,0 0 8,27-3 16,-10 1 72,-15 4-104,2 0 8,-2-1 0,1-1-40,10 0 64,24-3-8,-35 5 8,2 1 88,-1 0-72,3 8-32,-1-11 16,35-3 0,-24 3-80,-7 4 48,0-1 40,4-1-24,2-1 48,13-2-32,5 0 48,-17 2-16,4 1 8,-1-5-72,5 1 32,1 0 0,20-2 0,-20 2-24,1 0 8,0-2 8,3 0-56,1 0 56,11 0 8,-5 0 32,-5 0-104,8 0 88,-11 0-16,12 0 0,-5-3 0,6 2 56,-1 1-32,1 0-8,-3 0-32,3 0 16,-1-4-40,6 4 40,-2 0-48,1 0-16,-1-3 32,2 3 0,0 0 24,0-2 8,0 0 24,0 2-56,5-4 56,1 1-64,8-1-32,-9 1 72,-4 2 0,14 1-72,-10-5 72,15 1 24,-14 1-56,18-1 64,-21 3-32,9-2-8,4 0-56,2-1 56,1 0-24,3-1 32,-10 1 0,-4 2 32,14-2-8,-2 1 24,4-1-16,-2 0 0,2 1-40,-24 3 8,24-6-8,2 1-24,-2-1 24,2 3-8,-2-1 8,-15 2 8,5 0 8,12-2-48,2 1 104,-1-1-88,1 0 48,-6 0-24,-15 3 56,21-3-96,1-1 72,1 1-24,-3 0 0,1 1 8,-24 2-16,20-2 16,3-1-32,-1 1 48,1-1-32,-1 4 8,-13-2-8,-2 0 72,15 2-80,1-3 32,-1 3-24,-2-4 8,-2 4-8,-20 0 16,22 0 40,-2 0-32,-2 0 8,-1 0 24,-5 0-16,-9 0-40,7 0 64,-7 0-56,17 0 0,-16 2 8,9-2 16,-15 0-32,0 0 56,3 0-40,3 0-32,-3 0-8,-3 0 48,0 0-24,0 0 16,-1 0-48,-1 0 8,-4 0 0,1 0 32,-2 0-8,-1 0 56,3 0-56,-14 0 8,4 0-48,1 0-8,-3 0 48,14 0-8,-20 2-40,0-2 40,-5 1 8,0 1 8,-3 0 8,24-1-16,-17 0-24,-7 1-24,-2 0 0,-1 1 8,1 1 64,11-2-24,8 0 56,-21 0-8,-2-1-24,0 3-48,0-2-8,-1 2 32,38-4-24,-37 1-24,0 3 16,-2-2 40,5 0 8,-1 1-8,21-2-8,-7 0 32,-12 1-48,-1 0-8,5 0 16,-2 0 40,7 0-32,17-1 8,-23 1 8,1 0-16,1 0-32,2 2 48,1-3-8,20 0-8,-18 2 8,-3-1-32,2 2 32,0-3-8,2 3-16,11-3 16,2 0 32,-11 1-24,2 0-32,1-2 40,0 1 16,2 1-32,14-2 0,-14 2 16,1-2 8,-1 0-8,9 0 16,-12 0-16,16 1-16,-2 0 8,-12-1-64,10 0 24,-1 2 16,0-2-8,2 0 24,2 0 16,-2 0-16,-1 0 32,1 0 0,-1 0-16,4 2-24,2-2 8,-3 0-32,1 0-32,0 0 72,2 0-16,0 0 32,0 0-24,0 0 8,0 0-64,0 0 96,4 0-56,-1 0 24,2 0-8,-4 0 48,14 0-104,-12 0 64,12-4-32,-10 0-24,16 4 72,-18-1-24,8-1-40,4-2-8,4 0 16,1 1 0,0-3 48,-6 3-16,-6 1 32,16-4 16,2-9-48,-2 15-24,1-5 32,1-1-32,-26 6 24,26-5 24,1-1-48,-1 1 0,0-1 32,1 1-24,-19 3 16,7-2 40,7-1-48,2-1 40,-4 1 0,4 1-32,-9 1 0,-10 2 48,17-2-56,0-1-8,0 0 0,0 1 16,-2 3 56,-16-1-56,14-2-8,3-1-16,-1 4 0,0 0-24,0-4 88,-9 4-40,-1 0 48,10 0 32,0 0-104,0 0 8,0 0 16,-3 0 0,-15 0-16,16 0 40,1 0-24,-1 2 32,0 0-40,-1-2 32,-13 1-24,7 0 16,3-1-64,-8 0 88,10 2-32,-10-2 48,4 0-56,-5 0 80,0 0-72,1 0-8,8 0-48,-14 0 56,4 0 16,-4 0-24,4 0 24,-1 2-40,-3-2 32,0 0-8,0 2 16,0-2-24,0 1 48,0-1-24,0 2-24,-1-2 0,-4 2 0,4-2-32,-4 2-8,-10 0 8,9 0 40,-12-1-24,3 1-8,12-1 24,-10 0-24,-8 1-56,1 2 40,-4-3 24,-1 1 8,8 1 8,8-2 32,-19 1-32,1 0 24,-3-1-24,-1 1 0,0 0 24,30-2-24,-31 2-24,-3-2-40,0 2 40,0 0-16,-2-2 32,24 0 8,-9 2 48,-13-1-56,2-1 40,0 2-48,0 0 8,8-1 8,17 0-8,-25 1 0,1 0 8,3-1-8,3 1-8,1 0 16,21-2 0,-15 2-24,-3 0-56,0 0 80,0-2-16,2 1 56,10 0-40,2 0 56,-13 1-64,3 0-24,0-2-8,1 2 24,3-2 16,13 0 24,-13 2-24,6-2 0,-10 0 40,11 0-64,-10 0 32,15 0-8,-3 1 8,-12-1-72,12 0 88,-3 0-48,1 0 24,2 0 0,3 0 24,-6 0-48,3 0 24,-1 0 32,2 0-24,3 0 8,0 0-16,0 0-24,-1 0-40,2 0 48,0 0-16,0 0 16,2 0 16,0 0 16,1 0-48,3 0-8,9 0 40,-10 0-32,8-3 32,-11 3-16,3 0-16,14-4 0,-5 0-8,3 4 24,1-3-16,-14 3 32,9 0-24,7 0 0,2 0-8,0 0 32,2 0-40,-7 0 40,-6 0 8,16 0-8,3-4-8,1 4 16,0 0-16,4 0 0,-34 0 8,35 0 16,1 0-40,1 0 32,-3 0-8,2 0-16,-23 0 16,9 0 56,10 2-72,2 0 16,-2 0 0,-2-2-24,0 1 56,-1 1-32,-1 0 32,-3 0 0,2 0-16,-4-2-16,-21 0 0,17 2-8,3-2 0,-3 0-16,0 0 40,-3 0 8,-8 0-24,0 0 24,7 0 0,1-4-8,-2 4-16,-1 0 16,-8-3-16,-6 2 8,18 1 24,-12 0-24,10 0-16,-12 0 0,11-3 8,-14 3 0,1 0 8,4 0-24,9 0 40,-15-4 8,3 4-8,0 0-24,-2 0 48,3 0-56,-4-4 0,0 4 24,0 0 16,0 0-32,0 0 16,0 0-64,-2 0 48,-2 0 8,-1 0-24,2 0 16,0 0 48,-4 0-80,-10 0 40,12 0 0,-12 0 8,11 0-16,5 0 8,-19 2-8,5 0 8,-3 0-8,-1 0 40,-1-1-80,15 0 40,-10 0 16,-7 1-72,-2 0 16,2 0 80,-4-2-40,10 1 0,6 0 88,-16 0-48,1 1-16,-1 0-56,-2 0 24,3 0 32,-3-2-32,0 0 0,3 0 8,-1 2-24,0-1 24,16 0 0,-6 0 48,-9 1-72,-1 0 16,2 0-8,0 0-8,6-1 24,12 0 8,-18 0 0,-1 1 8,3 4 0,-1-4 40,1 1-64,20-2 8,-14 2-16,-1-1-24,-1 0 0,3-1 40,-1 1 32,12-1-32,0 0 8,-14 1-16,3 0 56,10 1-96,-14 1 96,14 0-48,5-4-8,-7 3-32,-8-1 72,11 0-48,-1 0 56,-3 0-24,7-2-16,-3 2 0,-2 0-40,3-1 24,1 1 24,0 0 8,1-1-16,0 0 48,-1 1-56,2-2 32,-2 0-32,2 0-8,0 0 16,0 0-16,0 2-32,4-2 32,0 0 32,-1 0-64,-1 0 48,0 0 48,4 0-56,-1 0 40,1 0 8,-1 0-48,0 0 8,-4 0 16,4 0-56,1 0 56,8 0-32,-10 0 0,2-4-16,-2 4 32,10 0-24,-8-4-16,10 1 16,-10-1 40,14 4-48,-15 0 88,17-4-24,-3 4 8,-3-4-8,5 4-8,-3-3-40,-18 3 16,22 0-32,-2-4-8,4 0 16,-2 4 32,2 0-8,-15-1 0,6-1 48,9 2-72,2-4 64,1 4 8,-1 0-32,-5 0-16,-14 0 80,20 0-104,3 0 32,-1 0-8,0 0-16,-1 0 32,-23 0-16,19 0 0,4 0-56,0 0 112,1 0-32,-1 0 0,-14 0-24,-1 0 96,13 0-120,0 0 40,-1 0 0,1 0-16,-3 0 0,-22 0 8,21 2 16,-2-2 16,-1 0-24,-1 2-8,-1-2 0,-3 0-32,-8 0 8,12 0 40,-12 0-16,9 0 0,-12 0 16,3 0-16,-1 0 0,-1 0 0,0 0 24,-1 0-24,-3 0-8,0 0 32,4 0-72,-4 0 32,0 0 16,0 0-24,0 0 16,0 0 64,0 0-88,-2 0 56,0 0-32,-1 0 0,-2 0 0,4 0 24,-4 0-56,-3 0 88,-6 0-72,8 0 16,-11 2-32,16-2 32,-5 1-88,-14 1 24,5 0 40,-3 0 48,-2 0-24,7-2 0,5 0 8,-14 2-8,-3-1 8,1 1-40,-2-2 40,-2 2-8,28-2 0,-25 2-24,-3 0 16,0 0 40,1 0-48,1-2-8,17 0 24,-6 1 16,-11 1-56,1-2 72,-1 2-8,2-2-8,5 0-16,12 0 16,-17 2-40,-1 0 24,-1 1 8,0-1 8,0 0 0,23-2-16,-18 2 16,-2 0-72,-3-2 56,2 2-16,0-1-24,11 0 40,2 0 48,-13 1-56,2 0-8,2 0 24,0 0 16,4-2-24,15 0 24,-15 0 0,-3 1-8,3 1-24,-1 0-40,1 0 40,13-2 8,-2 0-16,-13 0-24,12 0 88,-12 0-48,12 0-8,-8 0 32,8 2-56,-9-2 24,10 2 48,-2-1-32,-8-1-8,14 0 0,-2 2 16,-2 0-88,-3 0 80,3 0 0,-1 0 24,4-1-32,-1 0 56,-1 2-80,2-1 48,-1 0-40,1 0 8,0-1 8,2 0 48,-2 0-56,2 1 16,0 0 8,0 0-56,0 0 48,1-2-8,2 2-32,2-1-16,-1 1 48,1 0-24,10 0 32,-13 0-8,0 0 40,3-1-40,14 3 56,-14-2-48,14 0-16,-14 1 8,-5-3 32,22 2-96,-7 0 56,2 0 16,-3 0-48,3-2 8,-12 0 32,4 0-8,8 0-40,1 0 32,-1 0 48,0 0 0,-5 0-32,-8 0 40,13-4-16,-1 0 72,3 1-104,-1-1 0,2 0 24,-16 4-16,12 0-96,5-3 40,-1-1 32,0 0 16,0 1 16,2 3 48,-1-4-16,1 0 16,0 1-72,0-1-8,-2 1 24,-18 2 0,22 1-56,2-3 72,-1 3 0,-1-4-8,2 0 16,-19 4-24,10 0 24,9 0-56,-1-3 72,1 3-48,-2 0 40,-6-3-32,-10 2 48,14 1-128,-2 0 64,0 0-24,0 0 24,1 0 88,-20 0-72,16 0 8,0 0-80,-1-4 96,-1 4-72,0 0 72,-13 0-24,1 0 88,15-3-96,-12 3 96,11 0-56,-14-4-32,2 4 0,-4 0 16,13 0-88,-10 0 88,0 0-24,1 0 24,1 0 0,-5 0-16,2 0 0,0 0-32,1 0 16,0 0 48,-4 0-8,0 0-24,0 0 56,0 0 0,0 0 8,0 2-56,0-2 24,0 0-32,0 2-40,-2-1 0,-2 1 56,-1 0-48,-3 0 0,2-1 32,-3 0 32,4 2-104,-12 1 88,3 0-56,-3 0 32,3-3 8,10-1 16,-15 4-56,-1 0 56,-2-2-56,-2-1 24,0 1 32,19-1-16,-19 0 0,-4 1-32,1 0 24,-5 0-16,5-1 24,11 0 0,2 0 32,-17 1-24,0-2 40,-2 0-56,0 0 8,6 0 0,24 0-32,-26 0 0,-2 0 32,1 0 8,1 0 8,-3 0-56,24 0 40,-13 0-40,-8 2-40,-3 0 72,3-2-32,1 2 24,11-2 16,9 0 8,-18 0-64,2 0 72,2 0-32,0 0 32,0 0-24,20 0 8,-16 0-56,-1 0-8,1 0 48,1 1 8,1-1 0,9 0 8,-1 0 48,-7 0-88,10 0 104,-12 0-64,12 0-24,-1-3 24,4 3 0,-12 0-104,8 0 64,-1 0 0,-1 0-16,-6 0 8,13 0 48,0 0-32,-3-4-64,0 4 72,3 0-8,-1 0-24,1 0 56,0 0 8,1 0-32,0-4 0,0 4 0,0 0 8,4 0-24,-4 0 40,3 0-32,3-3-16,-1 3 16,10-4 0,-11 0 16,1 4 16,4 0 16,-3-3-64,11-1 128,-3 0-88,1 1 0,-4 3 8,-7 0 32,14-4-96,-1 4 64,3 0 8,-2 0-16,4-4-16,-18 4 24,14-3 16,4-1-24,0 0 40,2 4 24,0 0-16,-11 0-40,-2 0 56,15 0-32,1-3 0,-1 3-16,2 0 0,-6 0-8,-20 0 16,23 0 8,-1 0 8,2 0 0,0 0 0,1-4-24,-18 4-8,8 0 16,9 0-64,2 0 56,-1 0 24,1 0 32,-8 0-64,-11 0 104,19 0-104,3 0 8,-2-4-64,4 4 56,-1-3 32,-30 3-32,27 0-16,6 0 0,-4 0 0,4 0 24,0 0 48,-19 0-56,3 0 72,16 0-48,0 0 48,-2 0-24,2-4-32,-6 4-16,-23 0 40,31 0-24,-2 0 56,1 0 0,1 0-24,0 0-8,-29 0-40,23 0 16,7-4-24,-1 4 32,-2-3 8,0 3-32,-16-3 0,-7 2 64,19 1 8,-1 0 8,-1-4-40,-1 4-8,-1-3-32,-27 3 16,28-4-40,-1 0 24,-1 4 72,-2-4-72,-2 1 16,-13 1-16,6 0 32,5-2-96,1 4 104,1-3-24,-4 3 32,-3 0-48,-10 0 24,14-4 0,1 4 48,-4-4-32,3 4 0,-3 0-32,-14 0-8,11 0-24,2 0-24,1 0 64,-1 0-40,-9 0 24,4 0 0,0 0 56,-5 0-32,12 0-32,-12 0 32,12 0-24,-12 0 0,-5 0-8,19 0 80,-14 0-72,10 2-16,-9-2 24,8 2-16,-12-1 8,2 0 16,10 1-32,-10-2 24,2 2 0,10-1 8,-13-1-16,-2 0 80,3 2-80,1 0-40,10 0 40,-15 0 0,3-2 16,-2 0-16,4 0 48,0 0-88,-1 0 24,2 0 16,-3 0-8,-1 0 8,0 0 16,4 0-32,-3 0 32,1 0-40,0 0 56,-1-3-32,-3 2 16,4 1-32,0-4 48,-1 4-64,1 0 32,0 0 8,-3 0-8,3 0-16,0 0-32,0 0 16,-1 0 16,1 0 16,-1 0 0,-1 0 40,4-3-16,-1 3 48,1 0-56,-1 0-16,1 0 24,-6 0-24,6 0-88,-1 0 96,1 0-8,-3 0-24,3-4 56,-4 4-32,1 0-16,3-4 0,-3 4-16,1 0 8,0 0 8,-4 0 16,0 0 16,0-3 8,3 3-32,-3 0 24,4 0-32,-4 0-16,0 0 32,0 0 24,0 0-64,0-4 16,0 4 40,-1 0-16,0 0 24,-1 0 8,1 0-72,-3 0 8,-2 0 24,2 0 8,3 0-8,-5 0 8,1 0-24,-2-4 32,-8 4-40,9 0 24,1-1 8,-10-1 0,8 2-72,-19-4 48,8 4-8,-4 0 24,4-2 8,10 0 16,-18 2-56,-2 0 0,-5-3-8,-2 3 16,-3 0 8,35 0 24,-36 0-16,-6 0-48,-2 0 16,-3 0 32,2 0-32,27 0 48,-6 0 0,-22 0-16,1 0 24,-4 2 8,3-2 8,8 1-24,34-1 40,-43 2-64,2 0 32,-3 2-16,-1-2 0,5-1-24,38 0 32,-30 2-40,-5 1-24,0-2-24,3-1 88,1 3-64,17-2 64,9 0-16,-23 1 32,4-1-32,2 0 8,0 0-32,3 0 40,28-2-48,-28 2-16,4 1 8,2-1 80,2 0-32,0 0-8,14-1 16,-5 0 40,-3-1-96,-1 0 64,8 2 32,-10-2-16,13 0-24,3 0 40,-5 1-40,0-1-8,1 0 16,1 0-16,2 0 16,2 0-8,-1 0-32,1 0-40,0 0 64,3 0-24,1 0 40,-1-2-8,-1 1 16,15-3-16,-11 0 40,12 4-80,-3-3 40,-2-1 0,-12 4-32,18-4-48,1 1 152,2 3-72,4-4 16,1 4 32,-18-1-48,12-2-48,8 3 32,4-3 24,2 3 8,0 0 16,-7-3-32,-15 2 56,25 1-16,6 0-24,1 0-16,-1 0-16,5-4 16,-45 4 0,42 0 8,2 0-16,1 0 48,-3 0-32,-1-3 8,-26 3-16,4 0 48,19 0-64,-1 0 48,-1 0-32,-1 0 24,-8 0-24,-26 0 56,30 0-40,0-4 32,-2 4 0,2 0-40,-3-4 16,-26 4-24,17 0 24,8-3-64,-3 3 48,-1-4 0,-3 4 8,-10-2-16,-6 0 56,14-2-8,-1 1-8,-3-1-16,-1 4-16,-3-4 32,-13 4-40,4 0 24,13-3-32,-14 3 56,11 0-48,-12 0 32,-1-2-32,2 0 32,1 2-64,1 0 48,-1 0-32,1 0 40,-2 0-24,-3 0 32,3 0-24,0 0-24,-4 0 40,3-4-8,-3 4-56,1 0 40,2 0 8,-3 0-72,0 0 56,0 0 32,0 0-8,0 0-16,0 0 56,0-3-32,0 3-32,0 0-16,-2-4 0,0 4 40,-1 0 8,-3 0-32,1 0 32,-10 0 0,13 0-24,-2 0-8,-12 0-16,9 0-40,-12 0 0,1 0 40,5 0 24,7 0 16,-16 0 8,-3 0-48,-1 0 8,-2 0 16,-3 2 0,29-2 0,-29 0 32,-4 0-56,-4 2 8,-1 0-16,1-2-8,19 0 40,-4 1 0,-18-1-32,-2 0 72,-2 2-56,2 0 40,5 0-24,32-2 32,-39 2-56,2 0 72,-2-1-56,0-1-40,0 2 32,35-1 16,-24 0-48,-9 1-32,3 0 88,2 0-32,3-1 24,12 2 0,9-2 48,-20 1-40,0 0 32,2 0-40,2 0 8,-2-1-8,33-1 8,-30 4-24,1-2-16,1 0 72,4 0-32,-1-1-32,16 0 24,-6 0 32,-7 1-96,1 0 64,3 0 8,2 0 56,3-1-64,9-1 40,-11 2-56,8 0 112,-10-2-136,12 2 64,-1 0-16,5-2-8,-3 2-40,-2-1 8,3-1 16,1 0 24,0 0-16,1 0 8,0 0 48,1 0-24,0 0-32,0 0 0,4 0-8,1 0 16,-5 0-8,17 0 24,-13 0-24,12 0 32,-1 0-16,1 0 16,-10 0-24,7 0 16,7 0-56,2 0 56,2 0-48,5-3 16,-8 3 16,-10 0 24,22 0-56,2 0 24,1-4 48,3 4-16,0 0 8,-36 0-32,34 0 32,5 0-80,4 0 80,0 0-8,2-4 24,-26 4-48,4 0 104,24 0-104,-1 0 48,-1-3-40,-2 3 0,-7-3-8,-32 2 16,35-3-48,1 1 56,-1 3-24,-3-4 0,-3 4-32,-28-1 32,21-2 16,6 3-48,-2-3 0,0 3 104,-2 0-64,-11-3-8,-8 2 32,19 1 56,-2 0-56,-1-4-8,0 4-16,-3 0-8,-25 0 8,26 0-32,-2 0-24,0-3 40,0 3-8,-4 0 32,-13 0-16,4 0 56,8 0-40,-3 0 0,1 0 0,-2 0 0,-11 0-16,-3 0 40,19 0 0,-14 0-32,9 0 16,-12 0-24,3 0-16,-6 0 16,5 0-8,1 0-48,-1 0 48,-1 0 24,0 0-16,-2 0 0,-1 0 40,-1 0-32,0 0-48,0 0-8,0 0 48,0 0-8,0 0-8,-3 0 0,-3 0-16,1 0 32,1 0 0,-7 0 32,5 0-88,-10 0 40,1 1-8,-1 1-8,2 1 32,7-2 0,-17 1-32,1 0-8,-5 0-16,-3-1 48,-6 3-56,34-4 64,-33 2-32,-6 0-48,-4 0 40,-2-1 16,-3 5 8,27-4 16,-4 0 40,-23 1-96,-4 3 72,1-3-64,1 1 8,5-1 40,39-2 0,-44 2-64,-4-1 56,1 2-24,-1 0-8,2-1 24,43-2 16,-29 2-16,-11 1-32,3 1 40,3-1-8,2 0-16,19-3 32,9-1 32,-24 6-48,3-4 32,-2 1-16,4 1-24,-1 0 32,36-4-8,-33 3-16,0 1 32,1 0-8,5-2 32,-3 1-48,21-2 8,-6 0-16,-9 3-16,1-2 24,4 0 40,-1-1-24,6 1-8,10-2 56,-13 2-64,2-2 48,1 2-32,8-2 16,-10 2-8,15-2-16,-4 2-24,-2-2 16,1 0-48,1 0 40,1 0 0,3 0 16,0 0 16,-1 0 32,2 0-16,0 0-24,0 0-24,0 0 16,0 0-24,4 0-8,0-4 48,1 4-24,1-4-8,10 4 0,-14-1 16,2-3-16,10 0 0,-8 0 56,14 1-8,-14-1-48,9 2 16,-8 0 48,-2-1-40,17-3 32,-7 1-40,2 1-24,-1 0-16,-15 4 40,17-3-40,0-3 32,0 1 32,3-1 0,-1 1 8,-11 3-32,2 0 24,11-4-32,2 1 32,2-1 0,-2 3-8,-3-2-16,-17 4 56,24-3-16,0-1-24,-1-1 32,3 1-32,-3-1-8,-21 6-8,18-3 8,7-1-32,0-2 8,4 1 48,0 1 0,-12 2-32,-7 1 64,22-3-24,4 0-40,3 1 8,-1-1-8,1 0 0,-44 4 16,43 0 0,0 0-48,-2 0 48,2 0-16,0 0-8,-28 0 8,11 0 32,15 0-40,-1 0 0,-1 0 40,-1 0-40,-12 0 8,-18 0 56,28 0-24,-2 0-32,-2 2 56,-2-2-48,-1 0 32,-26 0-40,18 0 16,2 2-40,-1-2 24,-1 2-24,-1 0 16,-12-2 8,0 0 48,8 0-16,-1 0 16,-10 0 0,12 0-32,-15 0-16,-2 0 16,13 0-32,-10 0 32,2 0-8,10 0-40,-12 0 32,-2 0-8,1 0-48,1 0 56,-4 0 8,0 0-16,0 0 8,0 0 48,4 0-40,-4 0-56,0 0 40,0 0-32,-2 0 24,2 0 16,-2 0-16,-3 0-88,-10 0 72,9 1 0,-10 1 16,9-1 16,-1 0 32,-10 1-64,-3 0 8,-1 0 0,-1-1 16,-2 1 8,20-2-16,-26 2-16,-2 0 40,-4 0-24,-2 0 24,-1-1 16,30 0-24,-24 0-56,-9 1-32,-1-2 40,2 2 24,-4 0 16,20-1 8,10 0 32,-30 1-24,0-2-16,2 1 24,-4 1-24,2 0 8,46-2-32,-48 4 32,0-2-64,1-1 32,1 1 72,3 0-72,28-1 32,-12 2-8,-14 0-56,3 1-8,-1 2-8,4-3-40,10 1 120,17-2-88,-27 3-104,4 1-8,-2-1-16,2 1-80,1 1-33,26-6 329,-21 4-384,-1 2-16,-2-1 16,5-1-24,2 2-48,9-4 456,2 0-536,-10 3-96,2-1-80,1-3-113,1 2-79,9-1 904,6-3-1048,-17 4-128,12 0-88,-10 1-145,10 1 9,-1-1 232,5-3 1168,-3 2-4481,5-4 4481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39.34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94 107 4817,'0'2'1240,"0"-2"-1240,0 5 1136,4 3-384,0-3-296,1 3-240,-1-3-112,1 1-64,-1-3-64,0-1 56,-1 2 0,1-2 64,-4 1-96,0-3 208,4 4 24,-4 0 65,3-1 39,1 1-32,-4-2-48,0-2-256,0 2 224,4 0-80,-4-1-16,0-1-24,3 2-24,-3-1-80,0 0 112,0-1-48,4 2 24,0-2 0,-4 2-8,3-2-80,-3 0 144,0 2-16,0-2-16,4 1 48,-4-1 24,4 0-8,-3 1-176,1 0 208,-2-1-80,4 0 32,0 0-8,-4 0 8,3 0-160,-3 0 200,4 0-32,0-3 8,-1 3-15,1 0-17,2 0-24,-6 0-120,3 0 128,3 0-8,-2 0 8,1-4-8,1 4-16,-4-2-104,1 0 112,3 2-32,8 0 48,-14 0-40,6 0-16,9 0-72,-14 0 88,3 0-16,2 0 88,-1 0-40,1 0 16,10 0-32,-12 0-48,11 0 24,-12 0-8,14 2 40,-14-2-8,7 1-104,-5 0 104,1-1 16,-1 0 8,12 2-8,-14-2-8,14 2-40,-16-2-72,2 1 56,11 1-24,-8 0 88,9 0-24,-10-2 8,2 1-104,3 0 152,-7 1-56,14-1 80,-13 3-72,10-2 8,-11 1-112,-2-2 64,14 0-32,-12 3 40,12-2 16,-11 2-8,10-1-16,-10-1 0,11 2-104,-12-2 88,3 0-24,11-2-7,-15 1-17,-1-1 72,5 2-56,8 0 0,-10-2 24,11 0 0,-12 2-40,-2-2 16,13 2-8,-10 0-24,1-2 16,10 0 0,-11 1 0,-2-1 0,1 0 24,14 0-80,-13 0 96,1 0-24,10 0-16,-12 0 64,12 0-88,-11 0 56,11 0-8,-12 0-32,12 0 0,-14 0 8,2 0 8,2 0-56,12 0 96,-14 0-8,12 0-48,-12-1 8,0-1 56,2 2-56,12-4 24,-14 4-32,14-4 16,-12 4-8,-5 0 16,17-3-48,-13 3 40,12 0 0,-12-4-16,11 4 40,-10-4-24,10 4-40,-11-3 16,12 3 24,-12 0 16,12-4 48,-12 4 8,13 0-48,-14-4 8,12 4-16,-10 0-24,-5 0 32,15-3-16,-11 3 0,11 0 32,-10 0-8,10 0 24,-13 0-64,1 0 64,14-4-32,-14 4 56,12 0-48,-11 0 0,8-3-40,-9 2 48,0 1-64,12 0 64,-11-3 0,12 3-56,-12 0-16,-1-1 24,9-2-24,-9 3-24,12 0 72,-10 0 24,10 0-24,-13-2-24,0 0 64,13 2-40,-12 0-16,12 0 8,-11 0-16,10 0 0,-14 0-8,6-3 24,9 3-16,-10 0 8,12 0 16,-12 0-16,1 0-8,3 0 16,-5 0-48,14 0 0,-13 0-8,12 0 56,-13 0-16,-2 0 24,14 1-8,-10 1 24,12 0 8,-12 0-8,10 0-32,-13-2-8,0 0 8,19 0-72,-17 2 72,15-1 32,-14 1-32,4-1-8,-2 0 88,-2-1-56,12 0-64,-12 0 72,14 2-24,-15 0-16,-5-2 8,17 2 40,-11-1-96,14-1 64,-15 0-8,14 0 0,-18 0-8,3 0 64,13 0-96,-14 0 72,14 0-24,-12 0-8,6 0-8,-5 0 40,0 0-72,10 0 64,-10 0-24,10 0 16,-12 0-16,-4 0-8,16 0-32,-10 0-16,10 2 48,-10-2 16,11 2-8,-15-2-8,1 0 48,12 0-64,-10 0 56,12 0-32,-12 0 48,8 0-56,-11 0 24,4 2-64,12 0 72,-13-2-80,12 2 24,-12-2 8,-1 0 16,9 1-48,-7 1-24,12-2 48,-13 0 40,14 0-16,-16 1 0,-1 0 56,17-1 0,-14 2-104,16-2 56,-16 0-16,15 0 8,-14 0 8,12 0-16,-12 0 40,12 0-48,-12 0 56,1 0-40,6 0 24,-8 0-80,14 0 72,-14 0 16,14-4-8,-15 4-24,-3 0 56,16 0-32,-12 0-16,12 0-16,-12-3-16,10 3-16,-13 0 40,0 0-48,14 0 0,-10-4 96,10 4-32,-10-4 16,-3 4-32,-1 0 16,15 0-72,-13-3 40,10 3 8,-10-4 40,10 4-32,-12 0 48,4-4-40,0 1 0,10 3 8,-12-4-16,10 4-24,-10 0 24,-4 0 16,6-4-64,10 1 48,-12 3 32,1-4-32,6 4 0,-5 0 88,-2 0-88,1-4 56,12 4-40,-14-3-56,3 3 32,-6 0 8,15 0-48,-12 0 16,3 0 40,10-4-16,-12 4 8,3 0 0,1 0 16,-5 0-48,3-4 40,9 4-32,-12-4 16,2 4 8,-4 0 48,4 0-56,1-3 8,-1 3-8,10 0 0,-11 0-32,-4 0 40,14 0-8,-8 0-8,-1-4-8,10 4 88,-11 0-56,-1 0-8,-1 0 48,4-4-40,9 4 8,-12 0-16,3 0-56,-1-3 56,-5 3 40,6 0-48,9 0-16,-12-4 96,1 4-88,1-4 16,1 4 40,-1-3-128,1-1 112,-1 4-24,1 0 24,5-3-24,-7 2 56,-4 1-88,3-3 32,1 3-64,0-4 56,-1 4 8,3-4-16,-1 1-24,-1 3 40,0-4 0,-1 4 0,-1-2 0,0 0 64,2 2-80,0 0 24,-1 0-8,1-3-8,-1 3 8,-2 0 16,4-4-48,1 0 24,-3 4 24,1-3-16,0-1 0,-3 4 0,1 0 32,2-4-112,0 4 24,1-3 72,-1 3-24,-2-3 8,0 2 40,1 1 8,1-4-40,0 1-16,1 3 32,-1-4-24,-4 4 0,3-4-24,1 4-48,0-4 48,-1 4 24,1 0 16,0-3 72,0 3-104,-1 0 16,1-4-16,0 0-48,-1 1 64,-3 3 16,6 0 0,-3-4-24,1 4 24,0-4-40,-1 4-8,-2 0 32,2-3 0,3 3-40,-3-4 56,1 0-16,0 4 24,-2-2-24,-1 1 56,3 1-40,2-4 8,-3 4-32,3-4-8,-1 4 16,-5 0-32,4 0 24,1-3-8,-1 3 32,0-4-8,-1 4 0,-1 0-8,0 0 32,4 0-96,-3 0 88,1-4-32,0 4-16,-2 0 24,-1 0 56,5 0-48,-1 0-8,-1-3 0,2 3-16,-3 0 40,-2 0-24,2 0-8,1 0-24,-1 0 16,3 0-24,-2-4 80,-3 4-40,1 0 40,2 0-24,0 0 0,-1 0-56,1 0 48,-4 0-8,0 0-16,4 0-24,-1 0 0,-3 0 32,4 0 16,-4-4 0,1 4-8,2 0 8,-3 0-96,0 0 40,3 0 16,-3 0 24,3 0 8,-2 0 16,-1 0-40,0 0-8,0 0 8,0 0-32,0 0 56,0 0-40,0 0-16,0 2 72,0-2 8,0 1-24,0 0 32,0 1-88,0-2 72,0 2-80,-2 0 32,1 1 32,0-3 16,-1 4-64,1 0 80,-1-1-16,0 3 16,2-3 24,0-2-56,-2 2 32,2 1-56,0-1-8,-2 3-8,2-1 24,-1 0 16,0-2 48,0 4-16,-1-1-16,0-1-24,0 1-8,0-1 16,2-5-32,0 8 40,0-3 8,-2 2 0,2 1 0,0-1-16,0-1 0,-1 3 0,-1-7-48,0 3 56,0 1-16,2-1 8,-1 6 0,0-7 48,-1 2-8,2 1-32,-1 0-8,-1 8 0,2-10-48,0-4 48,-2 4-24,0 12-16,0-12 32,0 1 16,0 8 0,2-12-8,-1 0 24,-1 13-8,0-12-48,0 5 40,0 6 24,1-11-32,0-2-8,0 14 64,-1-12-40,0 3-16,0 9 0,0-12 0,2-1 0,-2 4 0,1 1-40,1 0 56,-2 1-16,0-1 8,1 2-8,0-3 24,-1-1-8,2 1 8,-2 1-24,1 8 16,1-11 0,-2 3-24,0 8-8,0-12 16,2 5-32,-2-1 24,1-1 8,0 3 32,0-6-48,1 3 72,-2 1-64,0 1 8,0-2 0,2-5 16,-2 16-64,2-16 136,-2 7-88,2 7 8,-2-12-16,2-1 8,-1 4-88,-1 8 40,0-10 24,0 3 40,2 1-8,-1 0-8,0-2 56,-1 0-16,1 1-8,-1 8-8,0-11-40,0 1-16,0 2-8,0 8 32,1-11 40,-1 3 8,0 1 0,2-1-48,-2 0-80,2 1 112,-2-1-56,0 10 16,2-15 16,0-1 56,-1 14-96,1-10 72,-2 1-16,0-1 8,2 10-40,0-13 16,-2 0-32,2 3 8,-2 3 0,0-1 16,2 0 16,-1-3-8,1 0 48,-2 3-32,0 8 24,0-11-40,0 1-24,1 0 24,0-4 0,1 4-32,-2 1 40,1 1-16,-1-2-24,0 3 80,1-6-48,0 3-24,-1 1-8,0 1 24,1 0-16,-1-1 40,1-1-16,0-3 32,-1 6 8,0-3-32,0 1 8,1 1-16,-1-1-8,2-6 8,-2 7 0,2 0-64,0-1 88,0 1 0,0-1-48,0-4 24,0 1 48,0 5-80,0-1-8,0 0 24,0-1 8,0 6 8,0-10 8,0 0 8,0 4 16,0 1-40,0-1 16,0-1 0,0-3-8,0 4-24,0-1-16,0 1 8,0 1 80,0 0-56,0-3 8,0-2 64,0 5-16,0-1-32,0-1 8,0 1-32,3 1 8,-2-7-8,-1 7-40,0-1 16,0-1 56,3-1-24,-3 0 0,0-3 0,0 2 40,0 0-112,0 1 96,4 0-8,-4-1-24,0 0 8,0-2 64,0 3-64,4-3 48,-4 3-16,3 0 0,-3-1-40,0-2 8,0 4-48,0-1 16,0-1-16,4 1 48,0 0 24,-4 1-32,0 1 48,3-3-40,-3 3 0,0-2-8,0-1 8,0-3 8,4 6 8,-4-3 24,0 3-48,0-1-24,0 1 0,0-5 32,4 4-64,-4 0 32,0 1 16,0-1 16,0 1 32,0-3-32,0-1 64,0 4-80,0-1 88,0 1-104,0-1 16,0 1 48,0-6-32,0 5-72,0 1 32,0-1 0,0 1 24,0-1 32,0-2-16,0 0 56,0 2-40,0 1 128,0-1-136,0 1-64,0-2 56,0-3 8,0 3-152,0 2 200,0-1 8,0 1-48,0-1 0,0-1-80,0 1-24,0-3 64,0 2 0,0-2 32,0-1-8,0-1 72,0 2-32,0 0 72,0 0-104,0 0 0,0 0-8,0-2-8,0 3-104,0-1 80,0 0 40,0-2 8,0 0 0,0 1-16,0 0 8,0-1-64,-2 2 88,0-2-40,0 0-8,1 0 16,0 0 40,-1 0-88,1 0 80,-3 0 8,2 0-56,-2 0 24,4 0-8,-3 0-16,-1 0-48,0 0 40,1 0 24,-1 0-32,1 0 32,1 0 48,-2 2 0,-2-2-40,1 1 0,1-1 8,-1 0-16,5 0-8,-6 2 16,1 0 8,-1 0-24,1 0-8,-1 0-40,5-2 56,-3 0-16,-2 0-48,1 1 64,-3 1 24,3 0-32,0-1 8,2 0 48,-2-1-48,-3 0 32,1 2-48,2-2-16,-3 2 0,8-2 32,-15 1-48,12 1-8,-5 0 80,1-2 0,-8 0-32,13 0 8,-1 0 32,-12 0-48,10 0 112,-1 0-88,-9 2 24,11-2-32,3 0 16,-14 0-120,10 0 168,-12 0-120,10 0 24,-12 0 64,18 0-32,-5 0-112,-12 0 64,12 0 48,-12 0-32,12 0 56,-10 0 48,1 0-72,8 0 112,-14 0-152,14 0 40,-12 0 0,18 0-32,-7 0-104,-12 0 176,13 0-48,-12 0 24,3 0-16,11 0 0,-5 0-40,-5 0-24,-1 0 24,1 0 24,1 0 48,2 0-32,7 0 64,-10-4-16,-1 4 40,-1 0-88,1 0 16,-1-3 24,15 2-40,-13-2-40,-1-1-8,-2 1 48,1 3-32,0-4 32,8 2 0,0 0 56,-7 2-56,-1-3 112,0-1-96,1 4 24,-3-4-8,1 4-120,0 0 80,-1-3-24,-1 3 16,2-4 8,13 3 8,-9-2 16,0 3-48,-5 0 72,3-4-32,-3 1-16,9 3 8,4 0 32,-11-4-72,1 0 152,-1 1-88,1 3-16,-1 0 16,16 0-24,-16 0-104,2 0 24,-2-4 80,1 4-24,-1-4-16,10 4 40,-2 0 56,-8-3-88,2-1 104,-1 4-48,1 0-16,3 0-8,9 0 32,-13 0-144,1 0 232,0-4-152,-1 4 8,1 0 96,13 0-72,-12 0-104,-1 0 120,0-3 0,-1 3-56,1 0 32,11 0 8,1 0 32,-18-4 0,7 4 24,6 0-56,-10 0 16,11 0-16,7 0 8,-19 0 0,4 0 40,8 0-56,-11 0 8,10 0-24,2 0 24,-6 0-16,5 0-16,-10 0-40,2 0 64,8 0 72,-7 0-64,10 0 72,-4 0 16,-10 0-8,12 0-88,-12 0 0,11 0 24,6 0-16,-15 0-32,9 0-64,-12 0 104,14 0 0,-12 0-48,15 0 40,-1 0 80,-16 0-48,12 0-40,-10 0 32,10 0-8,-7 0-16,12 0-8,-4 0 48,-12 0 0,12 0-56,-10 0 8,8 0 16,4 1-8,-6 0-16,4 1 0,-11 0 0,12-1 24,-12 1 8,14-2-16,1 0 40,-15 2-8,10-2 32,-10 2-64,12 0 8,-10 0-8,8-1-72,-10 1 24,10 0 40,-11 0 48,12 0-32,-1-1-8,-3 0 40,5 0-48,-10 1 24,10 2-8,-12-2-16,13-1 8,3 0 16,-14 0-48,9-1 48,-1 0 16,-9 0-8,10 2-8,5-1-16,-13 0 0,9 1-40,-3 0 8,-6-2 40,8 0 8,-2 0-16,2 0 64,0 0 0,-9 0 72,10 0-144,-10 0 32,10 0-24,5 0-32,-15 0-72,9 0 152,-8 0-40,8 0 32,-1 0-40,2 0 0,-5 0 8,4 0-56,-8 0 88,8 0-8,-1 0-16,2 0-16,3 0 96,-13 0-104,9 0 48,-1 0-32,-8 0-32,12 0 40,2 0-16,-6 0-16,-7 0-64,8 0 64,-1 0 0,-8 0 0,13 0 16,0 0 80,-3 0-80,-10 0 160,13 0-144,-3 0-40,-8 0 24,11 0 32,-2 0-176,-1 0 192,-1 0-32,-8 0-56,12 0 8,0 0 32,-4 0-80,-1 0 16,0 0 128,-1 0-40,1 0 24,2 0-48,3 0 48,-4-4-80,1 4 120,-3 0-120,1 0 8,1-4-16,6 4 40,-5 0-136,-1 0 80,1-3 104,-1 3-8,1-4-56,2 4 16,0 0-16,0-4-160,-3 4 96,1-3-56,1 3-16,-1-3 152,4 2-120,-2-3-112,1 1 184,-2-1-128,0 0 16,1 1-48,-3-1-128,3 4 24,-1-4-1,-2 1 17,3-1-32,-3 0 0,1-1-8,-3-1 16,1 1-80,0-1-16,-8 1 416,15 5-472,-4-15-128,-10 11 40,8-1 0,-9-1 79,10 1 17,-1 3 464,-5-2-640,4-1-288,-10-10-312,10 11-257,-11-12-79,12 12 1576,4 2-1472,-16-14 191,12 10 393,-12-8-296,12 10-1208,6 4 2392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1T07:55:55.39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30,'0'0,"0"0,0 0,50-30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6.13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288 310 5593,'0'0'1200,"0"0"-72,0 0-280,0 0-239,0 0-145,0 0-64,0 0-32,0 0 0,0 0-8,0 0 32,-2 0 0,1 0-392,0 0 384,-1 0-48,0 0-88,0 0 24,1 0-8,0 0-264,0 0 264,-1 0 33,-2 0 23,1 1-64,-1 1 8,-2 0-264,6-2 280,-3 4-120,-3-1 96,1 1 32,-1 0-16,1 1 16,3-2-288,-2 2 232,-1 0-48,-3 10 24,3-10 8,-10 3 8,12 5-224,2-10 224,-4 3-56,-10 9 24,10-10-96,-1 12 32,-1-3-48,6-11-80,-4 11 40,-9 1 0,10 1 16,-3-1 1,-8 1-33,13-7-24,0-1 80,-5 8-80,-1-1 80,3 2-64,-2-3-8,0 0-8,6-13 8,-6 16-80,-1-3 168,3 1-80,-1 0 32,1-10-64,3 1 16,-2 9-104,-1-10-32,-1 10 23,5-10-39,-3 10-48,2-9 0,0-1-144,-2 2 16,3 1-144,-1-3-56,2 1-128,0-6 656,0 5-792,0-1-56,0-2-105,0 0-103,0 0-176,0-2 1232,0 1-1368,0-1-113,3 0 9,1 0 232,0 0 335,0 0 905,-3 0-4168,-1 0 4168</inkml:trace>
  <inkml:trace contextRef="#ctx0" brushRef="#br0" timeOffset="614">643 69 4817,'0'0'656,"0"0"-656,0 0 736,-2 0-192,2 0-136,0 0-160,0 2-96,0-2-16,0 0-40,-2 0 40,0 0 48,0 0 40,0 0 16,2 0-240,-1 0 224,-1-4-24,0 4 8,-2 0 17,2 0-9,1-2-216,0 0 232,-2 2-32,-1-4 8,0 1 8,1 3 0,-1 0-216,4 0 232,-5 0-24,1 0 48,-2 0-32,3 0 40,-3 0-24,5 0-240,-1 0 200,-4 0-16,0 0 8,1 0-24,-1 2-48,4-1-120,1-1 176,-3 2-80,0 2 24,-1 0 8,1-1-72,1 1 40,2-4-96,-2 4 80,-1 1-40,1 1 64,1-1-56,-2 1-16,2-4-32,0 1 48,-1 5-31,-1-1-1,2 0 8,0 1 8,1 3-32,0-8 48,-2 5-24,1 8 24,0-8 8,0 6-56,2-8 56,0-2-56,0 10 16,0-8-40,0 10 40,0-10 0,0 10 16,0-12-32,0-2 48,4 13-8,1-10 32,1 3-112,0 6 40,-1-10 0,-5-4 16,6 5-64,8 3 80,-14-3-16,6 3 0,10-3 0,-14-4-16,2 2 16,11-1-32,-10 1 24,10-1-16,-12 0-16,9-2 24,-9 0 8,1 0-32,11 0 8,-12 0 16,3-4-8,-1 1 16,-4 2-8,4-2 0,0-1-32,1-1 40,-1-10-56,1 11 32,-4 2 16,0-1 8,1-12-48,1 10 24,0-10-8,-1 9-16,-3-10 40,0 14 0,4-3-32,0-14 56,-4 14-16,0-17-24,0 16 24,0-12-72,0 3 16,0 0-24,0 1 40,0-1 32,0 11 0,0 2 24,-2-18 32,-2 15-104,0-12-81,1 12-55,-3-12 184,6 17-240,-3-4-40,-3-1-64,0-10-32,1 11-48,-1 1-8,4 1 432,-1 0-416,-3-2-48,1 1 0,-1-1-48,3 0-1,0 4 513,2 0-504,-5 0-16,3-3 40,-1 3-8,0 0 40,1 0-8,2 0 456,-2 0-464,-1 0-16,1 0 8,1 1 79,0 1 97,1-1 296,0 0-176,1 3 80,0 0 32,0-1-3624,0-3 3688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7.339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0 361 5065,'4'2'1008,"0"4"8,1-1-224,-2-1-792,0 0 536,2 3-208,1-2-72,-1 3-48,1-3 1,-1 0-209,-5-4 272,4 4 16,0 1 16,1-1 32,-1 1-32,0-1 0,-3-3-304,1 2 272,2 3-56,2-3-32,-3 1-24,3 1-72,-4-2-88,-1-3 80,3 5 0,0 0-48,-1-3 48,1 1-8,-4 0-24,1-4-48,2 3 56,-3-1-32,3 0 48,-3 2 32,0-3 24,2 1-128,0 0 128,-2 0 0,0-2-16,4 2-48,-4-2 8,0 0-72,0 0 32,0 0 0,0 0 16,0 0-40,0 0 8,0 0-152,0-4 312,0 0-200,0 1 80,0-3-8,0 1-40,0-7-8,0 7 72,0 1-24,0-1 8,0-13 32,0 14-56,0-2-8,0 6-24,0-14 33,0 10-25,0-13 48,0 12 16,0-12-24,0 12 32,0-10-16,0 10-16,0-16 48,3 16 0,1-9-96,-4 11 96,4 0-8,-4-14-32,4 12 0,-1-12 8,3 12 16,-6 2-80,3-9 64,3 8-40,-1-11 0,-1 12 24,2-12-8,-3 13-40,-1 0 72,4-3-24,10-10 24,-12 15-32,1-5-16,1-1-24,-6 6 40,15-5-32,-12-1 0,3 1 40,9-1-56,-12 1 24,3 2-16,5 0 16,-8-1-80,14-1 32,-11 1-32,12 0 0,-14 4 64,-3 0-80,18 0-80,-16-3-24,14 3-56,-13 0-16,12-4-64,-15 4 320,4 0-393,9 0-111,-10 0-56,11-4-24,-11 4-96,-2 0 680,1 0-712,14 0-112,-17 0-97,5 0-71,1 0-8,-3 0 1000,-3 0-976,6 0 168,-2 2 239,-1 0-3599,-3-2 4168</inkml:trace>
  <inkml:trace contextRef="#ctx0" brushRef="#br0" timeOffset="432">1028 1 6633,'0'2'1008,"0"0"-288,0-1-256,4 1-144,-4-1-320,0 0 273,0 1-25,0 0 16,0-2 24,0 2 40,0-2-328,0 0 336,0 1 24,0-1-40,0 0 24,-2 0-40,0 0-8,0 0-296,-1 0 288,-1 0-104,0 0 24,1 0-16,-3 0 8,2 0-200,3 0 224,-5 0-8,1 0-15,-3 0-25,-6 0 16,8 0-8,-9 0-8,10 0-48,-2 0 32,-1 0-24,1 0-8,-2 0-128,1 0 168,3 0-40,-12 0-24,12 0-40,-12-3-8,12 3-16,-12 0-16,12 0 0,-10 0 24,9 2-40,-10-1 8,14 0-16,-2 2 32,-10-1-64,8 2 16,-9-1 32,10-1-40,0 2 24,3-2-80,-13 3-88,9 3-144,-1-3-192,-10 1-168,12 1 672,5-7-849,-8 5-167,1 3-176,-8-1-144,12 1-145,-5-1-111,2-4 1592,-2 1-1272,4 13-3385,4-17 4657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08.16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3182 0 3560,'0'0'1337,"0"0"-721,0 0-120,0 0-152,3 0-144,1 2-72,-4 0-88,4 0 8,-1-2 0,-3 2 16,2-1-64,0 0 96,2-1 0,-4 1 40,4-1 16,-4 0 16,2 0-168,-1 0 160,-1 0-8,4 2-8,0-2-24,-4 0-24,3 0-16,-2 1-80,2 0 72,-3-1-56,4 2 8,-1 0 32,1 0-16,-2-1-40,0-1 88,3 2 8,-1 0-8,-1 0 24,1 0 48,1 0-160,-4-2 160,2 1 0,1 1-15,2 0 7,-1 2-8,1 0-16,-5-4-128,3 1 120,2 1-64,8 2 40,-14 0 0,6-1 16,-2 0-112,-3-2 128,14 1-24,-15 1-8,15-1-16,-12 2-8,3 1 16,-5-4-88,13 2 80,-11 1-40,3 0 56,10-1-16,-12 3 24,3-5-104,1 1 152,-5 2-48,14 0 40,-11-1-32,10 3 40,-11-3-152,-4-2 144,15 4-16,-10-1 24,8 1-72,-8-3 48,12 4-40,-17-5-88,2 3 88,15 2 0,-14-1-8,13 1 8,-14-1 8,7 0-96,-5-2 72,-1 2 16,10 1-8,-10 1 16,11 8 8,-12-12-8,-2-2-96,4 6 72,10-2-80,-12 3 64,1-1-56,2 8 32,-4-14-32,1 1 48,12 4-56,-12 1 56,1 1-40,2-1-8,-2 5 0,-3-9 16,3 2-40,1 1 48,1-1 8,-1 3-32,1-1 0,-5-6 0,2 5-16,2 2-32,1-1 40,-1-2 8,1 1 8,-3-2-8,-1-1 24,2 5-16,1-3-16,1 10-8,-1-13 8,1 5 8,-1-1 24,1 1-24,9-1 40,-12-1-32,1 10-8,-2-13 0,2 1 25,1 5-41,1-1 24,8 8 0,-10-12 0,-1 8-8,-2-7 56,4 2-32,1 1 8,-1 8-16,1-10-40,-1 3 56,-4-8-32,4 14 32,0-6-56,1 8 72,8-10-32,-14 12-32,2-15 16,0 0 40,4 13-40,-3-10 32,3 12-8,-1-12-24,0 8 0,-4-12 24,3 4-32,-1 10-24,1-10 32,0 12-16,-1-11 32,-2-6-16,2 17 32,1-11-48,-4 12 24,3-12-24,1 8 8,-2-11 8,0-1 16,-2 14 8,3-12-24,1 13 0,0-12 8,-4 12 0,0-17-8,3 6-16,-3 7 8,4-8 0,-4 9-8,4-8 32,-3-1-16,1 5-8,2-4 16,-4 11 0,4-12 0,-4 12 32,3-12-40,-3-4 24,4 14-8,-4-10 40,4 10-80,-4-8 40,0 10-8,0-15-8,3 9-32,-3-5 16,0 11 16,4-10 40,-4 10-40,2-15 0,0 0 48,-2 17-8,4-13-48,-4 12 48,0-12 0,0 11-40,0-18-24,0 6 24,0 12-16,3-12 16,-3 14 24,0-13-8,1 0-16,2 5 32,-3-5-72,0 11 48,4-3-16,-4-9 16,0 7-8,0-8 64,0 10-64,0-8 72,0 12-88,3-5 8,-3-8 24,0-4-16,0 16-56,0-11 24,0 12 32,0-5-8,0-6 32,0 12 56,0-13-56,0 12 32,0-12-64,0 13 8,0-7 0,0-11 32,0 4-48,0 14 0,0-13 32,-2 12-8,2-12 8,0-3-16,-1 8 64,-1-6-96,0 12 24,2-10 24,-2 10-16,1-13 0,0-3 80,-1 15-32,1-10 24,-1 10-40,0-10-8,0 10-8,2-17-16,-2 15-16,-2-8 8,3 11 8,-1-3 24,0-10-8,0 3-16,0 3 64,0 4-16,1-10 24,-1 15-56,0-14-16,0 9 0,2-12-8,-2 12-48,0 2 168,2-1-112,0 1 40,0-3-8,0-11-32,-1 9-104,-1 3 88,0-8 0,0 15 40,0-5 24,1-9-48,0-2 112,0 9-40,-1 0 16,0 0-32,0-1-56,0-1 0,2-11 56,-3 13-64,-1-8 0,-2 13 64,3-12-96,-1 12 72,2-13 64,-3 13-104,1-5 144,-2-8-112,1 12-16,1-14-8,2-3 64,-3 18-96,-1-12 168,1 12-136,-1-5-8,1-1 24,4-12-16,-4 11-104,0 2 56,-1-8 56,1 12-48,-1-12 48,4 2-8,-1 0 56,-3-1-64,1 10-16,-1-12 48,1 10-8,0-11-16,4-4 16,-4 6 32,-1 8-16,1-10-32,-1 10-8,1-9-8,3-5 16,-2 5-56,-2 1 0,3 8 8,-3-11 72,3 3-56,-1-2 32,2-3 32,-3 6 16,1-1-24,-2 0 16,3 8-24,-1-9-16,4-6 0,-5 7-32,1 0-32,0 1 72,-1 6-8,1-12 16,3 0-16,-2 2 72,-2 3-96,1 8 128,-1-12-120,1 3 8,-1-2 8,4-2 16,-2 3-104,-3 1 176,3 1-72,-3-2 0,2 1 8,3-5-24,-3 3-80,0 2 48,-1 1 16,-1-1-16,1-1 24,2-1 8,2-2 32,-5 3-24,3 1-64,-3-1 80,1-1-32,1 1 8,4-4 16,-6 4 64,1-1-56,-1 1-24,3 1 0,-3-1-8,5-3 8,-1 2 0,-4 1-32,1 1 128,1-1-104,0-1-8,0 2 64,-1-1-144,1 1 144,1-3-32,-3 3-16,2-1 16,4-4-16,-3 4-48,-3 0-40,3 1 88,-1-1 8,0 1-8,2-3 0,1-1 96,-5 4-120,2-1 64,1-1-32,-1 0-16,1 1 8,2-5 40,-2 4-104,-1 2 120,2-3-56,-3 3 0,-1-3 8,5-2-8,-3 0-40,0 1 0,0 2 24,1-1 40,-1 1-24,1-3 0,2 0 48,-4 1-24,1 0 88,2-2-88,-2 2 0,1-1-24,3-1 0,-4 2-88,2 0 32,-1 0 40,-1 0 40,0 0-24,3-2 0,0 1 72,0 1-72,-3 0 64,0 0-48,2 0 8,-1-1-24,3 0 32,-4-1-96,2 0 176,0 0-112,0 1 24,-1-1-8,2 1-16,-2 0-104,-1-1 32,3 0 64,-3 0 8,2 2 24,0 0 56,0-2-48,-1 2 48,-1-2-88,2 0 8,-1 0 0,3 0 16,-4 0-80,2 0 136,-2 0-56,1 0-24,1 0 24,1 0-16,0 0-56,-1 0 0,0 0 152,0 0-88,-1 0 8,2 0-16,0 0 64,1 0-136,-2 0 128,0-4-24,0 4-16,1 0-8,0 0-8,0 0-32,1 0 0,-2 0 56,2 0 8,0 0-24,0 0-8,0 0 72,-2 0-64,2 0 160,-2 0-160,0 0 8,1 0-16,1 0-152,0 0 288,0 0-128,0 0 16,-2 0 8,2 0-32,0 0-88,-2 0 56,0-4 40,2 4 16,-2 0 0,1 0-24,0 0 72,1 0-40,-1 0 48,-1 0-64,0 0 8,2 0 8,0 0-32,-2-3-80,0 3 24,0 0 32,1 0 8,-1 0 8,1 0 8,0 0 56,-1-4-88,0 4 176,-2 0-112,3-4-8,-3 4 16,0 0-160,2 0 224,1-3-112,-1 3-8,-2 0 24,3 0-8,-2-4-104,0 4 48,-1-4 56,-1 4 8,1-3-16,2 3 8,0 0 48,-3-4-24,1 4 8,-2-4-32,1 1-16,1 3 16,4 0 0,-5-4-40,-1 0 72,1 4-40,-1-3 0,1 3 24,-1-4-24,1 0-8,-1 4 0,1-3 16,-1 3-32,1-3 32,3 2 32,-6 1-8,1-4 96,2 4-112,-3-3 0,3-1-32,4 4 24,-6 0-136,0-4 88,1 0 16,-8 1 48,10-1-8,1 4-8,1 0 64,-6-4-32,1 4 16,-1 0-48,-6-3 16,10-1-16,4 4-8,-5-4-40,-3 1 176,-7-1-168,12 4 24,-12-4 40,14 4-24,-3-3-120,-4-1 72,-8 0 16,12 1 32,-3 3-16,-3-3 16,5 2 56,-1-3-40,-8 1-112,8-1 64,-10 0-16,10 1 64,6 3-16,-15-4 64,10 0-80,-10 1 8,10-1-8,-12 0 8,15 3 8,-1-1 0,-12-2-16,9 0 128,-10 1-104,12 3 32,-7-3-40,7 2 40,-1 1-128,-10 0 128,10 0-40,-14-4-8,14 4-32,4 0 40,-13-4-48,9 4-8,-1-3 64,-9 3 8,10 0-8,-3 0-8,1 0 64,2 0-80,-10 0 24,9-4-24,-1 4-32,-8 0 16,10 0 8,-10 0 16,10 0 40,-3 0-8,-8 0-56,14 0 32,-2 0 32,-3 0-88,-10 0 24,12 0 64,-3 0-72,-3 0 40,6 0 56,1 0-16,-11 0 112,10 0-136,-2 0-8,-8 0-16,14 0 8,-4 0-128,-9 0 120,8 0 8,-1 0 8,-8 0-16,12 0 8,1 0 24,-13 0-48,9 0 88,-1 0-88,-8 0-16,10-3 40,5 2-16,-8 1-48,-8 0 80,10 0 8,-8 0 0,8-3-32,5 2 8,-13-2-8,9-1-40,-3 4 0,-6-3 56,8 3-24,-3 0 16,4 0 16,-3-4 0,-7 4 16,8 0-8,-8-4 16,10 4-40,5 0 8,-15-3-64,10-1 0,-10 0 48,9 1-8,-8 3 72,11 0-56,0 0 48,-12-4-64,10 4 88,-10 0-72,10 0-8,-7-3 8,9 2 32,-2 1-88,-3 0 32,-8-3 24,10 3-24,-9 0 24,14 0 0,-3 0-8,-11-4-40,10 4 72,-12-4-64,12 1 32,-5 3 8,3 0 48,2 0-64,-3 0 88,-7 0-64,10 0 16,-9 0-24,13 0-8,-4-4-32,-12 4 112,12 0-56,-3-4-8,-6 4-16,12 0 8,-2 0-80,-3 0-8,-8 0 128,9 0-24,-1 0 8,-5 0-24,8 0 80,-2 0-128,-10-3 168,8 3-128,-7 0 0,10-4 48,4 3-40,-15 2-120,11-1 64,-10 0 64,10 0-24,-10 0 32,12 0-16,0 0 64,-13 0-80,9-4 112,-12 4-104,14 0 8,-10-3 0,13 3 0,-3 0-104,-10 0 56,9 0 24,-10 0 24,8 0-16,-8-4 64,8 4-80,-8 0 80,10 0-48,-10 0-24,12-2 24,2 0 24,-5 2-120,-10 0 248,12 0-120,-12 0-16,12 0-16,5 0 40,-15 0-200,10 0 128,-3 0 32,-8 0 32,10 0 8,1 0-40,-4 0 16,3 0 0,-9 0-24,10 0 0,-10 0 32,11 0-24,3 0 32,-14 2 8,9 0 152,-1-2-184,-8 2 0,10-2 8,2 0-16,-9 0-136,7 0 128,-10 2 32,9-2 8,-8 1-16,10-1-16,2 0 72,-14 0-48,10 0 32,-9 0-24,10 2-24,-9-2-8,13 0 32,-6 0-72,-8 0 72,8 0-16,-10 0-48,10 0-8,0 0 40,-6 0-80,7 0 8,-12 0 200,10 0-80,-10 0 24,7 0-72,7 0 80,-3 0-168,-13 0 176,14 0-112,-11 0 0,10 0 8,7 0 16,-16 0-88,8 0 32,-10 0 96,12 0-48,-12 0-8,14 0 16,1 0 56,-16 0-64,14 0 112,-14 0-80,14 0-16,-9 0-8,11 0 0,-2-3-104,-12 3 176,12 0-88,-14 0 16,14 0 16,1 0-16,-11 0-64,10 0 40,-10 0 24,10 0 24,-12 0-24,14 0 0,1 0 56,-13 0-40,9 0 48,-10 0-72,8 0-32,-9 0 40,16 0 0,-6 0-80,-10 0 56,12 0 48,-14 0 40,14-4-24,-3 4-40,-3 0 80,6 0-96,-14 0 112,14 0-72,-12 0-40,12 0 56,-12 0-168,12 0 304,-12 0-152,12 0 16,-12 0 8,12 0-192,-12 0 72,12 0 32,-10 0 16,9 0-16,1 0 72,-12 0-8,12 0 24,-3 0-40,-8 0 48,11 0-56,4 0 8,-13 0-8,10 0 40,-3 0-48,-1 0 24,-6 0 0,12 0-16,-2 0-24,-2 2-8,-8-2 24,8 2 8,-1-2 48,-3 1-48,5-1 40,3 0-8,-5 2 16,0-2-64,-8 2 48,9 0 16,6-2-48,-7 0-48,-8 0 0,10 2 64,-3-2-48,-6 0 32,11 0 0,0 0 48,-11 2-72,8-2 56,-11 0-40,12 0 40,-2 0-32,7 0 8,-15 0-16,9 0 136,-8 0-152,8 0 8,-1 0-40,3 0 56,-7 0-176,6 0 32,-10 0-72,9-4 40,1 4 0,0-2 176,2 0-192,-4 2 32,0-3-32,-1 3-224,1 0-224,0 0-312,6 0 952,-4 0-1337,0 0-143,-1 0-104,1 0-89,1 0-47,2 0 1720,0 0-1560,0 0 343,1 1-3071,1-1 4288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4.760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565 0 8209,'0'0'1377,"0"0"-569,0 0-352,0 0-456,0 0 280,4 2-184,-4-2 48,0 0 24,0 0 64,0 0 56,0 0-288,0 0 312,0 0-8,-2 0 32,0 0-32,0 0-40,-3 0 8,-1 0-39,1 0 23,-1 0-88,-1 0 8,-7 0-176,13 0 168,-5 0-72,-10 0 88,10 0-40,-10 0-64,10 0 16,1 0-96,-6 0 48,3 0 0,-12 0 88,5 0-16,-1 0-40,6 1-80,5 0 128,-13 1-64,-1-2 40,1 2-32,0 0 0,-1-1-72,17 0 0,-16 4-16,-2-3-16,0 0 40,1-1 32,1 3-32,9-3-8,-1 0 56,-6 1-72,-1 0-32,-1-1-40,11 1-80,-10-2 168,13 0-288,-3 2-176,-10 0-168,12 0-297,-10 0-167,10-2-184,-3 1-208,-6-1-65,8 0-71,-1 0 344,-1 2-3361,8-2 4641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3.19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135 485 3840,'0'0'312,"0"0"104,0 0 57,0 0-25,0 0-32,0 0-8,0 0-408,0 0 400,0 0 0,0-4 24,0 4-24,0 0-8,0 0-392,0 0 416,0 0-40,0 0 129,0-4-65,0 4-8,0 0-432,0 0 456,0-4-96,4 4 56,-4 0-8,0 0 16,0 0-24,0 0-400,0 0 408,0 0-32,0 0-7,0 0 31,0 0-40,0 0-2273,-2 0 4194,0 2-1921,0 0-32,0 2-8,1 0-16,-1 1-304,2-5 288,-4 6-16,0-1 24,3 2-48,-3-1-32,0 9-8,2-14-208,-1 3 184,-1 11-8,0-10 32,-1 10-55,1-9-49,0 5-104,3-6 128,-5 3-128,1 12 104,-1-6-72,1 1 0,-1-7-16,6-8-16,-6 18-64,3-11 48,-1 12 16,0-12 32,1 11 8,1-11-40,0 1 64,-2-1-80,1 12 16,-1-12-40,0 10 24,1-13 16,3-3 24,-2 14-32,0-9 128,0 10-128,0-10-104,1 1 16,-1 0-160,2 1-65,0-3 41,-2 1-96,2-1-64,0-1 440,0-2-400,0 3-120,0-3-8,0 0-208,0 0-152,0 1-137,0-3 1025,4 2-1280,-1-2-40,1 2-113,0-2-31,-1 0 16,-1 0 1448,2 0-1200,1-4 327,1 1-3295,-6 3 4168</inkml:trace>
  <inkml:trace contextRef="#ctx0" brushRef="#br0" timeOffset="646">652 231 3784,'0'0'184,"0"0"48,-2 0 64,2-4 25,0 4-25,-2-3-296,2 2 296,-2 1 8,0 0 8,1-3 8,-1 3-16,2 0 16,-1 0-320,0 0 312,-1-4-24,0 0 40,0 4-56,2-3-16,-1 3 8,-1 0-40,0 0 24,-2 0 9,2-4-1,1 4 0,0 0-256,-2 0 232,-1 0-40,0 0 8,1 0-32,-3 0 24,5 0-192,-1 0 176,-4 0-24,2 0-48,1 0 0,-3 0 0,3 0-104,3 0 104,-6 0 32,1 2-48,3 0 24,-4 0-24,2-1 0,4 0-88,-3 2 112,-1-1-56,0 2 32,1-3 24,-1 1-24,-1 4 48,3-3-48,-2 1 96,2 2-88,-1-3-16,-1 3 64,4-6-144,-2 5 8,-2-1 64,3 2 24,-1-1-56,0 2 16,1-4-56,0 2 40,1 0-48,0 1 96,0-1-64,-2 1 40,2-2-64,0-3 96,0 5-96,0-1 104,0 1-55,4-1 31,0 1 0,-4-5-80,0 3 0,3 4 16,1-3-16,0 1 24,-1-1 24,3-1 40,-1 2-56,12-3 56,-17 1-56,5 0-48,9-3 16,-13-1 24,3 4-88,1 0-8,1-2 80,-1 1-16,1-1 16,-1-1-8,4 0 40,-9-1-96,6 0 80,0 0-24,-1 0 40,-1 0-40,-2 0 32,3 0-80,1 0 152,-1 0-152,1-4 16,-1 4 32,-4 0 0,4-3-152,0 3 112,1-4 40,-3 0-32,1 1 40,-2 1-8,0 0 48,1-2-16,1 1-32,0-1 0,-4 0-8,3-1-24,-3-1 48,4 2 24,-4-1-48,0-1 8,0 1 16,0 1-16,0-7-40,0 11 16,0-3 24,0-3-24,0 1-8,0 1 32,0 2 16,0-13-8,0 12 88,0-3-72,0-9-48,0 12 16,0 3 8,-2-6-112,2-9 64,-2 12 48,1-3 8,-1 1-24,1 3 16,0-2 40,-1-10-72,0 14 88,0-6-48,1 1-32,-1 0 24,2 4 32,-2-3-112,0 1 88,0-1-8,0 0-32,1-1-16,0 2 48,0-9-40,-1 12-89,0-5 1,0 1-48,2 0-104,-1 2 280,0 1-304,-1-3-56,1 0-16,-1 4-64,-4 0-24,3-3 464,3 2-496,-4 1-80,2 0-24,0 0-129,0 0-143,2 0-64,0 0 936,-1 0-1048,-1 0 72,2 0 263,-2 0 193,2 2-3400,0-2 3920</inkml:trace>
  <inkml:trace contextRef="#ctx0" brushRef="#br0" timeOffset="1270">849 155 5601,'0'2'1136,"0"2"-72,0 1-232,0 1-280,0-3-552,0-1 409,3 4-97,1-1-56,-4 3-32,0-1 32,4-1-8,-4-6-248,0 5 240,0 3 32,0-1 56,0 9 24,0-10-24,0-3-328,0 1 376,3 13-112,-3-12 64,4 3-96,-4 6-24,3-9-208,-2-4 249,-1 5-113,0 1 72,3-2-8,-3 3 0,4-1-16,-4-6-184,0 5 168,4 2-24,-4-3 8,3 1 8,-3-1-48,0-2-112,0 0 112,0-1-16,0 0 64,0-1-96,0 1 24,4-2-88,-4 0 24,0 0-104,0 0 232,0 0-160,0 0 16,0 0-32,1-1 24,2-1-112,-3-2 56,0 0 88,0-1-8,0-1-72,2-4 48,-1 5 48,-1 2-144,0-3 192,4-10-72,-4 10-48,0-9 40,4 10-112,-4-13 0,3 12 80,1-14 8,2 14-16,-4-2 24,1-2 80,1 4-56,-1-14 24,1 15-24,0-12 0,1 12-24,-5 5-8,6-19-40,-1 14 48,1-12-16,-1 12 8,10-14 32,-15 18-24,0-1-24,6-13-24,-1 11 48,10-11 32,-11 12 48,-2-1-80,-1 2 104,5-3-16,8-10 40,-10 11-120,2 1 0,-1-1-8,-5 4 56,15 0-160,-11-4 72,10 1 24,-10 3-80,11-4 24,-13 3 64,1-2-64,12 0-160,-11 3 40,10 0-80,-10-4-80,7 4 344,-7 0-312,-1-4-96,12 4 8,-11 0-89,1 0-71,12 0-104,-17 0 664,3-3-816,3 3-32,10-4-32,-12 4-49,2 0-7,1 0 936,0 0-952,-3 0-64,11 0 176,-12 0 175,12 0-3455,-15 0 4120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1:4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808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1301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1724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218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3723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4373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494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5361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5917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3815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4895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5995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6868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8132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8692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9168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9600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1408">61 1494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936">87 105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4758">115 126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1446">24 1375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18.055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2362 0 13450,'0'2'2585,"0"4"-1065,5-3-680,-1 3-503,2-1-281,-2 0-56,-3-4-121,3 4-271,-1-3 32,-3 0-48,0 0 88,0 0 128,0-2 192,-1 0-160,-1 0 24,-4 0 40,1 0 48,-3 0-16,0 0 64,2 0 40,0 0-16,-9 0 48,10-4-64,-13 4-24,11-3 16,6 2-8,-21 1-64,7-3 144,1 3-104,-3-4 0,1 0 0,10 4 32,-5 0-120,-5-3 72,-1 3 40,0-4-8,1 0 0,4 2 16,7 1 24,-15-3-48,0 0-64,-2 4 96,0 0-32,0 0 48,20 0-24,-20 0 48,-2 0-120,0 0 64,-2 0-24,-1 2 24,1 4 64,-2 8-48,1-8 168,-1 10-96,1-10 16,3 10-96,20-14 144,-24 4-168,1 12 200,-1-1-72,1-1-40,-3 5 8,24-17-72,-15 12 8,-7 6 0,-1 2 56,-1-2 24,1 2 0,11-9-88,6-5 192,-19 16-32,2 2-40,-1-1 48,-1 3-24,0 1 40,30-30-184,-28 31 216,0 1-80,-1 0 9,1 2-33,0 0-24,18-21-88,-6 7 120,-9 16-72,1 2-16,1-3 32,0 3 16,5-10-80,14-21 104,-17 27 64,0 7-24,0-3 8,1 1 0,1 0-48,17-32-104,-14 25 128,-3 13-64,0 0 56,-1 0 16,3-2-24,7-20-112,4-6 184,-10 26-72,0 4 144,1-4-120,1 1-24,1-2-112,13-41 64,-13 43-168,6-1 96,-10-2 24,11 0 32,-12-1 16,17-29-64,-1 13 40,-5 11-56,-6-3 56,10 1 0,-3-1 32,1-11-72,4-13 80,-5 18-56,1 3 40,1-4-128,-1-1-8,3-3 0,2-19 72,-2 17-184,-1 0 8,1-2-16,1 1-32,0-5-16,1-6 240,0 1-264,-1 5-48,0 1-56,1-9-56,-1 10-16,0-13 440,2-2-529,-2 4-87,0 3-72,0-3-128,1 1-104,-1-1-112,1-3 1032,0 2-1169,-1 1-111,2-1-48,-2 0-17,0 1 113,0-1 1232,1-2-904,-1 5-3465,2-7 4369</inkml:trace>
  <inkml:trace contextRef="#ctx0" brushRef="#br0" timeOffset="358">815 2280 14139,'-1'6'3400,"-1"-1"-1311,0 12-1161,0-11-472,0 8-456,0 1-168,-3-10-152,1 12-72,0-13 392,3-2-304,-14 3 16,9 10 200,-10-10 8,1 12 48,0-12 16,14-4 16,-12 6-56,-6 7 0,3-10 40,-4 3-8,1-1 16,10-3 8,0-1 32,-8 4-56,1 0 24,-1-5 0,2 1-8,2-2 8,10 0-16,-12 0 0,-1 0-32,-1-5 40,2-1-8,1-9 24,10 14-8,-7-3 16,-4-13-40,1 12 40,-1-15 8,-2 14 32,8-7-56,4 4 96,-10-9-48,0 1 48,8-3-96,-12 0-24,14 1 8,5 19 16,-20-22-72,12 0 0,-8-2 0,10-1-128,-10-1-113,14 16 313,-2-6-360,-3-12-120,-12-1-16,14 3-40,-12-1-24,12 7 560,3 14-600,-16-22-112,10 1-56,-10-4-113,3-1-71,-1 5-72,13 22 1024,-13-23-1128,-4 0-73,-2 0 81,0 1 280,0 1-3497,22 26 4337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4:50.70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2275 0 6185,'0'0'1112,"0"0"-24,0 0-328,0 1-760,0 0 481,0 1-209,0 0-96,0-1-64,0 1 24,0-2 56,0 0-192,0 2 200,0-2-24,0 2 16,0-2-64,-2 0-32,1 0-96,1 0 88,-4 2-64,-2 0 0,5-2-24,-3 1 24,1 1-24,2-2 24,-3 0-16,1 0-8,-3 0 24,3 0-24,-1 0 0,3 0 0,-2 0 8,1 0-48,-1 0 24,-1 0 0,2 0 16,0 0 0,1 0-16,-3 0-32,2 0-48,-2-3-72,2 3-40,1 0-104,1 0 312,-4 0-424,0 0-144,1 0-137,1 0-103,0 1-64,1-1 872,0 0-888,-1 2 136,0 0 208,1 0 200,-1 0-3521,2-2 3865</inkml:trace>
  <inkml:trace contextRef="#ctx0" brushRef="#br0" timeOffset="1035">1889 4 7001,'0'2'1224,"0"2"-1224,0-3 888,0 5-495,-2-3-257,0 1-72,1-2-80,-1 0 0,0 0 8,-4-1-24,3 1 48,-1 0-24,0-2 16,2 0-8,1 0 24,-5 0-16,1 0-8,-1 0 0,1 0-48,0 2 48,4-2-104,-6 0-40,1 0-73,1 0-39,-1 0-24,1 0-56,3 0 336,-2 0-376,0 0-120,1 0-72,-3 0-64,3 0-24,0 0 656,2 0-512,-3 0 127,2 0 145,1 0-3576,1 0 3816</inkml:trace>
  <inkml:trace contextRef="#ctx0" brushRef="#br0" timeOffset="1036">1242 98 6697,'0'1'1320,"-2"1"-240,-2 0-503,1 0-321,-1 0-152,0 0-64,-1-1-32,1 1 24,-1 0 8,-1 0 16,3-2-56,1 0 64,-4 0-8,0 0-56,1 2 8,-1-2 8,1 0-16,5 0 0,-7 0 40,1 0-80,1 0-8,-1 0-24,1 0-72,2 0 144,-2 0-136,0 0-96,-1 0-40,1 0-97,-1 0-111,2 0 480,3 0-584,-5 0-144,1 0-64,-1 0 8,0 2 136,1-1 199,4 0 449,-4 0-280,2 1-3624,3-2 3904</inkml:trace>
  <inkml:trace contextRef="#ctx0" brushRef="#br0" timeOffset="1037">677 162 6649,'0'0'1352,"-2"0"-288,1 0-423,-1 2-289,0 0-168,2-2-184,-2 1 72,0-1-40,0 0 8,1 0-8,-3 0 32,2 0-64,0 0 96,-1 0-32,-1 0 16,0 0-56,0 0-16,-1 0-8,5 0 16,-6 0-104,1-3 0,-1 3-56,1 0-80,-1 0-16,3-4-56,-1 4-129,0-4-55,-1 4-112,1 0-96,0 0 688,3 0-720,-5 0-32,1 0 32,-1 0 136,2 0 191,1 0 145,2 0 248,-2 0-3816,3 0 3816</inkml:trace>
  <inkml:trace contextRef="#ctx0" brushRef="#br0" timeOffset="1038">105 188 8305,'-1'1'1825,"-1"1"-689,-4 0-512,6-2-624,-3 2 288,-1 2-184,0-2-16,-1-1-56,1 1-24,0 0 24,-1 0-16,-1-2 8,1 2-32,-1 0-8,1-1 16,5-1-112,-6 0-144,1 0-136,1 2-240,-2-2-224,1 0-225,4 0 1081,-4 0-1272,2 0-64,-1 0 176,0 2 327,3 0-3383,1-2 4216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19.803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338 1 5625,'0'3'1344,"0"3"40,0-1-287,0 1-281,0-1-264,4 3-112,0-1-96,-4-1-40,0-1 16,0 3-8,0-3 16,0-4-328,4 15 320,-4-11-56,0 3 0,0 6-16,0-6-23,0-1-225,0 2 224,0-2-56,0 16-32,0-16 56,0 13-24,0-5-168,0-11 192,-2 10 8,0 6-8,0 1 32,0-3-16,0 2 8,2-16-216,-2 13 192,1 5-56,-1 0 64,2 0 16,0 2-24,0-10-192,0-4 256,0 15-64,0 5-32,0-1 24,0 1-64,0-2-120,0-27 152,0 30-40,0 2-24,0 0 40,3 1-64,-3-3 41,4 0-33,-4 0-64,4 1 72,0 1-24,-1-4-8,0-6-48,-2-15 120,-1 22-80,4-1-16,-1-1 0,-3-1-24,0 1 8,0-24-8,4 16 32,-4 4-56,0-2 32,4 0 16,-4 0-24,0-12 0,0 0 32,0 9-64,0-3-88,0 1-24,0-3-128,0 0 272,0-13-377,0 14-15,0-8-152,0 12-16,-2-12-72,2 8-88,-2-10-56,0 2-113,0 1-87,0-1-24,1-1-80,-1-3 1080,2-1-1152,-2 4-25,0-4-55,0 3 96,2-1 208,0-2 279,0-2 649,0 1-2344,0-1 2344</inkml:trace>
  <inkml:trace contextRef="#ctx0" brushRef="#br0" timeOffset="552">688 1036 6777,'0'0'1464,"0"0"-295,0 0-473,0 0-696,0 0 440,0 2-216,0 0-96,0 3 0,0-1-16,0 1-112,0-5 144,-2 6 24,0-1 32,0 1 40,-1-1 16,-3 3-8,4-4-248,-1 7 216,-3-6-80,1 2 24,-3 10-16,3-12-8,-3 10 40,1-9-16,-8 12-8,10-12 24,-1 10 25,-8-9-33,12-6-168,0 13 224,-4-6-80,-1 8 8,-8-10 8,10 10 0,1-13-160,0 0 192,-10 4-8,8 8-40,-9-10 0,10 12 16,-9-12-160,13-5 152,-4 6 32,-3-1-80,-8 3 8,10-3-8,-8 1-48,12-4-56,-2 3 120,-12 1-80,10-1-24,-9-1 64,10-2-16,-8 0-64,7-1 80,1 1 24,-12 0-56,12 0-32,-12-2 16,3 0-56,6 0 16,-12 0-24,13-4 24,-10 0 32,12-1-16,-4-1-8,-1-3 72,3 6-80,-12-12-8,12 11 32,-11-12-48,12 11 32,4 4 16,-16-15 8,11 1-40,-14 9 0,14-16 40,-11 8-64,16 10 40,-4-9-40,-12-4-160,12 3-184,-10-5-136,10 5-240,-3 4 760,2 3-968,1-9-217,-1 10-223,-1-18-176,3 8-33,-2 0 1617,7 15-1664,-4-19 296,2 0-3297,2 20 4665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2692 193 4937,'0'0'400,"0"0"96,0 0-8,0 0-488,0 0 432,0 0-48,0 0-48,0 0-16,0 0 16,0 0 0,0 0 0,0 0-40,0 0 57,0 0-25,0 0-8,0 0-4097,-2 0 7906,2 0-3833,0-3 16,-2 3 48,1 0-32,-1 0 16,2 0-344,-2 0 336,0 0-56,0 0 32,0 0-40,1 0 32,-1 0-8,-2 0-15,2 0-9,0 0-24,1 0-8,-1 0-240,2 0 192,-4 0 8,2 0-32,-3 0 0,1 0-8,0 0-16,3 0-144,-3 0 152,0 0-64,0 0 24,-1 0 0,1 0 16,1 0-128,1 0 152,-2 0-24,-1 0-24,-1 0 16,2 0-24,-1 0 24,5 0-120,-6 0 104,1 0-48,-1 1 48,-1-1-56,0 2 56,4-1-104,-2 0 80,0 1-72,-10-2 72,11 0-40,-3 2 8,1-1-48,5 0 56,-14 2-16,9-1 24,-1 0 8,0 0 8,-10 0 24,16-2-104,-3 2 40,-4-1 0,-6 1 32,8 0 0,0 0 16,-2-1-88,2 0 97,0 1-17,-1-1-40,-10 1 8,12-2-40,-2 2-8,6-2 16,-15 2-40,10-2 8,-12 0 48,13 2-16,-12-2 8,15 0-24,-2 0 72,-14 2-96,13-1 112,-12-1-48,11 2-32,-5-2-8,6 0 88,-1 2-128,-12-2 104,11 2-80,-12 0 8,12 0-8,6-2 16,-15 1-40,11 1 56,-12 0 0,10 0 16,-11 0-8,14-1-24,0 0 56,-12 0-32,10 3 0,-10-2 0,8 0-32,-6 1 8,12-2 24,-4 0 8,-12 3-24,12-2 24,-1 0-16,-10 0 8,16-2-24,-3 1 32,-13-1-40,10 2 48,-8-2-8,10 2-8,-6-2-24,5 0 56,1 2-40,-10-2 8,9 0-8,-8 2 0,8-2-16,6 0 8,-18 0-24,12 2-24,-10-2 48,10 1 8,-1-1 8,-10 0 56,12 0-104,-3 0 8,-8 0 24,9 0 24,-6 0-32,9 0 40,-3 2 0,-8-2-24,8 0-56,-10 2 64,11 0-16,3-2-8,-12 2 8,10 0-8,-12-1-16,12 1 16,-14-2 0,16 1 0,1 0 40,-6 1-24,-8 0 56,12 0-64,-11-2-8,10 0 0,5 0-8,-15 0-56,10 1 48,-10-1 16,9 2 0,-1 0 8,2-1-8,-5 0 16,5 1-56,-10-2 40,10 0 16,-12 0 0,13 0-16,2 0 32,-12 0-48,8 0 16,-8 0-8,8 2 32,-11-2 0,16 0-24,-3 0-32,-3 0 8,-8 0 0,9 0 24,-1 0 0,0 0 0,-1 0 40,3 2-40,-3-2 40,-8 0-24,10 0-8,-6 0-8,10 0 40,-4 1-96,-1-1 16,-8 2 32,10 0 0,-10-2 32,13 0-24,-2 0 40,-12 0-80,10 0 40,-8 2-24,8-2 24,-3 1 0,3 0 24,1-1-24,-10 0 88,10 0-112,-10 0 40,9 0-24,6 0 8,-16 0-56,8 0 24,-10 0 16,11 0 16,-10 0-8,14 0 8,-1 0 48,-13 0-24,12 0 40,-15 0-40,12 0 0,-6 0-24,10 0-16,-2-4-32,-10 4 72,8 0-64,-10 0 56,11 0-16,3 0 0,-9 0-24,8 0 0,-10-4 24,9 4 24,-8 0-24,10 0 0,2 0 72,-13 0-64,10 0-24,-10 0 0,10 0 8,-11 0 8,15 0 8,-4 0 24,-3 0-40,1-3-16,-8 3 32,10 0-48,2 0 40,-2 0 24,-11 0-40,10 0 0,-8 0 24,8 0 24,1 0-32,3 0 32,-15 0-16,13 2-16,-3-1-8,-9-1 24,12 0-24,2 0 8,-11 0 32,8 0-88,-3 0 56,-8 2 0,12-2-16,1 1 16,0 0 40,-11-1-48,10 0 96,-3 0-96,-1 0 32,1 0 16,0 2-120,-1 0 152,-6 0-72,10-1-16,-2 1 16,5-2 0,-5 0-64,-1 0 24,1 0 24,-1 0 8,1 0 40,2 0-32,1 0 24,-12 2-16,12-2 80,-3 0-96,1 2 16,-3-2 16,8 0-24,-5 0-64,-3 0 0,1 0 80,1 0-56,-1 0 0,5 0 40,-1 0 24,-5 0-80,1 0 88,1 0 8,-1 0-32,1 0-8,5 0 48,-5 0-96,-9 0 80,12 0-64,-3 0 32,-1 0 24,6 0-24,-4 0-24,-2 0 48,0 0-32,-8 0-32,11 0 40,0 0 0,1 0 16,-4 0-8,1 0 40,-1-4-48,1 4-8,1-3 8,5 3 0,-6 0-16,1 0-48,-1-4 56,1 4 8,-1 0-48,4-1 48,-1-2 40,-3 3-96,1-3 64,3-1 16,-4 4-32,4 0 8,0 0 80,-1 0-96,-1-4 40,0 4-16,3 0-64,-3-4 64,4 4-8,-4 0-8,2 0-56,-3 0 80,1 0 0,1-3-24,1 3 8,0 0 72,0 0-72,-2 0-24,1 0 24,-1 0 8,-1 0-8,4 0 0,-2 0 8,-3 0 24,3 0-40,-1 0-8,2 0 16,1 0 0,-2 0-40,-2 0-16,1 0 64,-1 0-32,-1 0 8,4 0 16,0 0 24,-3 0-24,3 0 0,-2 0 8,1 0 8,-3-4-8,6 4-8,-3 0 0,-1-4-56,0 4 40,2 0 0,-1 0 0,1-1 16,0-1 48,-2 2-72,1 0 8,-3 0-8,2-4 24,2 4 0,1 0 16,-3 0-32,0 0 112,1-4-136,1 4-8,0 0 40,2 0 8,-2 0-96,-1 0 48,1 0 40,0 0-8,0-3-24,1 3 40,0 0 16,-1 0-24,1 0 48,1 0-24,0-4-48,0 4 32,0 0 24,0 0-64,0-4 16,0 4 72,0 0-56,0 0-16,-1 0 24,0 0 16,1 0-88,0 0 112,0 0-48,-2 0 24,1-2-16,0 1 40,1 1-112,0 0 112,-2 0-72,2 0 24,-2 0 32,2 0-24,-1 0-40,-1 0-32,0 0 64,-2 0-8,2 0 0,1 0 16,0 0 40,0-4-64,-1 4 48,0 0-8,0-4-48,-1 4 32,2 0-16,-2-3-24,1-1 8,0 4 48,0 0-24,0 0-8,2-1 16,-1-2-24,1 0-48,-2 3 56,0-4 0,2 4-8,-1-2 24,0 0 40,1-1-24,0 3-32,0-4 0,0 4 0,0 0 16,0 0-32,0 0-16,4-4 56,-1 4-16,-3-1 8,0-1 56,4-2-104,0 4 96,-1-4-64,1 4 32,-1 0-16,-2 0 48,2 0-80,1-3 104,2-1-120,8 4 32,-10-4 16,-3 4 0,4 0-96,0-3 64,12 3 24,-14-4 8,12 4 48,-12 0-48,0 0 56,11-4-24,-10 4 56,12-4-40,-12 4-8,12-3-40,-15 3 32,4 0-72,10 0 56,-11-4 40,10 4-48,-8 0 40,-1-1-48,6-2 24,-5 3-88,12-3 88,-12-1-24,10 4 8,-12-3-8,-2 2 56,18 1-24,-14 0-16,12 0-16,-12-3 24,12-1-32,-17 4 8,13-4 40,-9 4-96,17-3 56,-7 3 32,0 0 8,-13-2-40,1 0 96,19-2-24,-7 4-16,0 0-104,1 0 48,-2-3 0,-11 3 0,15-4 0,1 0 72,-3 1-40,2-1-24,-1 4-16,-13-1 8,9-2 0,5 0-48,-2-1 56,1 0 24,1 1 16,-7 3-48,-5 0 88,11-4-72,1 0 16,-2 1-32,1-1 16,0 0 16,-3 4-56,1-3-32,0-1 56,1 0-8,3 0 16,-14 3-8,4-1 48,8-2-88,-2 0 72,-1 4-48,3-3 0,-4 0 16,-10 2 80,14 1-96,-2-4 56,1 1-32,1 3 0,-1-4-32,-13 3 24,11 2 24,2-1-64,-1 0 16,2-4 56,-3 4-56,-3-2 24,-3 1 64,8 1-48,1-4-16,1 0 0,-1 4 16,-1 0-16,-16 0 24,17 0 16,1-3-16,-1 3-24,-1-4 8,1 4-24,-12-1 16,7-2 24,4 0-56,2 3 40,-1-4 24,1 4-40,-6-3 8,-7 2 40,11 1-48,1-3-16,1 3 24,-3-4 8,4 4 16,-18 0-24,12 0 16,2 0-24,1 0 16,-1 0 0,2 0 8,-10 0-16,0 0 56,8 0-40,2 0 32,-12 0-32,17 0-24,-9 0 8,-11 0 32,13 0-40,1 0 24,1 2-8,-1 0 0,1-1-40,-13 0 32,7 0 32,3-1-56,1 2-8,0 0 64,-1-2-48,-4 0 16,-5 0 48,10 0-32,0 0 16,1 0-16,-1-4-16,-10 4 24,-4 0-24,20-3-48,-15 3-8,16-4 64,-7 4-40,-10-4 24,3 4 8,4 0 32,-6 0-72,16-3 56,-16 3 0,16 0 8,-11-3-24,-8 2 24,3 1-16,16 0 8,-7 0-32,-1 0 8,3 0 8,-15 0 0,11 0 16,1 0-64,3-4 48,-2 4 8,3 0-40,-9 0 32,-1 0 56,10 0-8,0 0-24,1 0 16,-3 0-16,3 0-24,-18 0 8,18 2-8,-1 0-16,1 0 24,-3 0 0,1-2 0,-12 0-8,6 1 24,6-1-56,-1 2 24,-1-2-8,2 0-16,-13 0 32,-3 0 40,23 2-16,-18-2 0,14 0 8,-15 0 0,12 0-40,-16 0 8,3 0 16,15 0-40,-14 0 8,12 0 48,-12 0-24,2 0-8,1 0 32,-2 0 8,-1 0-48,10 0-24,-12 0 8,3 0 8,11 0 16,-14 0-16,3 0 56,10 0-56,-12 0-8,-3 0 24,4 0 24,9 0-104,-14 0 88,6 0 0,8 0-8,-11 0 0,-2 0 56,3 2-88,1-2 0,1 0 0,-1 0 32,-1 0-16,-4 0 16,4 0-16,-1 0-40,1 0 0,-4 0 40,4 0-8,-3 0 24,1 0 48,-2 0-64,4 0 16,-4 0-8,0 0 8,0 0 32,4 0-8,-4 0-40,0 0-8,0 0 16,0 0 8,0 0-40,3 0 24,-3 0 40,0 0-24,0 0 40,0 0-24,0 0-40,0 0 8,0 0 0,0 0 16,4 0 24,-4 0 0,0 0-32,4 0 0,-4 0 8,0 2 0,3-2-40,-3 0 16,0 2 24,4-2 8,-4 0-8,0 0 32,4 0-24,-4 1-16,4-1 24,-4 0 0,0 0-16,3 0 0,-3 0-32,0 0-24,4 0 80,-4 0-16,0 1-8,0 0 32,0-1-24,4 0-16,-4 0-16,0 2 24,0-2 40,0 2-56,0 0 16,0-2 8,3 0 8,-3 0-48,0 0 32,0 2 0,4-1-24,-4 1 8,0 0 64,0 0-64,0-1 16,0 0 24,0 1-24,0-2 8,0 1 16,0 1-8,0 0 24,0-2-40,0 2-48,0 0 0,0 0 24,0 0 0,4-1 40,-4 0-16,0 0 40,0-1-80,0 0 32,0 2-24,0 0 24,0-1 8,0 0 32,0 1-64,0-1 40,0 1-48,0 0 24,-2 2 0,1-4 16,0 3-24,-1 3-24,-2-2 8,1-3 16,-1 1 0,-1 0 32,1 2-24,0 0 8,-1-1 8,-1-1-16,1 2 16,5-4 0,-4 2 0,0-1-32,-1 1 40,-1 2-8,3-2-8,1-2 8,-2 2 32,-1 1-72,1-1 16,-2 0 0,3 0 48,-1-1-24,2 0 72,-3-1-48,1 1 8,2 1-64,-3 0-8,1 0 16,3-2 24,-4 2-8,-2 0-40,2 1 40,-3-1 16,1 0-40,3-1 32,0 0 32,-10 1-32,10 0 24,-3 1-40,-10-1 24,12 0-8,5-2 16,-19 4-96,12-3 80,-12 1-40,12 0 16,-11 0 16,15-1 8,-9 2-24,-3-2-32,1 1-8,-3 0 72,1 0 8,-3 2 16,1-3 0,-2 1 24,-1 0-40,-1 0 0,-2-2-8,24 0-8,-24 2-96,-1-2-8,-1 2 88,-2-2 8,1 0 72,16 0-64,-6 0 80,-12 0-120,-1 1 32,3 1-32,-3-2 32,6 0 8,17 0 24,-22 0-24,-1 0 72,-1 0-88,2 0 16,-5 0-16,29 0 16,-21 0-104,-7 2 80,0 0-8,0 0 16,-2 0 24,15-1-8,3 0 24,-20 0-40,2 1-8,-1 0 8,3 2 8,1-3 8,29 0 0,-29 2-8,1-1 0,0 0 0,1 0 24,1 0-40,20-2 24,-10 1 16,-6 1-88,-3-2 72,1 0-16,1 0-8,8 0 24,10 0 24,-18 0-40,1 0 48,-1 0-32,2 0 8,-2 0 8,24 0-16,-18 0 0,-4 0-8,0 0 16,2 0-8,2 0-8,10 0 8,-2 0 16,-10-3 0,2 3 64,-2 0-72,1 0-8,4 0 0,14 0 16,-17 0-120,3 0 128,-1 0-16,0 0-56,1 1 24,13 0 24,-9 0-80,-3 1 0,1 0 32,8 0 16,-12 0 40,16-1-8,1-1 24,-16 2-24,12 0 56,1 0-88,-10 0-8,13-2 24,2 0 16,-6 0-112,3 0 80,1 2 16,-2-2-16,2 0 8,2 0 24,-1 0-24,1 0-56,0 0 96,0 0-80,0 0 56,0 0 8,0 0-16,3-4-64,3 4 104,-1-4-96,1 4 48,9-3-8,-15 2 32,3-2-80,12-3 16,-11 3 32,12-1 0,-10-1 8,6 3 24,-2 0 8,4-2-32,3-1 16,0-1-32,1 2 24,-1-1 16,-16 5-56,23-4 24,0 1 40,0-1-24,4 0 32,-1 1-32,-17 1 16,11 0 32,11-4-72,3 3 56,1-1-24,1 0-16,-10 2 24,-13 1 24,26-3-8,2 0-16,1 1 40,-1 3-24,0-4 0,-39 4-16,37 0 48,2 0-96,2-4 88,-2 4 0,2-3-24,-23 1-16,1 0 88,24 2-56,0-6-16,0 6-8,0-3 24,-7 3-32,-32 0 40,37 0-24,0 0 72,2-4-48,-2 0-24,0 1 8,-34 2-24,22-2-16,9 3-24,-3-4 32,-3 4 48,0-3 16,-14 3-56,-9 0 88,20-4-8,-1 0-48,-3 1-16,-1-1 24,-1 0-16,-26 4-24,24 0 32,-2-3-56,-4 3 16,2-4 24,-3 4 32,-10-2-48,3 0 80,4-1-56,1-1 40,-10 4-64,14 0 8,-15-3-8,-3 2 64,14 1-72,-11-3 48,10 3-8,-14 0-16,6 0 8,-5-1-24,2-2-8,0 3-40,-3-4 40,4 4 48,-4 0-16,0 0-24,0 0 80,0 0-88,0 0-8,0 0 32,0-4-8,0 4 8,0 0-8,0 0-24,0 0-24,0 0 64,0 0-24,0 0 8,0 0-32,0 0 16,-2 0-8,-3 2 8,1 0 8,2-2 88,-3 2-80,-3 0 24,-6 0-32,8 1-8,-11-1 8,17-2 0,-5 2-16,-15 2-40,5-1 0,-2-1 40,-1 2 8,9-3 8,-2 0 72,-9 2-40,-4-1-64,0 0 0,-2 2 0,2-3 32,21 0-8,-25 0 32,-3 3-40,-2-2 24,-4 0-24,2-2-24,26 0 40,-21 2 0,-8 0-80,-3 1 64,1 1 40,-3-2-32,16-1 8,10 0 56,-27 0-72,0 1 24,-2 0-8,0 0 0,-2 3 8,48-5-8,-49 4-40,1 0-40,0-1 64,2 1-8,0 0 8,27-3 16,-10 1 72,-15 4-104,2 0 8,-2-1 0,1-1-40,10 0 64,24-3-8,-35 5 8,2 1 88,-1 0-72,3 8-32,-1-11 16,35-3 0,-24 3-80,-7 4 48,0-1 40,4-1-24,2-1 48,13-2-32,5 0 48,-17 2-16,4 1 8,-1-5-72,5 1 32,1 0 0,20-2 0,-20 2-24,1 0 8,0-2 8,3 0-56,1 0 56,11 0 8,-5 0 32,-5 0-104,8 0 88,-11 0-16,12 0 0,-5-3 0,6 2 56,-1 1-32,1 0-8,-3 0-32,3 0 16,-1-4-40,6 4 40,-2 0-48,1 0-16,-1-3 32,2 3 0,0 0 24,0-2 8,0 0 24,0 2-56,5-4 56,1 1-64,8-1-32,-9 1 72,-4 2 0,14 1-72,-10-5 72,15 1 24,-14 1-56,18-1 64,-21 3-32,9-2-8,4 0-56,2-1 56,1 0-24,3-1 32,-10 1 0,-4 2 32,14-2-8,-2 1 24,4-1-16,-2 0 0,2 1-40,-24 3 8,24-6-8,2 1-24,-2-1 24,2 3-8,-2-1 8,-15 2 8,5 0 8,12-2-48,2 1 104,-1-1-88,1 0 48,-6 0-24,-15 3 56,21-3-96,1-1 72,1 1-24,-3 0 0,1 1 8,-24 2-16,20-2 16,3-1-32,-1 1 48,1-1-32,-1 4 8,-13-2-8,-2 0 72,15 2-80,1-3 32,-1 3-24,-2-4 8,-2 4-8,-20 0 16,22 0 40,-2 0-32,-2 0 8,-1 0 24,-5 0-16,-9 0-40,7 0 64,-7 0-56,17 0 0,-16 2 8,9-2 16,-15 0-32,0 0 56,3 0-40,3 0-32,-3 0-8,-3 0 48,0 0-24,0 0 16,-1 0-48,-1 0 8,-4 0 0,1 0 32,-2 0-8,-1 0 56,3 0-56,-14 0 8,4 0-48,1 0-8,-3 0 48,14 0-8,-20 2-40,0-2 40,-5 1 8,0 1 8,-3 0 8,24-1-16,-17 0-24,-7 1-24,-2 0 0,-1 1 8,1 1 64,11-2-24,8 0 56,-21 0-8,-2-1-24,0 3-48,0-2-8,-1 2 32,38-4-24,-37 1-24,0 3 16,-2-2 40,5 0 8,-1 1-8,21-2-8,-7 0 32,-12 1-48,-1 0-8,5 0 16,-2 0 40,7 0-32,17-1 8,-23 1 8,1 0-16,1 0-32,2 2 48,1-3-8,20 0-8,-18 2 8,-3-1-32,2 2 32,0-3-8,2 3-16,11-3 16,2 0 32,-11 1-24,2 0-32,1-2 40,0 1 16,2 1-32,14-2 0,-14 2 16,1-2 8,-1 0-8,9 0 16,-12 0-16,16 1-16,-2 0 8,-12-1-64,10 0 24,-1 2 16,0-2-8,2 0 24,2 0 16,-2 0-16,-1 0 32,1 0 0,-1 0-16,4 2-24,2-2 8,-3 0-32,1 0-32,0 0 72,2 0-16,0 0 32,0 0-24,0 0 8,0 0-64,0 0 96,4 0-56,-1 0 24,2 0-8,-4 0 48,14 0-104,-12 0 64,12-4-32,-10 0-24,16 4 72,-18-1-24,8-1-40,4-2-8,4 0 16,1 1 0,0-3 48,-6 3-16,-6 1 32,16-4 16,2-9-48,-2 15-24,1-5 32,1-1-32,-26 6 24,26-5 24,1-1-48,-1 1 0,0-1 32,1 1-24,-19 3 16,7-2 40,7-1-48,2-1 40,-4 1 0,4 1-32,-9 1 0,-10 2 48,17-2-56,0-1-8,0 0 0,0 1 16,-2 3 56,-16-1-56,14-2-8,3-1-16,-1 4 0,0 0-24,0-4 88,-9 4-40,-1 0 48,10 0 32,0 0-104,0 0 8,0 0 16,-3 0 0,-15 0-16,16 0 40,1 0-24,-1 2 32,0 0-40,-1-2 32,-13 1-24,7 0 16,3-1-64,-8 0 88,10 2-32,-10-2 48,4 0-56,-5 0 80,0 0-72,1 0-8,8 0-48,-14 0 56,4 0 16,-4 0-24,4 0 24,-1 2-40,-3-2 32,0 0-8,0 2 16,0-2-24,0 1 48,0-1-24,0 2-24,-1-2 0,-4 2 0,4-2-32,-4 2-8,-10 0 8,9 0 40,-12-1-24,3 1-8,12-1 24,-10 0-24,-8 1-56,1 2 40,-4-3 24,-1 1 8,8 1 8,8-2 32,-19 1-32,1 0 24,-3-1-24,-1 1 0,0 0 24,30-2-24,-31 2-24,-3-2-40,0 2 40,0 0-16,-2-2 32,24 0 8,-9 2 48,-13-1-56,2-1 40,0 2-48,0 0 8,8-1 8,17 0-8,-25 1 0,1 0 8,3-1-8,3 1-8,1 0 16,21-2 0,-15 2-24,-3 0-56,0 0 80,0-2-16,2 1 56,10 0-40,2 0 56,-13 1-64,3 0-24,0-2-8,1 2 24,3-2 16,13 0 24,-13 2-24,6-2 0,-10 0 40,11 0-64,-10 0 32,15 0-8,-3 1 8,-12-1-72,12 0 88,-3 0-48,1 0 24,2 0 0,3 0 24,-6 0-48,3 0 24,-1 0 32,2 0-24,3 0 8,0 0-16,0 0-24,-1 0-40,2 0 48,0 0-16,0 0 16,2 0 16,0 0 16,1 0-48,3 0-8,9 0 40,-10 0-32,8-3 32,-11 3-16,3 0-16,14-4 0,-5 0-8,3 4 24,1-3-16,-14 3 32,9 0-24,7 0 0,2 0-8,0 0 32,2 0-40,-7 0 40,-6 0 8,16 0-8,3-4-8,1 4 16,0 0-16,4 0 0,-34 0 8,35 0 16,1 0-40,1 0 32,-3 0-8,2 0-16,-23 0 16,9 0 56,10 2-72,2 0 16,-2 0 0,-2-2-24,0 1 56,-1 1-32,-1 0 32,-3 0 0,2 0-16,-4-2-16,-21 0 0,17 2-8,3-2 0,-3 0-16,0 0 40,-3 0 8,-8 0-24,0 0 24,7 0 0,1-4-8,-2 4-16,-1 0 16,-8-3-16,-6 2 8,18 1 24,-12 0-24,10 0-16,-12 0 0,11-3 8,-14 3 0,1 0 8,4 0-24,9 0 40,-15-4 8,3 4-8,0 0-24,-2 0 48,3 0-56,-4-4 0,0 4 24,0 0 16,0 0-32,0 0 16,0 0-64,-2 0 48,-2 0 8,-1 0-24,2 0 16,0 0 48,-4 0-80,-10 0 40,12 0 0,-12 0 8,11 0-16,5 0 8,-19 2-8,5 0 8,-3 0-8,-1 0 40,-1-1-80,15 0 40,-10 0 16,-7 1-72,-2 0 16,2 0 80,-4-2-40,10 1 0,6 0 88,-16 0-48,1 1-16,-1 0-56,-2 0 24,3 0 32,-3-2-32,0 0 0,3 0 8,-1 2-24,0-1 24,16 0 0,-6 0 48,-9 1-72,-1 0 16,2 0-8,0 0-8,6-1 24,12 0 8,-18 0 0,-1 1 8,3 4 0,-1-4 40,1 1-64,20-2 8,-14 2-16,-1-1-24,-1 0 0,3-1 40,-1 1 32,12-1-32,0 0 8,-14 1-16,3 0 56,10 1-96,-14 1 96,14 0-48,5-4-8,-7 3-32,-8-1 72,11 0-48,-1 0 56,-3 0-24,7-2-16,-3 2 0,-2 0-40,3-1 24,1 1 24,0 0 8,1-1-16,0 0 48,-1 1-56,2-2 32,-2 0-32,2 0-8,0 0 16,0 0-16,0 2-32,4-2 32,0 0 32,-1 0-64,-1 0 48,0 0 48,4 0-56,-1 0 40,1 0 8,-1 0-48,0 0 8,-4 0 16,4 0-56,1 0 56,8 0-32,-10 0 0,2-4-16,-2 4 32,10 0-24,-8-4-16,10 1 16,-10-1 40,14 4-48,-15 0 88,17-4-24,-3 4 8,-3-4-8,5 4-8,-3-3-40,-18 3 16,22 0-32,-2-4-8,4 0 16,-2 4 32,2 0-8,-15-1 0,6-1 48,9 2-72,2-4 64,1 4 8,-1 0-32,-5 0-16,-14 0 80,20 0-104,3 0 32,-1 0-8,0 0-16,-1 0 32,-23 0-16,19 0 0,4 0-56,0 0 112,1 0-32,-1 0 0,-14 0-24,-1 0 96,13 0-120,0 0 40,-1 0 0,1 0-16,-3 0 0,-22 0 8,21 2 16,-2-2 16,-1 0-24,-1 2-8,-1-2 0,-3 0-32,-8 0 8,12 0 40,-12 0-16,9 0 0,-12 0 16,3 0-16,-1 0 0,-1 0 0,0 0 24,-1 0-24,-3 0-8,0 0 32,4 0-72,-4 0 32,0 0 16,0 0-24,0 0 16,0 0 64,0 0-88,-2 0 56,0 0-32,-1 0 0,-2 0 0,4 0 24,-4 0-56,-3 0 88,-6 0-72,8 0 16,-11 2-32,16-2 32,-5 1-88,-14 1 24,5 0 40,-3 0 48,-2 0-24,7-2 0,5 0 8,-14 2-8,-3-1 8,1 1-40,-2-2 40,-2 2-8,28-2 0,-25 2-24,-3 0 16,0 0 40,1 0-48,1-2-8,17 0 24,-6 1 16,-11 1-56,1-2 72,-1 2-8,2-2-8,5 0-16,12 0 16,-17 2-40,-1 0 24,-1 1 8,0-1 8,0 0 0,23-2-16,-18 2 16,-2 0-72,-3-2 56,2 2-16,0-1-24,11 0 40,2 0 48,-13 1-56,2 0-8,2 0 24,0 0 16,4-2-24,15 0 24,-15 0 0,-3 1-8,3 1-24,-1 0-40,1 0 40,13-2 8,-2 0-16,-13 0-24,12 0 88,-12 0-48,12 0-8,-8 0 32,8 2-56,-9-2 24,10 2 48,-2-1-32,-8-1-8,14 0 0,-2 2 16,-2 0-88,-3 0 80,3 0 0,-1 0 24,4-1-32,-1 0 56,-1 2-80,2-1 48,-1 0-40,1 0 8,0-1 8,2 0 48,-2 0-56,2 1 16,0 0 8,0 0-56,0 0 48,1-2-8,2 2-32,2-1-16,-1 1 48,1 0-24,10 0 32,-13 0-8,0 0 40,3-1-40,14 3 56,-14-2-48,14 0-16,-14 1 8,-5-3 32,22 2-96,-7 0 56,2 0 16,-3 0-48,3-2 8,-12 0 32,4 0-8,8 0-40,1 0 32,-1 0 48,0 0 0,-5 0-32,-8 0 40,13-4-16,-1 0 72,3 1-104,-1-1 0,2 0 24,-16 4-16,12 0-96,5-3 40,-1-1 32,0 0 16,0 1 16,2 3 48,-1-4-16,1 0 16,0 1-72,0-1-8,-2 1 24,-18 2 0,22 1-56,2-3 72,-1 3 0,-1-4-8,2 0 16,-19 4-24,10 0 24,9 0-56,-1-3 72,1 3-48,-2 0 40,-6-3-32,-10 2 48,14 1-128,-2 0 64,0 0-24,0 0 24,1 0 88,-20 0-72,16 0 8,0 0-80,-1-4 96,-1 4-72,0 0 72,-13 0-24,1 0 88,15-3-96,-12 3 96,11 0-56,-14-4-32,2 4 0,-4 0 16,13 0-88,-10 0 88,0 0-24,1 0 24,1 0 0,-5 0-16,2 0 0,0 0-32,1 0 16,0 0 48,-4 0-8,0 0-24,0 0 56,0 0 0,0 0 8,0 2-56,0-2 24,0 0-32,0 2-40,-2-1 0,-2 1 56,-1 0-48,-3 0 0,2-1 32,-3 0 32,4 2-104,-12 1 88,3 0-56,-3 0 32,3-3 8,10-1 16,-15 4-56,-1 0 56,-2-2-56,-2-1 24,0 1 32,19-1-16,-19 0 0,-4 1-32,1 0 24,-5 0-16,5-1 24,11 0 0,2 0 32,-17 1-24,0-2 40,-2 0-56,0 0 8,6 0 0,24 0-32,-26 0 0,-2 0 32,1 0 8,1 0 8,-3 0-56,24 0 40,-13 0-40,-8 2-40,-3 0 72,3-2-32,1 2 24,11-2 16,9 0 8,-18 0-64,2 0 72,2 0-32,0 0 32,0 0-24,20 0 8,-16 0-56,-1 0-8,1 0 48,1 1 8,1-1 0,9 0 8,-1 0 48,-7 0-88,10 0 104,-12 0-64,12 0-24,-1-3 24,4 3 0,-12 0-104,8 0 64,-1 0 0,-1 0-16,-6 0 8,13 0 48,0 0-32,-3-4-64,0 4 72,3 0-8,-1 0-24,1 0 56,0 0 8,1 0-32,0-4 0,0 4 0,0 0 8,4 0-24,-4 0 40,3 0-32,3-3-16,-1 3 16,10-4 0,-11 0 16,1 4 16,4 0 16,-3-3-64,11-1 128,-3 0-88,1 1 0,-4 3 8,-7 0 32,14-4-96,-1 4 64,3 0 8,-2 0-16,4-4-16,-18 4 24,14-3 16,4-1-24,0 0 40,2 4 24,0 0-16,-11 0-40,-2 0 56,15 0-32,1-3 0,-1 3-16,2 0 0,-6 0-8,-20 0 16,23 0 8,-1 0 8,2 0 0,0 0 0,1-4-24,-18 4-8,8 0 16,9 0-64,2 0 56,-1 0 24,1 0 32,-8 0-64,-11 0 104,19 0-104,3 0 8,-2-4-64,4 4 56,-1-3 32,-30 3-32,27 0-16,6 0 0,-4 0 0,4 0 24,0 0 48,-19 0-56,3 0 72,16 0-48,0 0 48,-2 0-24,2-4-32,-6 4-16,-23 0 40,31 0-24,-2 0 56,1 0 0,1 0-24,0 0-8,-29 0-40,23 0 16,7-4-24,-1 4 32,-2-3 8,0 3-32,-16-3 0,-7 2 64,19 1 8,-1 0 8,-1-4-40,-1 4-8,-1-3-32,-27 3 16,28-4-40,-1 0 24,-1 4 72,-2-4-72,-2 1 16,-13 1-16,6 0 32,5-2-96,1 4 104,1-3-24,-4 3 32,-3 0-48,-10 0 24,14-4 0,1 4 48,-4-4-32,3 4 0,-3 0-32,-14 0-8,11 0-24,2 0-24,1 0 64,-1 0-40,-9 0 24,4 0 0,0 0 56,-5 0-32,12 0-32,-12 0 32,12 0-24,-12 0 0,-5 0-8,19 0 80,-14 0-72,10 2-16,-9-2 24,8 2-16,-12-1 8,2 0 16,10 1-32,-10-2 24,2 2 0,10-1 8,-13-1-16,-2 0 80,3 2-80,1 0-40,10 0 40,-15 0 0,3-2 16,-2 0-16,4 0 48,0 0-88,-1 0 24,2 0 16,-3 0-8,-1 0 8,0 0 16,4 0-32,-3 0 32,1 0-40,0 0 56,-1-3-32,-3 2 16,4 1-32,0-4 48,-1 4-64,1 0 32,0 0 8,-3 0-8,3 0-16,0 0-32,0 0 16,-1 0 16,1 0 16,-1 0 0,-1 0 40,4-3-16,-1 3 48,1 0-56,-1 0-16,1 0 24,-6 0-24,6 0-88,-1 0 96,1 0-8,-3 0-24,3-4 56,-4 4-32,1 0-16,3-4 0,-3 4-16,1 0 8,0 0 8,-4 0 16,0 0 16,0-3 8,3 3-32,-3 0 24,4 0-32,-4 0-16,0 0 32,0 0 24,0 0-64,0-4 16,0 4 40,-1 0-16,0 0 24,-1 0 8,1 0-72,-3 0 8,-2 0 24,2 0 8,3 0-8,-5 0 8,1 0-24,-2-4 32,-8 4-40,9 0 24,1-1 8,-10-1 0,8 2-72,-19-4 48,8 4-8,-4 0 24,4-2 8,10 0 16,-18 2-56,-2 0 0,-5-3-8,-2 3 16,-3 0 8,35 0 24,-36 0-16,-6 0-48,-2 0 16,-3 0 32,2 0-32,27 0 48,-6 0 0,-22 0-16,1 0 24,-4 2 8,3-2 8,8 1-24,34-1 40,-43 2-64,2 0 32,-3 2-16,-1-2 0,5-1-24,38 0 32,-30 2-40,-5 1-24,0-2-24,3-1 88,1 3-64,17-2 64,9 0-16,-23 1 32,4-1-32,2 0 8,0 0-32,3 0 40,28-2-48,-28 2-16,4 1 8,2-1 80,2 0-32,0 0-8,14-1 16,-5 0 40,-3-1-96,-1 0 64,8 2 32,-10-2-16,13 0-24,3 0 40,-5 1-40,0-1-8,1 0 16,1 0-16,2 0 16,2 0-8,-1 0-32,1 0-40,0 0 64,3 0-24,1 0 40,-1-2-8,-1 1 16,15-3-16,-11 0 40,12 4-80,-3-3 40,-2-1 0,-12 4-32,18-4-48,1 1 152,2 3-72,4-4 16,1 4 32,-18-1-48,12-2-48,8 3 32,4-3 24,2 3 8,0 0 16,-7-3-32,-15 2 56,25 1-16,6 0-24,1 0-16,-1 0-16,5-4 16,-45 4 0,42 0 8,2 0-16,1 0 48,-3 0-32,-1-3 8,-26 3-16,4 0 48,19 0-64,-1 0 48,-1 0-32,-1 0 24,-8 0-24,-26 0 56,30 0-40,0-4 32,-2 4 0,2 0-40,-3-4 16,-26 4-24,17 0 24,8-3-64,-3 3 48,-1-4 0,-3 4 8,-10-2-16,-6 0 56,14-2-8,-1 1-8,-3-1-16,-1 4-16,-3-4 32,-13 4-40,4 0 24,13-3-32,-14 3 56,11 0-48,-12 0 32,-1-2-32,2 0 32,1 2-64,1 0 48,-1 0-32,1 0 40,-2 0-24,-3 0 32,3 0-24,0 0-24,-4 0 40,3-4-8,-3 4-56,1 0 40,2 0 8,-3 0-72,0 0 56,0 0 32,0 0-8,0 0-16,0 0 56,0-3-32,0 3-32,0 0-16,-2-4 0,0 4 40,-1 0 8,-3 0-32,1 0 32,-10 0 0,13 0-24,-2 0-8,-12 0-16,9 0-40,-12 0 0,1 0 40,5 0 24,7 0 16,-16 0 8,-3 0-48,-1 0 8,-2 0 16,-3 2 0,29-2 0,-29 0 32,-4 0-56,-4 2 8,-1 0-16,1-2-8,19 0 40,-4 1 0,-18-1-32,-2 0 72,-2 2-56,2 0 40,5 0-24,32-2 32,-39 2-56,2 0 72,-2-1-56,0-1-40,0 2 32,35-1 16,-24 0-48,-9 1-32,3 0 88,2 0-32,3-1 24,12 2 0,9-2 48,-20 1-40,0 0 32,2 0-40,2 0 8,-2-1-8,33-1 8,-30 4-24,1-2-16,1 0 72,4 0-32,-1-1-32,16 0 24,-6 0 32,-7 1-96,1 0 64,3 0 8,2 0 56,3-1-64,9-1 40,-11 2-56,8 0 112,-10-2-136,12 2 64,-1 0-16,5-2-8,-3 2-40,-2-1 8,3-1 16,1 0 24,0 0-16,1 0 8,0 0 48,1 0-24,0 0-32,0 0 0,4 0-8,1 0 16,-5 0-8,17 0 24,-13 0-24,12 0 32,-1 0-16,1 0 16,-10 0-24,7 0 16,7 0-56,2 0 56,2 0-48,5-3 16,-8 3 16,-10 0 24,22 0-56,2 0 24,1-4 48,3 4-16,0 0 8,-36 0-32,34 0 32,5 0-80,4 0 80,0 0-8,2-4 24,-26 4-48,4 0 104,24 0-104,-1 0 48,-1-3-40,-2 3 0,-7-3-8,-32 2 16,35-3-48,1 1 56,-1 3-24,-3-4 0,-3 4-32,-28-1 32,21-2 16,6 3-48,-2-3 0,0 3 104,-2 0-64,-11-3-8,-8 2 32,19 1 56,-2 0-56,-1-4-8,0 4-16,-3 0-8,-25 0 8,26 0-32,-2 0-24,0-3 40,0 3-8,-4 0 32,-13 0-16,4 0 56,8 0-40,-3 0 0,1 0 0,-2 0 0,-11 0-16,-3 0 40,19 0 0,-14 0-32,9 0 16,-12 0-24,3 0-16,-6 0 16,5 0-8,1 0-48,-1 0 48,-1 0 24,0 0-16,-2 0 0,-1 0 40,-1 0-32,0 0-48,0 0-8,0 0 48,0 0-8,0 0-8,-3 0 0,-3 0-16,1 0 32,1 0 0,-7 0 32,5 0-88,-10 0 40,1 1-8,-1 1-8,2 1 32,7-2 0,-17 1-32,1 0-8,-5 0-16,-3-1 48,-6 3-56,34-4 64,-33 2-32,-6 0-48,-4 0 40,-2-1 16,-3 5 8,27-4 16,-4 0 40,-23 1-96,-4 3 72,1-3-64,1 1 8,5-1 40,39-2 0,-44 2-64,-4-1 56,1 2-24,-1 0-8,2-1 24,43-2 16,-29 2-16,-11 1-32,3 1 40,3-1-8,2 0-16,19-3 32,9-1 32,-24 6-48,3-4 32,-2 1-16,4 1-24,-1 0 32,36-4-8,-33 3-16,0 1 32,1 0-8,5-2 32,-3 1-48,21-2 8,-6 0-16,-9 3-16,1-2 24,4 0 40,-1-1-24,6 1-8,10-2 56,-13 2-64,2-2 48,1 2-32,8-2 16,-10 2-8,15-2-16,-4 2-24,-2-2 16,1 0-48,1 0 40,1 0 0,3 0 16,0 0 16,-1 0 32,2 0-16,0 0-24,0 0-24,0 0 16,0 0-24,4 0-8,0-4 48,1 4-24,1-4-8,10 4 0,-14-1 16,2-3-16,10 0 0,-8 0 56,14 1-8,-14-1-48,9 2 16,-8 0 48,-2-1-40,17-3 32,-7 1-40,2 1-24,-1 0-16,-15 4 40,17-3-40,0-3 32,0 1 32,3-1 0,-1 1 8,-11 3-32,2 0 24,11-4-32,2 1 32,2-1 0,-2 3-8,-3-2-16,-17 4 56,24-3-16,0-1-24,-1-1 32,3 1-32,-3-1-8,-21 6-8,18-3 8,7-1-32,0-2 8,4 1 48,0 1 0,-12 2-32,-7 1 64,22-3-24,4 0-40,3 1 8,-1-1-8,1 0 0,-44 4 16,43 0 0,0 0-48,-2 0 48,2 0-16,0 0-8,-28 0 8,11 0 32,15 0-40,-1 0 0,-1 0 40,-1 0-40,-12 0 8,-18 0 56,28 0-24,-2 0-32,-2 2 56,-2-2-48,-1 0 32,-26 0-40,18 0 16,2 2-40,-1-2 24,-1 2-24,-1 0 16,-12-2 8,0 0 48,8 0-16,-1 0 16,-10 0 0,12 0-32,-15 0-16,-2 0 16,13 0-32,-10 0 32,2 0-8,10 0-40,-12 0 32,-2 0-8,1 0-48,1 0 56,-4 0 8,0 0-16,0 0 8,0 0 48,4 0-40,-4 0-56,0 0 40,0 0-32,-2 0 24,2 0 16,-2 0-16,-3 0-88,-10 0 72,9 1 0,-10 1 16,9-1 16,-1 0 32,-10 1-64,-3 0 8,-1 0 0,-1-1 16,-2 1 8,20-2-16,-26 2-16,-2 0 40,-4 0-24,-2 0 24,-1-1 16,30 0-24,-24 0-56,-9 1-32,-1-2 40,2 2 24,-4 0 16,20-1 8,10 0 32,-30 1-24,0-2-16,2 1 24,-4 1-24,2 0 8,46-2-32,-48 4 32,0-2-64,1-1 32,1 1 72,3 0-72,28-1 32,-12 2-8,-14 0-56,3 1-8,-1 2-8,4-3-40,10 1 120,17-2-88,-27 3-104,4 1-8,-2-1-16,2 1-80,1 1-33,26-6 329,-21 4-384,-1 2-16,-2-1 16,5-1-24,2 2-48,9-4 456,2 0-536,-10 3-96,2-1-80,1-3-113,1 2-79,9-1 904,6-3-1048,-17 4-128,12 0-88,-10 1-145,10 1 9,-1-1 232,5-3 1168,-3 2-4481,5-4 4481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39.34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94 107 4817,'0'2'1240,"0"-2"-1240,0 5 1136,4 3-384,0-3-296,1 3-240,-1-3-112,1 1-64,-1-3-64,0-1 56,-1 2 0,1-2 64,-4 1-96,0-3 208,4 4 24,-4 0 65,3-1 39,1 1-32,-4-2-48,0-2-256,0 2 224,4 0-80,-4-1-16,0-1-24,3 2-24,-3-1-80,0 0 112,0-1-48,4 2 24,0-2 0,-4 2-8,3-2-80,-3 0 144,0 2-16,0-2-16,4 1 48,-4-1 24,4 0-8,-3 1-176,1 0 208,-2-1-80,4 0 32,0 0-8,-4 0 8,3 0-160,-3 0 200,4 0-32,0-3 8,-1 3-15,1 0-17,2 0-24,-6 0-120,3 0 128,3 0-8,-2 0 8,1-4-8,1 4-16,-4-2-104,1 0 112,3 2-32,8 0 48,-14 0-40,6 0-16,9 0-72,-14 0 88,3 0-16,2 0 88,-1 0-40,1 0 16,10 0-32,-12 0-48,11 0 24,-12 0-8,14 2 40,-14-2-8,7 1-104,-5 0 104,1-1 16,-1 0 8,12 2-8,-14-2-8,14 2-40,-16-2-72,2 1 56,11 1-24,-8 0 88,9 0-24,-10-2 8,2 1-104,3 0 152,-7 1-56,14-1 80,-13 3-72,10-2 8,-11 1-112,-2-2 64,14 0-32,-12 3 40,12-2 16,-11 2-8,10-1-16,-10-1 0,11 2-104,-12-2 88,3 0-24,11-2-7,-15 1-17,-1-1 72,5 2-56,8 0 0,-10-2 24,11 0 0,-12 2-40,-2-2 16,13 2-8,-10 0-24,1-2 16,10 0 0,-11 1 0,-2-1 0,1 0 24,14 0-80,-13 0 96,1 0-24,10 0-16,-12 0 64,12 0-88,-11 0 56,11 0-8,-12 0-32,12 0 0,-14 0 8,2 0 8,2 0-56,12 0 96,-14 0-8,12 0-48,-12-1 8,0-1 56,2 2-56,12-4 24,-14 4-32,14-4 16,-12 4-8,-5 0 16,17-3-48,-13 3 40,12 0 0,-12-4-16,11 4 40,-10-4-24,10 4-40,-11-3 16,12 3 24,-12 0 16,12-4 48,-12 4 8,13 0-48,-14-4 8,12 4-16,-10 0-24,-5 0 32,15-3-16,-11 3 0,11 0 32,-10 0-8,10 0 24,-13 0-64,1 0 64,14-4-32,-14 4 56,12 0-48,-11 0 0,8-3-40,-9 2 48,0 1-64,12 0 64,-11-3 0,12 3-56,-12 0-16,-1-1 24,9-2-24,-9 3-24,12 0 72,-10 0 24,10 0-24,-13-2-24,0 0 64,13 2-40,-12 0-16,12 0 8,-11 0-16,10 0 0,-14 0-8,6-3 24,9 3-16,-10 0 8,12 0 16,-12 0-16,1 0-8,3 0 16,-5 0-48,14 0 0,-13 0-8,12 0 56,-13 0-16,-2 0 24,14 1-8,-10 1 24,12 0 8,-12 0-8,10 0-32,-13-2-8,0 0 8,19 0-72,-17 2 72,15-1 32,-14 1-32,4-1-8,-2 0 88,-2-1-56,12 0-64,-12 0 72,14 2-24,-15 0-16,-5-2 8,17 2 40,-11-1-96,14-1 64,-15 0-8,14 0 0,-18 0-8,3 0 64,13 0-96,-14 0 72,14 0-24,-12 0-8,6 0-8,-5 0 40,0 0-72,10 0 64,-10 0-24,10 0 16,-12 0-16,-4 0-8,16 0-32,-10 0-16,10 2 48,-10-2 16,11 2-8,-15-2-8,1 0 48,12 0-64,-10 0 56,12 0-32,-12 0 48,8 0-56,-11 0 24,4 2-64,12 0 72,-13-2-80,12 2 24,-12-2 8,-1 0 16,9 1-48,-7 1-24,12-2 48,-13 0 40,14 0-16,-16 1 0,-1 0 56,17-1 0,-14 2-104,16-2 56,-16 0-16,15 0 8,-14 0 8,12 0-16,-12 0 40,12 0-48,-12 0 56,1 0-40,6 0 24,-8 0-80,14 0 72,-14 0 16,14-4-8,-15 4-24,-3 0 56,16 0-32,-12 0-16,12 0-16,-12-3-16,10 3-16,-13 0 40,0 0-48,14 0 0,-10-4 96,10 4-32,-10-4 16,-3 4-32,-1 0 16,15 0-72,-13-3 40,10 3 8,-10-4 40,10 4-32,-12 0 48,4-4-40,0 1 0,10 3 8,-12-4-16,10 4-24,-10 0 24,-4 0 16,6-4-64,10 1 48,-12 3 32,1-4-32,6 4 0,-5 0 88,-2 0-88,1-4 56,12 4-40,-14-3-56,3 3 32,-6 0 8,15 0-48,-12 0 16,3 0 40,10-4-16,-12 4 8,3 0 0,1 0 16,-5 0-48,3-4 40,9 4-32,-12-4 16,2 4 8,-4 0 48,4 0-56,1-3 8,-1 3-8,10 0 0,-11 0-32,-4 0 40,14 0-8,-8 0-8,-1-4-8,10 4 88,-11 0-56,-1 0-8,-1 0 48,4-4-40,9 4 8,-12 0-16,3 0-56,-1-3 56,-5 3 40,6 0-48,9 0-16,-12-4 96,1 4-88,1-4 16,1 4 40,-1-3-128,1-1 112,-1 4-24,1 0 24,5-3-24,-7 2 56,-4 1-88,3-3 32,1 3-64,0-4 56,-1 4 8,3-4-16,-1 1-24,-1 3 40,0-4 0,-1 4 0,-1-2 0,0 0 64,2 2-80,0 0 24,-1 0-8,1-3-8,-1 3 8,-2 0 16,4-4-48,1 0 24,-3 4 24,1-3-16,0-1 0,-3 4 0,1 0 32,2-4-112,0 4 24,1-3 72,-1 3-24,-2-3 8,0 2 40,1 1 8,1-4-40,0 1-16,1 3 32,-1-4-24,-4 4 0,3-4-24,1 4-48,0-4 48,-1 4 24,1 0 16,0-3 72,0 3-104,-1 0 16,1-4-16,0 0-48,-1 1 64,-3 3 16,6 0 0,-3-4-24,1 4 24,0-4-40,-1 4-8,-2 0 32,2-3 0,3 3-40,-3-4 56,1 0-16,0 4 24,-2-2-24,-1 1 56,3 1-40,2-4 8,-3 4-32,3-4-8,-1 4 16,-5 0-32,4 0 24,1-3-8,-1 3 32,0-4-8,-1 4 0,-1 0-8,0 0 32,4 0-96,-3 0 88,1-4-32,0 4-16,-2 0 24,-1 0 56,5 0-48,-1 0-8,-1-3 0,2 3-16,-3 0 40,-2 0-24,2 0-8,1 0-24,-1 0 16,3 0-24,-2-4 80,-3 4-40,1 0 40,2 0-24,0 0 0,-1 0-56,1 0 48,-4 0-8,0 0-16,4 0-24,-1 0 0,-3 0 32,4 0 16,-4-4 0,1 4-8,2 0 8,-3 0-96,0 0 40,3 0 16,-3 0 24,3 0 8,-2 0 16,-1 0-40,0 0-8,0 0 8,0 0-32,0 0 56,0 0-40,0 0-16,0 2 72,0-2 8,0 1-24,0 0 32,0 1-88,0-2 72,0 2-80,-2 0 32,1 1 32,0-3 16,-1 4-64,1 0 80,-1-1-16,0 3 16,2-3 24,0-2-56,-2 2 32,2 1-56,0-1-8,-2 3-8,2-1 24,-1 0 16,0-2 48,0 4-16,-1-1-16,0-1-24,0 1-8,0-1 16,2-5-32,0 8 40,0-3 8,-2 2 0,2 1 0,0-1-16,0-1 0,-1 3 0,-1-7-48,0 3 56,0 1-16,2-1 8,-1 6 0,0-7 48,-1 2-8,2 1-32,-1 0-8,-1 8 0,2-10-48,0-4 48,-2 4-24,0 12-16,0-12 32,0 1 16,0 8 0,2-12-8,-1 0 24,-1 13-8,0-12-48,0 5 40,0 6 24,1-11-32,0-2-8,0 14 64,-1-12-40,0 3-16,0 9 0,0-12 0,2-1 0,-2 4 0,1 1-40,1 0 56,-2 1-16,0-1 8,1 2-8,0-3 24,-1-1-8,2 1 8,-2 1-24,1 8 16,1-11 0,-2 3-24,0 8-8,0-12 16,2 5-32,-2-1 24,1-1 8,0 3 32,0-6-48,1 3 72,-2 1-64,0 1 8,0-2 0,2-5 16,-2 16-64,2-16 136,-2 7-88,2 7 8,-2-12-16,2-1 8,-1 4-88,-1 8 40,0-10 24,0 3 40,2 1-8,-1 0-8,0-2 56,-1 0-16,1 1-8,-1 8-8,0-11-40,0 1-16,0 2-8,0 8 32,1-11 40,-1 3 8,0 1 0,2-1-48,-2 0-80,2 1 112,-2-1-56,0 10 16,2-15 16,0-1 56,-1 14-96,1-10 72,-2 1-16,0-1 8,2 10-40,0-13 16,-2 0-32,2 3 8,-2 3 0,0-1 16,2 0 16,-1-3-8,1 0 48,-2 3-32,0 8 24,0-11-40,0 1-24,1 0 24,0-4 0,1 4-32,-2 1 40,1 1-16,-1-2-24,0 3 80,1-6-48,0 3-24,-1 1-8,0 1 24,1 0-16,-1-1 40,1-1-16,0-3 32,-1 6 8,0-3-32,0 1 8,1 1-16,-1-1-8,2-6 8,-2 7 0,2 0-64,0-1 88,0 1 0,0-1-48,0-4 24,0 1 48,0 5-80,0-1-8,0 0 24,0-1 8,0 6 8,0-10 8,0 0 8,0 4 16,0 1-40,0-1 16,0-1 0,0-3-8,0 4-24,0-1-16,0 1 8,0 1 80,0 0-56,0-3 8,0-2 64,0 5-16,0-1-32,0-1 8,0 1-32,3 1 8,-2-7-8,-1 7-40,0-1 16,0-1 56,3-1-24,-3 0 0,0-3 0,0 2 40,0 0-112,0 1 96,4 0-8,-4-1-24,0 0 8,0-2 64,0 3-64,4-3 48,-4 3-16,3 0 0,-3-1-40,0-2 8,0 4-48,0-1 16,0-1-16,4 1 48,0 0 24,-4 1-32,0 1 48,3-3-40,-3 3 0,0-2-8,0-1 8,0-3 8,4 6 8,-4-3 24,0 3-48,0-1-24,0 1 0,0-5 32,4 4-64,-4 0 32,0 1 16,0-1 16,0 1 32,0-3-32,0-1 64,0 4-80,0-1 88,0 1-104,0-1 16,0 1 48,0-6-32,0 5-72,0 1 32,0-1 0,0 1 24,0-1 32,0-2-16,0 0 56,0 2-40,0 1 128,0-1-136,0 1-64,0-2 56,0-3 8,0 3-152,0 2 200,0-1 8,0 1-48,0-1 0,0-1-80,0 1-24,0-3 64,0 2 0,0-2 32,0-1-8,0-1 72,0 2-32,0 0 72,0 0-104,0 0 0,0 0-8,0-2-8,0 3-104,0-1 80,0 0 40,0-2 8,0 0 0,0 1-16,0 0 8,0-1-64,-2 2 88,0-2-40,0 0-8,1 0 16,0 0 40,-1 0-88,1 0 80,-3 0 8,2 0-56,-2 0 24,4 0-8,-3 0-16,-1 0-48,0 0 40,1 0 24,-1 0-32,1 0 32,1 0 48,-2 2 0,-2-2-40,1 1 0,1-1 8,-1 0-16,5 0-8,-6 2 16,1 0 8,-1 0-24,1 0-8,-1 0-40,5-2 56,-3 0-16,-2 0-48,1 1 64,-3 1 24,3 0-32,0-1 8,2 0 48,-2-1-48,-3 0 32,1 2-48,2-2-16,-3 2 0,8-2 32,-15 1-48,12 1-8,-5 0 80,1-2 0,-8 0-32,13 0 8,-1 0 32,-12 0-48,10 0 112,-1 0-88,-9 2 24,11-2-32,3 0 16,-14 0-120,10 0 168,-12 0-120,10 0 24,-12 0 64,18 0-32,-5 0-112,-12 0 64,12 0 48,-12 0-32,12 0 56,-10 0 48,1 0-72,8 0 112,-14 0-152,14 0 40,-12 0 0,18 0-32,-7 0-104,-12 0 176,13 0-48,-12 0 24,3 0-16,11 0 0,-5 0-40,-5 0-24,-1 0 24,1 0 24,1 0 48,2 0-32,7 0 64,-10-4-16,-1 4 40,-1 0-88,1 0 16,-1-3 24,15 2-40,-13-2-40,-1-1-8,-2 1 48,1 3-32,0-4 32,8 2 0,0 0 56,-7 2-56,-1-3 112,0-1-96,1 4 24,-3-4-8,1 4-120,0 0 80,-1-3-24,-1 3 16,2-4 8,13 3 8,-9-2 16,0 3-48,-5 0 72,3-4-32,-3 1-16,9 3 8,4 0 32,-11-4-72,1 0 152,-1 1-88,1 3-16,-1 0 16,16 0-24,-16 0-104,2 0 24,-2-4 80,1 4-24,-1-4-16,10 4 40,-2 0 56,-8-3-88,2-1 104,-1 4-48,1 0-16,3 0-8,9 0 32,-13 0-144,1 0 232,0-4-152,-1 4 8,1 0 96,13 0-72,-12 0-104,-1 0 120,0-3 0,-1 3-56,1 0 32,11 0 8,1 0 32,-18-4 0,7 4 24,6 0-56,-10 0 16,11 0-16,7 0 8,-19 0 0,4 0 40,8 0-56,-11 0 8,10 0-24,2 0 24,-6 0-16,5 0-16,-10 0-40,2 0 64,8 0 72,-7 0-64,10 0 72,-4 0 16,-10 0-8,12 0-88,-12 0 0,11 0 24,6 0-16,-15 0-32,9 0-64,-12 0 104,14 0 0,-12 0-48,15 0 40,-1 0 80,-16 0-48,12 0-40,-10 0 32,10 0-8,-7 0-16,12 0-8,-4 0 48,-12 0 0,12 0-56,-10 0 8,8 0 16,4 1-8,-6 0-16,4 1 0,-11 0 0,12-1 24,-12 1 8,14-2-16,1 0 40,-15 2-8,10-2 32,-10 2-64,12 0 8,-10 0-8,8-1-72,-10 1 24,10 0 40,-11 0 48,12 0-32,-1-1-8,-3 0 40,5 0-48,-10 1 24,10 2-8,-12-2-16,13-1 8,3 0 16,-14 0-48,9-1 48,-1 0 16,-9 0-8,10 2-8,5-1-16,-13 0 0,9 1-40,-3 0 8,-6-2 40,8 0 8,-2 0-16,2 0 64,0 0 0,-9 0 72,10 0-144,-10 0 32,10 0-24,5 0-32,-15 0-72,9 0 152,-8 0-40,8 0 32,-1 0-40,2 0 0,-5 0 8,4 0-56,-8 0 88,8 0-8,-1 0-16,2 0-16,3 0 96,-13 0-104,9 0 48,-1 0-32,-8 0-32,12 0 40,2 0-16,-6 0-16,-7 0-64,8 0 64,-1 0 0,-8 0 0,13 0 16,0 0 80,-3 0-80,-10 0 160,13 0-144,-3 0-40,-8 0 24,11 0 32,-2 0-176,-1 0 192,-1 0-32,-8 0-56,12 0 8,0 0 32,-4 0-80,-1 0 16,0 0 128,-1 0-40,1 0 24,2 0-48,3 0 48,-4-4-80,1 4 120,-3 0-120,1 0 8,1-4-16,6 4 40,-5 0-136,-1 0 80,1-3 104,-1 3-8,1-4-56,2 4 16,0 0-16,0-4-160,-3 4 96,1-3-56,1 3-16,-1-3 152,4 2-120,-2-3-112,1 1 184,-2-1-128,0 0 16,1 1-48,-3-1-128,3 4 24,-1-4-1,-2 1 17,3-1-32,-3 0 0,1-1-8,-3-1 16,1 1-80,0-1-16,-8 1 416,15 5-472,-4-15-128,-10 11 40,8-1 0,-9-1 79,10 1 17,-1 3 464,-5-2-640,4-1-288,-10-10-312,10 11-257,-11-12-79,12 12 1576,4 2-1472,-16-14 191,12 10 393,-12-8-296,12 10-1208,6 4 2392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6.13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288 310 5593,'0'0'1200,"0"0"-72,0 0-280,0 0-239,0 0-145,0 0-64,0 0-32,0 0 0,0 0-8,0 0 32,-2 0 0,1 0-392,0 0 384,-1 0-48,0 0-88,0 0 24,1 0-8,0 0-264,0 0 264,-1 0 33,-2 0 23,1 1-64,-1 1 8,-2 0-264,6-2 280,-3 4-120,-3-1 96,1 1 32,-1 0-16,1 1 16,3-2-288,-2 2 232,-1 0-48,-3 10 24,3-10 8,-10 3 8,12 5-224,2-10 224,-4 3-56,-10 9 24,10-10-96,-1 12 32,-1-3-48,6-11-80,-4 11 40,-9 1 0,10 1 16,-3-1 1,-8 1-33,13-7-24,0-1 80,-5 8-80,-1-1 80,3 2-64,-2-3-8,0 0-8,6-13 8,-6 16-80,-1-3 168,3 1-80,-1 0 32,1-10-64,3 1 16,-2 9-104,-1-10-32,-1 10 23,5-10-39,-3 10-48,2-9 0,0-1-144,-2 2 16,3 1-144,-1-3-56,2 1-128,0-6 656,0 5-792,0-1-56,0-2-105,0 0-103,0 0-176,0-2 1232,0 1-1368,0-1-113,3 0 9,1 0 232,0 0 335,0 0 905,-3 0-4168,-1 0 4168</inkml:trace>
  <inkml:trace contextRef="#ctx0" brushRef="#br0" timeOffset="614">643 69 4817,'0'0'656,"0"0"-656,0 0 736,-2 0-192,2 0-136,0 0-160,0 2-96,0-2-16,0 0-40,-2 0 40,0 0 48,0 0 40,0 0 16,2 0-240,-1 0 224,-1-4-24,0 4 8,-2 0 17,2 0-9,1-2-216,0 0 232,-2 2-32,-1-4 8,0 1 8,1 3 0,-1 0-216,4 0 232,-5 0-24,1 0 48,-2 0-32,3 0 40,-3 0-24,5 0-240,-1 0 200,-4 0-16,0 0 8,1 0-24,-1 2-48,4-1-120,1-1 176,-3 2-80,0 2 24,-1 0 8,1-1-72,1 1 40,2-4-96,-2 4 80,-1 1-40,1 1 64,1-1-56,-2 1-16,2-4-32,0 1 48,-1 5-31,-1-1-1,2 0 8,0 1 8,1 3-32,0-8 48,-2 5-24,1 8 24,0-8 8,0 6-56,2-8 56,0-2-56,0 10 16,0-8-40,0 10 40,0-10 0,0 10 16,0-12-32,0-2 48,4 13-8,1-10 32,1 3-112,0 6 40,-1-10 0,-5-4 16,6 5-64,8 3 80,-14-3-16,6 3 0,10-3 0,-14-4-16,2 2 16,11-1-32,-10 1 24,10-1-16,-12 0-16,9-2 24,-9 0 8,1 0-32,11 0 8,-12 0 16,3-4-8,-1 1 16,-4 2-8,4-2 0,0-1-32,1-1 40,-1-10-56,1 11 32,-4 2 16,0-1 8,1-12-48,1 10 24,0-10-8,-1 9-16,-3-10 40,0 14 0,4-3-32,0-14 56,-4 14-16,0-17-24,0 16 24,0-12-72,0 3 16,0 0-24,0 1 40,0-1 32,0 11 0,0 2 24,-2-18 32,-2 15-104,0-12-81,1 12-55,-3-12 184,6 17-240,-3-4-40,-3-1-64,0-10-32,1 11-48,-1 1-8,4 1 432,-1 0-416,-3-2-48,1 1 0,-1-1-48,3 0-1,0 4 513,2 0-504,-5 0-16,3-3 40,-1 3-8,0 0 40,1 0-8,2 0 456,-2 0-464,-1 0-16,1 0 8,1 1 79,0 1 97,1-1 296,0 0-176,1 3 80,0 0 32,0-1-3624,0-3 3688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7.339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0 361 5065,'4'2'1008,"0"4"8,1-1-224,-2-1-792,0 0 536,2 3-208,1-2-72,-1 3-48,1-3 1,-1 0-209,-5-4 272,4 4 16,0 1 16,1-1 32,-1 1-32,0-1 0,-3-3-304,1 2 272,2 3-56,2-3-32,-3 1-24,3 1-72,-4-2-88,-1-3 80,3 5 0,0 0-48,-1-3 48,1 1-8,-4 0-24,1-4-48,2 3 56,-3-1-32,3 0 48,-3 2 32,0-3 24,2 1-128,0 0 128,-2 0 0,0-2-16,4 2-48,-4-2 8,0 0-72,0 0 32,0 0 0,0 0 16,0 0-40,0 0 8,0 0-152,0-4 312,0 0-200,0 1 80,0-3-8,0 1-40,0-7-8,0 7 72,0 1-24,0-1 8,0-13 32,0 14-56,0-2-8,0 6-24,0-14 33,0 10-25,0-13 48,0 12 16,0-12-24,0 12 32,0-10-16,0 10-16,0-16 48,3 16 0,1-9-96,-4 11 96,4 0-8,-4-14-32,4 12 0,-1-12 8,3 12 16,-6 2-80,3-9 64,3 8-40,-1-11 0,-1 12 24,2-12-8,-3 13-40,-1 0 72,4-3-24,10-10 24,-12 15-32,1-5-16,1-1-24,-6 6 40,15-5-32,-12-1 0,3 1 40,9-1-56,-12 1 24,3 2-16,5 0 16,-8-1-80,14-1 32,-11 1-32,12 0 0,-14 4 64,-3 0-80,18 0-80,-16-3-24,14 3-56,-13 0-16,12-4-64,-15 4 320,4 0-393,9 0-111,-10 0-56,11-4-24,-11 4-96,-2 0 680,1 0-712,14 0-112,-17 0-97,5 0-71,1 0-8,-3 0 1000,-3 0-976,6 0 168,-2 2 239,-1 0-3599,-3-2 4168</inkml:trace>
  <inkml:trace contextRef="#ctx0" brushRef="#br0" timeOffset="432">1028 1 6633,'0'2'1008,"0"0"-288,0-1-256,4 1-144,-4-1-320,0 0 273,0 1-25,0 0 16,0-2 24,0 2 40,0-2-328,0 0 336,0 1 24,0-1-40,0 0 24,-2 0-40,0 0-8,0 0-296,-1 0 288,-1 0-104,0 0 24,1 0-16,-3 0 8,2 0-200,3 0 224,-5 0-8,1 0-15,-3 0-25,-6 0 16,8 0-8,-9 0-8,10 0-48,-2 0 32,-1 0-24,1 0-8,-2 0-128,1 0 168,3 0-40,-12 0-24,12 0-40,-12-3-8,12 3-16,-12 0-16,12 0 0,-10 0 24,9 2-40,-10-1 8,14 0-16,-2 2 32,-10-1-64,8 2 16,-9-1 32,10-1-40,0 2 24,3-2-80,-13 3-88,9 3-144,-1-3-192,-10 1-168,12 1 672,5-7-849,-8 5-167,1 3-176,-8-1-144,12 1-145,-5-1-111,2-4 1592,-2 1-1272,4 13-3385,4-17 4657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08.16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3182 0 3560,'0'0'1337,"0"0"-721,0 0-120,0 0-152,3 0-144,1 2-72,-4 0-88,4 0 8,-1-2 0,-3 2 16,2-1-64,0 0 96,2-1 0,-4 1 40,4-1 16,-4 0 16,2 0-168,-1 0 160,-1 0-8,4 2-8,0-2-24,-4 0-24,3 0-16,-2 1-80,2 0 72,-3-1-56,4 2 8,-1 0 32,1 0-16,-2-1-40,0-1 88,3 2 8,-1 0-8,-1 0 24,1 0 48,1 0-160,-4-2 160,2 1 0,1 1-15,2 0 7,-1 2-8,1 0-16,-5-4-128,3 1 120,2 1-64,8 2 40,-14 0 0,6-1 16,-2 0-112,-3-2 128,14 1-24,-15 1-8,15-1-16,-12 2-8,3 1 16,-5-4-88,13 2 80,-11 1-40,3 0 56,10-1-16,-12 3 24,3-5-104,1 1 152,-5 2-48,14 0 40,-11-1-32,10 3 40,-11-3-152,-4-2 144,15 4-16,-10-1 24,8 1-72,-8-3 48,12 4-40,-17-5-88,2 3 88,15 2 0,-14-1-8,13 1 8,-14-1 8,7 0-96,-5-2 72,-1 2 16,10 1-8,-10 1 16,11 8 8,-12-12-8,-2-2-96,4 6 72,10-2-80,-12 3 64,1-1-56,2 8 32,-4-14-32,1 1 48,12 4-56,-12 1 56,1 1-40,2-1-8,-2 5 0,-3-9 16,3 2-40,1 1 48,1-1 8,-1 3-32,1-1 0,-5-6 0,2 5-16,2 2-32,1-1 40,-1-2 8,1 1 8,-3-2-8,-1-1 24,2 5-16,1-3-16,1 10-8,-1-13 8,1 5 8,-1-1 24,1 1-24,9-1 40,-12-1-32,1 10-8,-2-13 0,2 1 25,1 5-41,1-1 24,8 8 0,-10-12 0,-1 8-8,-2-7 56,4 2-32,1 1 8,-1 8-16,1-10-40,-1 3 56,-4-8-32,4 14 32,0-6-56,1 8 72,8-10-32,-14 12-32,2-15 16,0 0 40,4 13-40,-3-10 32,3 12-8,-1-12-24,0 8 0,-4-12 24,3 4-32,-1 10-24,1-10 32,0 12-16,-1-11 32,-2-6-16,2 17 32,1-11-48,-4 12 24,3-12-24,1 8 8,-2-11 8,0-1 16,-2 14 8,3-12-24,1 13 0,0-12 8,-4 12 0,0-17-8,3 6-16,-3 7 8,4-8 0,-4 9-8,4-8 32,-3-1-16,1 5-8,2-4 16,-4 11 0,4-12 0,-4 12 32,3-12-40,-3-4 24,4 14-8,-4-10 40,4 10-80,-4-8 40,0 10-8,0-15-8,3 9-32,-3-5 16,0 11 16,4-10 40,-4 10-40,2-15 0,0 0 48,-2 17-8,4-13-48,-4 12 48,0-12 0,0 11-40,0-18-24,0 6 24,0 12-16,3-12 16,-3 14 24,0-13-8,1 0-16,2 5 32,-3-5-72,0 11 48,4-3-16,-4-9 16,0 7-8,0-8 64,0 10-64,0-8 72,0 12-88,3-5 8,-3-8 24,0-4-16,0 16-56,0-11 24,0 12 32,0-5-8,0-6 32,0 12 56,0-13-56,0 12 32,0-12-64,0 13 8,0-7 0,0-11 32,0 4-48,0 14 0,0-13 32,-2 12-8,2-12 8,0-3-16,-1 8 64,-1-6-96,0 12 24,2-10 24,-2 10-16,1-13 0,0-3 80,-1 15-32,1-10 24,-1 10-40,0-10-8,0 10-8,2-17-16,-2 15-16,-2-8 8,3 11 8,-1-3 24,0-10-8,0 3-16,0 3 64,0 4-16,1-10 24,-1 15-56,0-14-16,0 9 0,2-12-8,-2 12-48,0 2 168,2-1-112,0 1 40,0-3-8,0-11-32,-1 9-104,-1 3 88,0-8 0,0 15 40,0-5 24,1-9-48,0-2 112,0 9-40,-1 0 16,0 0-32,0-1-56,0-1 0,2-11 56,-3 13-64,-1-8 0,-2 13 64,3-12-96,-1 12 72,2-13 64,-3 13-104,1-5 144,-2-8-112,1 12-16,1-14-8,2-3 64,-3 18-96,-1-12 168,1 12-136,-1-5-8,1-1 24,4-12-16,-4 11-104,0 2 56,-1-8 56,1 12-48,-1-12 48,4 2-8,-1 0 56,-3-1-64,1 10-16,-1-12 48,1 10-8,0-11-16,4-4 16,-4 6 32,-1 8-16,1-10-32,-1 10-8,1-9-8,3-5 16,-2 5-56,-2 1 0,3 8 8,-3-11 72,3 3-56,-1-2 32,2-3 32,-3 6 16,1-1-24,-2 0 16,3 8-24,-1-9-16,4-6 0,-5 7-32,1 0-32,0 1 72,-1 6-8,1-12 16,3 0-16,-2 2 72,-2 3-96,1 8 128,-1-12-120,1 3 8,-1-2 8,4-2 16,-2 3-104,-3 1 176,3 1-72,-3-2 0,2 1 8,3-5-24,-3 3-80,0 2 48,-1 1 16,-1-1-16,1-1 24,2-1 8,2-2 32,-5 3-24,3 1-64,-3-1 80,1-1-32,1 1 8,4-4 16,-6 4 64,1-1-56,-1 1-24,3 1 0,-3-1-8,5-3 8,-1 2 0,-4 1-32,1 1 128,1-1-104,0-1-8,0 2 64,-1-1-144,1 1 144,1-3-32,-3 3-16,2-1 16,4-4-16,-3 4-48,-3 0-40,3 1 88,-1-1 8,0 1-8,2-3 0,1-1 96,-5 4-120,2-1 64,1-1-32,-1 0-16,1 1 8,2-5 40,-2 4-104,-1 2 120,2-3-56,-3 3 0,-1-3 8,5-2-8,-3 0-40,0 1 0,0 2 24,1-1 40,-1 1-24,1-3 0,2 0 48,-4 1-24,1 0 88,2-2-88,-2 2 0,1-1-24,3-1 0,-4 2-88,2 0 32,-1 0 40,-1 0 40,0 0-24,3-2 0,0 1 72,0 1-72,-3 0 64,0 0-48,2 0 8,-1-1-24,3 0 32,-4-1-96,2 0 176,0 0-112,0 1 24,-1-1-8,2 1-16,-2 0-104,-1-1 32,3 0 64,-3 0 8,2 2 24,0 0 56,0-2-48,-1 2 48,-1-2-88,2 0 8,-1 0 0,3 0 16,-4 0-80,2 0 136,-2 0-56,1 0-24,1 0 24,1 0-16,0 0-56,-1 0 0,0 0 152,0 0-88,-1 0 8,2 0-16,0 0 64,1 0-136,-2 0 128,0-4-24,0 4-16,1 0-8,0 0-8,0 0-32,1 0 0,-2 0 56,2 0 8,0 0-24,0 0-8,0 0 72,-2 0-64,2 0 160,-2 0-160,0 0 8,1 0-16,1 0-152,0 0 288,0 0-128,0 0 16,-2 0 8,2 0-32,0 0-88,-2 0 56,0-4 40,2 4 16,-2 0 0,1 0-24,0 0 72,1 0-40,-1 0 48,-1 0-64,0 0 8,2 0 8,0 0-32,-2-3-80,0 3 24,0 0 32,1 0 8,-1 0 8,1 0 8,0 0 56,-1-4-88,0 4 176,-2 0-112,3-4-8,-3 4 16,0 0-160,2 0 224,1-3-112,-1 3-8,-2 0 24,3 0-8,-2-4-104,0 4 48,-1-4 56,-1 4 8,1-3-16,2 3 8,0 0 48,-3-4-24,1 4 8,-2-4-32,1 1-16,1 3 16,4 0 0,-5-4-40,-1 0 72,1 4-40,-1-3 0,1 3 24,-1-4-24,1 0-8,-1 4 0,1-3 16,-1 3-32,1-3 32,3 2 32,-6 1-8,1-4 96,2 4-112,-3-3 0,3-1-32,4 4 24,-6 0-136,0-4 88,1 0 16,-8 1 48,10-1-8,1 4-8,1 0 64,-6-4-32,1 4 16,-1 0-48,-6-3 16,10-1-16,4 4-8,-5-4-40,-3 1 176,-7-1-168,12 4 24,-12-4 40,14 4-24,-3-3-120,-4-1 72,-8 0 16,12 1 32,-3 3-16,-3-3 16,5 2 56,-1-3-40,-8 1-112,8-1 64,-10 0-16,10 1 64,6 3-16,-15-4 64,10 0-80,-10 1 8,10-1-8,-12 0 8,15 3 8,-1-1 0,-12-2-16,9 0 128,-10 1-104,12 3 32,-7-3-40,7 2 40,-1 1-128,-10 0 128,10 0-40,-14-4-8,14 4-32,4 0 40,-13-4-48,9 4-8,-1-3 64,-9 3 8,10 0-8,-3 0-8,1 0 64,2 0-80,-10 0 24,9-4-24,-1 4-32,-8 0 16,10 0 8,-10 0 16,10 0 40,-3 0-8,-8 0-56,14 0 32,-2 0 32,-3 0-88,-10 0 24,12 0 64,-3 0-72,-3 0 40,6 0 56,1 0-16,-11 0 112,10 0-136,-2 0-8,-8 0-16,14 0 8,-4 0-128,-9 0 120,8 0 8,-1 0 8,-8 0-16,12 0 8,1 0 24,-13 0-48,9 0 88,-1 0-88,-8 0-16,10-3 40,5 2-16,-8 1-48,-8 0 80,10 0 8,-8 0 0,8-3-32,5 2 8,-13-2-8,9-1-40,-3 4 0,-6-3 56,8 3-24,-3 0 16,4 0 16,-3-4 0,-7 4 16,8 0-8,-8-4 16,10 4-40,5 0 8,-15-3-64,10-1 0,-10 0 48,9 1-8,-8 3 72,11 0-56,0 0 48,-12-4-64,10 4 88,-10 0-72,10 0-8,-7-3 8,9 2 32,-2 1-88,-3 0 32,-8-3 24,10 3-24,-9 0 24,14 0 0,-3 0-8,-11-4-40,10 4 72,-12-4-64,12 1 32,-5 3 8,3 0 48,2 0-64,-3 0 88,-7 0-64,10 0 16,-9 0-24,13 0-8,-4-4-32,-12 4 112,12 0-56,-3-4-8,-6 4-16,12 0 8,-2 0-80,-3 0-8,-8 0 128,9 0-24,-1 0 8,-5 0-24,8 0 80,-2 0-128,-10-3 168,8 3-128,-7 0 0,10-4 48,4 3-40,-15 2-120,11-1 64,-10 0 64,10 0-24,-10 0 32,12 0-16,0 0 64,-13 0-80,9-4 112,-12 4-104,14 0 8,-10-3 0,13 3 0,-3 0-104,-10 0 56,9 0 24,-10 0 24,8 0-16,-8-4 64,8 4-80,-8 0 80,10 0-48,-10 0-24,12-2 24,2 0 24,-5 2-120,-10 0 248,12 0-120,-12 0-16,12 0-16,5 0 40,-15 0-200,10 0 128,-3 0 32,-8 0 32,10 0 8,1 0-40,-4 0 16,3 0 0,-9 0-24,10 0 0,-10 0 32,11 0-24,3 0 32,-14 2 8,9 0 152,-1-2-184,-8 2 0,10-2 8,2 0-16,-9 0-136,7 0 128,-10 2 32,9-2 8,-8 1-16,10-1-16,2 0 72,-14 0-48,10 0 32,-9 0-24,10 2-24,-9-2-8,13 0 32,-6 0-72,-8 0 72,8 0-16,-10 0-48,10 0-8,0 0 40,-6 0-80,7 0 8,-12 0 200,10 0-80,-10 0 24,7 0-72,7 0 80,-3 0-168,-13 0 176,14 0-112,-11 0 0,10 0 8,7 0 16,-16 0-88,8 0 32,-10 0 96,12 0-48,-12 0-8,14 0 16,1 0 56,-16 0-64,14 0 112,-14 0-80,14 0-16,-9 0-8,11 0 0,-2-3-104,-12 3 176,12 0-88,-14 0 16,14 0 16,1 0-16,-11 0-64,10 0 40,-10 0 24,10 0 24,-12 0-24,14 0 0,1 0 56,-13 0-40,9 0 48,-10 0-72,8 0-32,-9 0 40,16 0 0,-6 0-80,-10 0 56,12 0 48,-14 0 40,14-4-24,-3 4-40,-3 0 80,6 0-96,-14 0 112,14 0-72,-12 0-40,12 0 56,-12 0-168,12 0 304,-12 0-152,12 0 16,-12 0 8,12 0-192,-12 0 72,12 0 32,-10 0 16,9 0-16,1 0 72,-12 0-8,12 0 24,-3 0-40,-8 0 48,11 0-56,4 0 8,-13 0-8,10 0 40,-3 0-48,-1 0 24,-6 0 0,12 0-16,-2 0-24,-2 2-8,-8-2 24,8 2 8,-1-2 48,-3 1-48,5-1 40,3 0-8,-5 2 16,0-2-64,-8 2 48,9 0 16,6-2-48,-7 0-48,-8 0 0,10 2 64,-3-2-48,-6 0 32,11 0 0,0 0 48,-11 2-72,8-2 56,-11 0-40,12 0 40,-2 0-32,7 0 8,-15 0-16,9 0 136,-8 0-152,8 0 8,-1 0-40,3 0 56,-7 0-176,6 0 32,-10 0-72,9-4 40,1 4 0,0-2 176,2 0-192,-4 2 32,0-3-32,-1 3-224,1 0-224,0 0-312,6 0 952,-4 0-1337,0 0-143,-1 0-104,1 0-89,1 0-47,2 0 1720,0 0-1560,0 0 343,1 1-3071,1-1 4288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4.760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565 0 8209,'0'0'1377,"0"0"-569,0 0-352,0 0-456,0 0 280,4 2-184,-4-2 48,0 0 24,0 0 64,0 0 56,0 0-288,0 0 312,0 0-8,-2 0 32,0 0-32,0 0-40,-3 0 8,-1 0-39,1 0 23,-1 0-88,-1 0 8,-7 0-176,13 0 168,-5 0-72,-10 0 88,10 0-40,-10 0-64,10 0 16,1 0-96,-6 0 48,3 0 0,-12 0 88,5 0-16,-1 0-40,6 1-80,5 0 128,-13 1-64,-1-2 40,1 2-32,0 0 0,-1-1-72,17 0 0,-16 4-16,-2-3-16,0 0 40,1-1 32,1 3-32,9-3-8,-1 0 56,-6 1-72,-1 0-32,-1-1-40,11 1-80,-10-2 168,13 0-288,-3 2-176,-10 0-168,12 0-297,-10 0-167,10-2-184,-3 1-208,-6-1-65,8 0-71,-1 0 344,-1 2-3361,8-2 4641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3.19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135 485 3840,'0'0'312,"0"0"104,0 0 57,0 0-25,0 0-32,0 0-8,0 0-408,0 0 400,0 0 0,0-4 24,0 4-24,0 0-8,0 0-392,0 0 416,0 0-40,0 0 129,0-4-65,0 4-8,0 0-432,0 0 456,0-4-96,4 4 56,-4 0-8,0 0 16,0 0-24,0 0-400,0 0 408,0 0-32,0 0-7,0 0 31,0 0-40,0 0-2273,-2 0 4194,0 2-1921,0 0-32,0 2-8,1 0-16,-1 1-304,2-5 288,-4 6-16,0-1 24,3 2-48,-3-1-32,0 9-8,2-14-208,-1 3 184,-1 11-8,0-10 32,-1 10-55,1-9-49,0 5-104,3-6 128,-5 3-128,1 12 104,-1-6-72,1 1 0,-1-7-16,6-8-16,-6 18-64,3-11 48,-1 12 16,0-12 32,1 11 8,1-11-40,0 1 64,-2-1-80,1 12 16,-1-12-40,0 10 24,1-13 16,3-3 24,-2 14-32,0-9 128,0 10-128,0-10-104,1 1 16,-1 0-160,2 1-65,0-3 41,-2 1-96,2-1-64,0-1 440,0-2-400,0 3-120,0-3-8,0 0-208,0 0-152,0 1-137,0-3 1025,4 2-1280,-1-2-40,1 2-113,0-2-31,-1 0 16,-1 0 1448,2 0-1200,1-4 327,1 1-3295,-6 3 4168</inkml:trace>
  <inkml:trace contextRef="#ctx0" brushRef="#br0" timeOffset="646">652 231 3784,'0'0'184,"0"0"48,-2 0 64,2-4 25,0 4-25,-2-3-296,2 2 296,-2 1 8,0 0 8,1-3 8,-1 3-16,2 0 16,-1 0-320,0 0 312,-1-4-24,0 0 40,0 4-56,2-3-16,-1 3 8,-1 0-40,0 0 24,-2 0 9,2-4-1,1 4 0,0 0-256,-2 0 232,-1 0-40,0 0 8,1 0-32,-3 0 24,5 0-192,-1 0 176,-4 0-24,2 0-48,1 0 0,-3 0 0,3 0-104,3 0 104,-6 0 32,1 2-48,3 0 24,-4 0-24,2-1 0,4 0-88,-3 2 112,-1-1-56,0 2 32,1-3 24,-1 1-24,-1 4 48,3-3-48,-2 1 96,2 2-88,-1-3-16,-1 3 64,4-6-144,-2 5 8,-2-1 64,3 2 24,-1-1-56,0 2 16,1-4-56,0 2 40,1 0-48,0 1 96,0-1-64,-2 1 40,2-2-64,0-3 96,0 5-96,0-1 104,0 1-55,4-1 31,0 1 0,-4-5-80,0 3 0,3 4 16,1-3-16,0 1 24,-1-1 24,3-1 40,-1 2-56,12-3 56,-17 1-56,5 0-48,9-3 16,-13-1 24,3 4-88,1 0-8,1-2 80,-1 1-16,1-1 16,-1-1-8,4 0 40,-9-1-96,6 0 80,0 0-24,-1 0 40,-1 0-40,-2 0 32,3 0-80,1 0 152,-1 0-152,1-4 16,-1 4 32,-4 0 0,4-3-152,0 3 112,1-4 40,-3 0-32,1 1 40,-2 1-8,0 0 48,1-2-16,1 1-32,0-1 0,-4 0-8,3-1-24,-3-1 48,4 2 24,-4-1-48,0-1 8,0 1 16,0 1-16,0-7-40,0 11 16,0-3 24,0-3-24,0 1-8,0 1 32,0 2 16,0-13-8,0 12 88,0-3-72,0-9-48,0 12 16,0 3 8,-2-6-112,2-9 64,-2 12 48,1-3 8,-1 1-24,1 3 16,0-2 40,-1-10-72,0 14 88,0-6-48,1 1-32,-1 0 24,2 4 32,-2-3-112,0 1 88,0-1-8,0 0-32,1-1-16,0 2 48,0-9-40,-1 12-89,0-5 1,0 1-48,2 0-104,-1 2 280,0 1-304,-1-3-56,1 0-16,-1 4-64,-4 0-24,3-3 464,3 2-496,-4 1-80,2 0-24,0 0-129,0 0-143,2 0-64,0 0 936,-1 0-1048,-1 0 72,2 0 263,-2 0 193,2 2-3400,0-2 3920</inkml:trace>
  <inkml:trace contextRef="#ctx0" brushRef="#br0" timeOffset="1270">849 155 5601,'0'2'1136,"0"2"-72,0 1-232,0 1-280,0-3-552,0-1 409,3 4-97,1-1-56,-4 3-32,0-1 32,4-1-8,-4-6-248,0 5 240,0 3 32,0-1 56,0 9 24,0-10-24,0-3-328,0 1 376,3 13-112,-3-12 64,4 3-96,-4 6-24,3-9-208,-2-4 249,-1 5-113,0 1 72,3-2-8,-3 3 0,4-1-16,-4-6-184,0 5 168,4 2-24,-4-3 8,3 1 8,-3-1-48,0-2-112,0 0 112,0-1-16,0 0 64,0-1-96,0 1 24,4-2-88,-4 0 24,0 0-104,0 0 232,0 0-160,0 0 16,0 0-32,1-1 24,2-1-112,-3-2 56,0 0 88,0-1-8,0-1-72,2-4 48,-1 5 48,-1 2-144,0-3 192,4-10-72,-4 10-48,0-9 40,4 10-112,-4-13 0,3 12 80,1-14 8,2 14-16,-4-2 24,1-2 80,1 4-56,-1-14 24,1 15-24,0-12 0,1 12-24,-5 5-8,6-19-40,-1 14 48,1-12-16,-1 12 8,10-14 32,-15 18-24,0-1-24,6-13-24,-1 11 48,10-11 32,-11 12 48,-2-1-80,-1 2 104,5-3-16,8-10 40,-10 11-120,2 1 0,-1-1-8,-5 4 56,15 0-160,-11-4 72,10 1 24,-10 3-80,11-4 24,-13 3 64,1-2-64,12 0-160,-11 3 40,10 0-80,-10-4-80,7 4 344,-7 0-312,-1-4-96,12 4 8,-11 0-89,1 0-71,12 0-104,-17 0 664,3-3-816,3 3-32,10-4-32,-12 4-49,2 0-7,1 0 936,0 0-952,-3 0-64,11 0 176,-12 0 175,12 0-3455,-15 0 4120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4.54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2858 60 5321,'0'0'752,"0"-4"-144,3 4-304,-3 0-304,0-4 144,0 4-80,4 0-32,-4 0-8,0 0-8,1 0-16,2 0 16,-3 0-40,0 0 16,0-2 8,0 1 32,0 1-16,0 0 24,0-4 0,0 0 8,0 4-8,0 0-40,0-3 16,0-1 8,0 0 16,0 4-16,0-3 16,0 1-40,0 0 32,3 2-8,-3-4 16,0 1 0,4-1 8,-4 1-48,0 2 88,4 1 24,-4-3 16,4 3 16,-1 0 16,1 0 8,-3 0-168,2 0 128,2-4 8,-1 4-16,1 0 0,-1 0 32,0 0-152,-3 0 153,5 0-9,-1 0-40,1 0 0,11 2-8,-14 0 0,-3-2-96,6 0 96,-1 1-32,12 1 40,-14 2 0,14 0 32,-15-3-136,2 1 160,14 4-40,-13-4 32,14 3-40,-14-1-8,11 0-104,-13-3 136,2 5-32,14-1 32,-14 1-16,14-1-48,-5 1 24,-12-4-96,2 3 96,18 1-24,-17-1 16,17 3-8,-16-1-8,7-2-72,-4-3 136,-3 13-24,16-11-16,-6 1 16,-1 10-40,-1-10-72,-13-4 112,15 4 0,-10 12-24,18-12-32,-10 10-8,3-10 16,-11 1-64,4 5 56,5-6 8,2 12 16,-1-10-32,-1 12-16,-3-14-32,-8-3 40,13 17-48,0-12 8,-1 13 8,2-13 8,-1 16 16,-14-20-32,11 1 48,2 16-56,1-13-8,-1 14 16,1-5-24,-8-8 24,0-1 40,8 8-16,-1-10 56,1 15-72,-1-12 0,-1 10-8,-13-16 24,13 16-72,1-3 80,1 2-24,-3-3 0,1-6-16,-11-2 8,7 10 8,5-2-40,-1 3 16,2-2 56,-3 1-48,-4-6 8,-5-5 32,10 12 0,1-1-40,-1-1 40,0 3 8,1-1-32,-15-17-8,4 16 8,19 5-32,-10-3 24,1 0 32,-9 1-24,3-11-8,4 4 48,-8 8-48,15-1-8,-14 1 8,12 0 8,-13-3-8,-4-14 16,19 16-32,-16 1 48,14-4-48,-12 3 16,12-1 24,-15-14-24,9 11 0,-7 3-24,10-2 32,-9 1-16,8 1 0,-10-7 8,-2-3 32,16 8-8,-12 3 33,10-3-33,-12 1 0,11 1-24,-15-18 8,3 19-56,14-1 23,-13 0-7,1-1 24,1 1 8,-1-11 0,4 5 32,-5 6-48,1 0 57,1 1-50,-1-1-15,7-4 24,-9-9 41,-3 15-114,4-2 105,0 4 1,-1 0-33,1 0 40,-4-18-40,0 18-16,0 2-41,4 0 33,-4 2-24,3-2 32,-3-9 16,0-3 32,0 16-40,0-1 64,0-1-64,0 2 16,0-4-16,0 1-56,0-1 120,-2 0-56,1-2 24,-1 0 9,1-16-33,0 9-33,-1 7 1,0-2 56,0 2-24,1-2 8,-1-1 41,0 3-74,0-4 74,-2 2-81,-1 0 15,1-3-7,4-16 24,-2 20-48,-1-1 24,1-1 16,-2 3 40,2-4-40,1-9 8,-1 2 32,-2 10-40,0-1-8,1 0 16,-1 0-8,1-4 8,2-12 16,-2 17-16,-1 1 40,0 0-16,2-2-48,-1-2 40,2-13-16,-2 11-32,-1 4-16,-1 2 72,1 0-40,0 0 16,1-9 0,1-4 48,-2 13-24,-1 2 1,-1-2-9,3 0-8,-3 0-24,1 0 0,-1 0-65,0 1 65,-1-1 24,0 2 8,5-16-16,-2 7 73,-1 7-114,-1 2 41,1-2 0,-3 1-8,3-7 8,3-10 32,-4 14-40,-1 0 41,2 0-17,-1-1-8,-1-1 32,6-16-40,-4 14-40,0 5 24,-1-3 8,1 0-25,-1 1 33,3-10 0,1-2 41,-4 10-49,1 1 72,-3 1-56,3-3-16,0-2 8,4-13 32,-6 16-64,1-3 88,-1 3-32,1-3-24,-1 1 40,6-11-40,-3 7-16,-11 4-40,9 1 72,-1 1-40,0-1 48,-3-6-24,5-5 88,1 10-88,-1-8 40,-10 13-56,10-5-16,-3 2 32,-7-3-32,10 3-8,-10-3 48,10 3-8,-3-10-32,1 2 32,-2 3 64,3 4-72,-1-1 8,-10 0 0,12-8-32,-7 8 32,9-12-8,-2 5 0,-12 12 40,12-5-16,-3-8-24,-6 11 0,12-16 8,-2 4 0,-3 12-48,-8-11 48,9 14 16,-1-14-16,-3 4 0,4-4 48,0 8-32,-1-7 40,-8 10-32,9-13 0,-8 10-24,14-15 32,-6 6-56,-9 8 24,10-8 8,-2 9-24,-10-10 24,15 1-8,-1 3 24,-14-4-64,11 3 80,-10-1-48,9 10 24,-6-15-16,9-1 56,-1 5-72,-10 8 32,9-10-16,-10 2 8,10-1 16,-10 3 0,10-1-48,-10 0 56,8 8-16,-8-11-8,13 0-8,0-1 40,-12 12-56,10-12 0,-2 3 48,-8-1-16,10 0-16,4-4 40,-15 4-8,10 1 56,-8-1-56,8 1-24,-1 1-16,-10-1-88,12-1 32,-10 1 48,9-2 40,-1 1-16,-3-1-8,5-2 24,0 3-40,-14 1 16,14-1 24,-10 1-8,10-1 40,4-4-56,-6 4 0,-9 0-56,10 1 56,-1-1-32,-8 1 48,13-4-16,-1 1 48,-12 3-32,9-1 24,-8 1-40,8-2 32,0-1-32,5-3 8,-14 2-8,10 4 32,-3-3-56,-6-1 16,8 4 32,-1-5-48,-1 1 16,-6 0 24,8-2-16,-1 0 32,-2 0-32,3 0 48,2 0-8,-3 2 96,0-2-40,-1 2 0,-6-2-96,14 0 120,-4 0-168,-3 0 24,-10-4 32,12 4-40,-1-4 72,1 3-40,-5-1 64,7 2-96,-3-6 112,1 1-96,-1 1-16,2 1 32,3 2 56,-5 1-112,1 0 64,-1-5 8,0 1-24,3 1 40,2 2-32,-4-4 48,2 1-56,-1 1 0,0-1 32,1 0-48,2 2 24,0 1 40,-3-5-8,0 2 32,3 1-24,-1 3-32,0-3-8,2 2 56,-2-3-112,0 1 136,-1 3-56,1-4-24,0 0 16,1 3-16,0-1-40,-1-2 0,0 0 64,0 1-24,2-1-16,-1 4 16,1 0 88,-2-4-80,0 4 96,0 0-88,0-3-32,0-3 24,2 6-8,-1-4-72,-1 1 16,0-1 80,-2 4-48,-1-4 24,4 3 0,0-1 48,-3-2-72,2 4 56,1-4-8,-1 4 24,-2-3-24,2-1-64,0 4 72,-1-4-72,-1 4 24,0-3 32,-1-1-40,1 0-16,0 4 24,1 0 8,-1-3 0,0 3 40,-1 0 8,1-4 40,-1 4-96,-1-4 24,1 4-8,5 0 0,-6 0-80,1 0 56,-1-3-16,1 3 24,-10 0 8,14-2 8,-2 0 40,-2 2-64,-3-4 0,1 4 8,-8 0 0,11-3 16,3 3 48,-7 0-48,1 0 56,-9 0-80,10 0 40,-1-4-8,5 3-8,-13-2-40,10-1 0,-12 1-8,10 3 24,-10-4 16,13 4 8,1 0 48,-17-5-32,12 1 24,-10 4-72,3-4 0,8 1 32,7 3-24,-21-4-48,7 0 104,-1 1-40,-1 3-16,-1-4 8,13 3 16,-7-2-48,-3 3 16,-3-3 72,0-1-8,-1 0-72,6 4 40,6 0 24,-11-4-40,1 4 72,-1-3-24,-1-1-56,1 4 24,15 0 0,-18-4-104,2 4-8,-1-3 96,1-1-48,-2 0 40,11 3 24,-3-1 80,-8 2-112,-2-4-8,4 0 72,-3 4-16,3-3-16,14 3 16,-16-4 32,-2 0-48,2 4-32,0-3 48,-2-1-32,18 3 16,-13-2-48,-5 0-8,-3-1 24,3 0 8,-2 1 8,9 1 16,4 0 24,-11-2-32,0 4 32,-2-3-32,2-3 8,-3 3 0,24 2 0,-23-4 0,0 1-8,-2 1-8,3-1 16,-1 0-32,15 3 32,-6-2-8,-9 0-48,0-1 32,0 0 0,-2 4 8,8-2 16,12 1 16,-18 1-24,1-4-64,-1 0 48,-2 4 16,2 0-64,21 0 72,-18 0 48,-3 0-104,0 0 40,-1 0 32,-1 0-48,14 0 32,2 0 24,-12 0-80,0 0 104,0 0-56,-1 0-16,2 0 24,19 0 40,-20 0-96,-2 0 128,3 0-32,-1 0-16,0 0 24,17 0-48,-10 0-80,-7 0 32,0 0 32,2 0-16,-1 2 40,8 0-8,6-2 48,-11 0-40,-4 2 24,2-2-8,-1 2-24,1 1 40,19-2-40,-16 0-16,-2 3-16,-1-2 64,4 0-32,-1 3 32,9-4-32,-2 0 56,-7 3-112,0 1 16,1-1 8,-1 0 8,3 0 24,12-3 16,-15 1 8,3 2-16,-1-1-8,0 1 16,0-2-16,13-2 0,-10 3 8,-3-1-32,10 4 8,-14-3 40,14-1-16,-5-1-8,3 0 40,0 1-16,-10 4 88,12-3-72,-10 1 8,9 0-48,6-4 48,-7 1-136,-9 1 96,10 0-16,-11-2 0,12 2 16,-2-1-8,-4 0 24,5 1-24,-9-2 40,10 0-8,-3 0-32,-2 0 0,6 0 32,-2 0-48,-8 0 8,8 0-16,-9 0 40,10 0-32,4 0 16,-6-4 0,-9 4-64,10 0 16,1 0-8,-10 0-56,12-2 112,1 0-88,-6-1-72,3 3 8,-10-4-104,13 0-97,-3 1 353,5 3-408,-6-4-192,-1 4-16,1 0-176,3 0-160,-1-4-96,3 3 1048,0 2-1161,-1-5-55,2 4-8,0 0 104,0-3 247,3 3 873,-2 0-3968,-1 0 3968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6.20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3879 0 5225,'14'2'1192,"-8"-2"-136,4 1-1056,4 0 704,2 1-376,-1-1-176,0 1-120,-10 0-40,17 0 16,-16 0 16,18 1-8,-19 1 24,16 0 48,-7-1 0,-10-2-88,7 0 144,-6 1-24,16 0 8,-7-2 57,-8 2-49,6-1-136,-4 0 136,7 0-32,-10 1-96,16 0 8,-7 0 24,-8-2-40,-6 0 0,22 2 40,-6 0-40,-10-1-24,16 1 48,-5 0-16,-12-1-8,4 0 32,8 3 0,1 1-24,-1 1 16,-1-1 16,-3-1-40,-9-2 56,14 1 56,1 3-8,-1-1 16,0 1 24,1 1-24,-16-6-120,14 6 112,1 9-64,1-10 24,1 10-40,-2-10-16,-7 3-16,-1 0 72,12-1-56,0 12 40,0-6-24,0 1 16,-4-2-48,-16-11 16,20 14 8,-2 1 16,1 0 0,1 1-16,0 0-16,-16-12-8,8 9 24,6 5-56,-1 0 24,1 0 16,-2 2-8,-6-7 0,-5-8 24,11 15-16,2 4 0,-1-4 0,-1 2 16,0 0-8,-17-23-16,17 22 0,0 3-32,1-1 24,1 3 0,-4-2 16,-8-15-8,3 4 56,7 10-56,-1-1 24,1 4-24,-1-4 0,-3-4 0,-10-15 48,13 23-24,1-4 24,0 3-16,-1-1 8,-1 2 0,-12-22-40,7 15 40,4 7-32,1 0 16,-10 1 0,16 0 16,-19-10-40,0-6 80,17 16-8,-15 0 8,15 1-40,-14 1-8,16 4-32,-22-35 24,6 33-16,10 0-24,-10 0 8,10-1-8,-10 1-16,-1-23 32,6 11 24,-7 12-56,11 0 64,-12 0-8,12-3 0,-12-6-24,-2-15 56,4 22-64,1 0 32,-1 2-16,1 2 8,8-1-40,-12-31 24,-4 25-8,8 3-48,0 0 72,-1-1-16,1 1 8,-4-15-8,1-1 56,1 15-88,1-1 64,1-1-40,-3-1 0,1 0 8,-4-24 24,4 24-40,-1 3 16,1-3 16,0 1-24,-4-2 8,1-18 0,2 11-8,0 9-16,-3-3 56,4 5 8,-4-3 8,2-8-48,0-10 64,-2 19-24,0 1-24,0 0-8,0-1 8,0 0-16,0-27 0,0 23 16,-2 2-56,-2 0 24,2 3 0,-1-1 16,1-16 0,0 3 56,0 13-56,-2 0 32,1-1-24,-3 1-40,1-1 32,-1 3 0,1 1-16,-1 0 32,1 2-24,-1-1-16,5-26 24,-3 17-8,-4 7-16,1-1-8,-1 0 40,-6 1 0,12-15-8,0-3 32,-5 20 24,-8-3-40,9 2-8,-1-3 24,-7 1-32,13-29-8,-4 28 8,-12 1 40,12 1-56,-15-1 32,14-1 0,-1-18-16,-4 7-24,-4 11-8,9-1 56,-14 1 0,13 1-24,-5-11 0,6-8 40,-9 18-56,0-1-24,8 1 64,-13-1 0,5 1-8,13-24-16,-11 18 48,-2 5-96,1 1 88,-1-1-24,-2-1-8,10-13-8,0 0 40,-8 13-56,8-1 96,-14 1-64,7-2 8,6 0-16,-10 0-72,3 2 88,1 1-40,-1 1 56,-2-2-32,15-19-8,-3 13 0,-15 8 8,5-4 32,0 1-24,8 1-16,-5-11 0,6-8 24,-9 19-48,7 2 40,-12-5-16,13 3 40,-13-2 0,19-23-40,-6 18 8,-13 3-24,5 0 16,1 0 0,-1 1 24,9-14-24,-3 4 72,-5 9-88,-3 0 0,0-2 40,1 2-8,4-7-16,9-12 48,-13 16 0,1 5-112,0-6 64,-1 2 0,-1 1 0,14-18 0,-9 10 56,-6 6-72,3 3 16,1-4 16,-1 2 0,8 0 32,-16-3-8,9 1-16,-1 1-16,0-1-8,0 1 0,14-18-8,-7 20 8,-12-3-32,5 0 56,1-1 0,-1 1-8,0 3 8,1-1-88,-3 0 16,10-3 56,-14 1 8,5-2 48,9 1-8,-15 0-64,5-1 32,2 2 32,8-3-16,5-13-40,-16 13 48,3 1-40,0-8-8,-1 10 0,-1-3 0,10-11 0,-1-1 32,-6 16-16,-3-12-32,2 8 56,-1-10-48,3 10 8,11-13 8,-14 3 32,-1 10-64,1-10 48,-1 10-16,2-9-8,-1 1 32,8 8-72,-12-10 24,13 10 24,-12-10 24,14-1-32,3-2 80,-16 5-16,10 1-64,-10-1 16,12 8-16,-12-10-16,17-5 16,-3 8 24,-13 6-96,11-10 80,-10 2-8,9-1 24,-1 1-24,-1 3 81,3-7-130,-10 3 65,10 1-32,-1 1 0,-6-1 16,10-5 40,-3 7-15,-9 6-42,10-12 1,-3 4 24,-6-1-16,13-4 8,-4 4 49,-2 0-49,-8 1 8,10-1 8,-1 1 0,-1-2 24,-1-1 0,-6 3 0,10-3-8,-3 3 8,-1-3-40,8-2 8,-7 0 16,1 3-24,1-2 24,-1 0 8,1 1 48,3-2-80,-2 0 64,1 1-72,-1 0 24,2 0-16,0 0 56,1-1-56,0-1 88,-2 0-8,1 2-96,0-2 32,2 0 32,0 0 16,0 0-64,-2 0 96,2 0-32,0 0-40,0 0 40,0 0-64,0 0 112,0 0-88,4 0 24,-4-3 16,4 3 8,-4 0-72,0 0 72,3-4 8,1 0-64,-4 4-8,4-3 48,-1 3-32,-3 0-24,0 0 16,4-4-32,-4 4 8,4-4 32,-4 4 48,2 0-72,-1 0 88,-1-3-40,0 3-56,0-4-16,0 0 8,4 4 40,-4 0-24,0 0 16,4 0-64,-4 0 32,0-3 0,0-1 16,0 4 32,0 0-56,0 0-32,0-4 32,0 4 24,0 0 32,0-3 16,-2 3-24,0 0-48,0-4 0,2 4 24,-2 0-8,1 0-64,-1-4 72,0 4-24,-2-4 8,2 4 16,0 0 40,-1-3-48,-1 3-16,-1-4 24,1 0 0,-2 4 0,6 0-24,-5-3 24,-1 3-72,-1 0 40,0-4 40,-8 4 0,13-1-8,-2-2 16,-3 3-80,-8-3 56,10-1 8,-10 4 24,10 0-24,3 0 48,-17 0-64,14 0-24,-13 0 48,10-4 8,-12 4 0,17 0-16,-9 0 0,-4 0-88,-1 0 56,1 0 24,1 0 24,5 0-16,1 0 56,-7 0-56,-2 0-80,-3 0 8,3 0 40,0 0 32,16 0-32,-20-3 56,0 3-24,0 0-32,-1-4 24,0 4 24,-1-5 0,2 1-40,-2 0-8,-2 0 0,0 1 40,9 0-8,8 2 56,-18 1-48,-3-4-32,3 1-16,-3-1-24,1 0 56,28 4 8,-27-3-24,-2-1-32,1 0 80,-1 1-24,-1-1 8,18 2-8,-3 0 56,-14-1-104,-1 3-16,0-4 72,-1 4-32,10 0 24,11 0 0,-22-6 16,0 3-104,-2-1 104,0 0-8,0 4-16,-1-3 56,1 3-168,0-4 80,0 4 24,2 0 0,12 0 16,7 0 64,-21 0-24,0-4-64,0 4 8,-2 0 32,4 0-16,31 0 8,-33 0 16,-2 0-40,3 0 32,-1 0-32,-2 0 32,26 0-16,-15 0 40,-9 0-104,0 0 40,0 0 24,2 0-8,7 0 8,17 0 48,-24 0-24,0 0-80,0 0 64,0 0-8,1 0-8,30 0 8,-27 0 64,-4 0-128,2 2 80,-2 2 0,2 0-16,14-3 0,0-1 72,-14 2-64,0 2-40,-2 0 24,3-3 8,5 1 0,21-2 8,-25 2 24,-1 2-16,3 0-8,-1-1 16,0 3 16,21-5-40,-13 1 24,-10 2-56,3 0 24,-3-1 8,1 3 32,11-4-32,8 0 80,-17-1-56,-1 5-24,2-2 0,-1-1-24,-3 1 16,29-4 8,-27 0 8,-1 2-80,-1 0 128,3-2-64,-1 0 16,0 2 64,3-2-152,-3 0 56,1 0 8,1 0-16,6 0 32,16 0 48,-18-4-80,-2 4-152,4 0 48,-1-4-112,1 0-40,17 3 288,-12-3-321,-4 0-279,3 1-80,-1 3-136,1-4-184,7 4 1000,3 0-1056,-9-4-169,8 1-127,-10 3-24,12 0 167,-9 0 1209,13 0-1640,-2 1-1368,3-1 3008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34.88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244 1 4000,'0'0'288,"0"0"-288,0 0 441,-2 0 23,2 0 128,0 0-64,0 0-72,0 0-456,0 0 416,0 0-88,0 0-8,-2 0 64,2 0 0,-2 0 24,2 0-408,0 0 433,-2 0-1,0 2 32,0-2 0,1 2 24,-1-1-488,2-1 504,-2 2-32,0 0 16,0 2-32,-1-1-16,-1 1 1,0 2-73,1-1-16,-3 1-8,1 8-56,-1-10-24,-1 3 8,1 10-64,-1-12 64,-1 16-32,-6-16-64,8 15-8,6-18-168,-7 4 88,-1 14-24,-6-5 0,8-1-24,-1 1 16,0-8-56,-1 1 88,5 7-56,-3-1 72,0-6-96,-1 12-24,2-4 48,-3-1-112,3 2 72,-1-12-32,1 15-80,-1-5-40,5-13 160,-3 3-288,0 16-112,-1-16-104,3 10-128,-2-10-184,3 6 816,0-5-985,-1 0-183,0 10-128,1-10-48,1 1 71,-2 8 89,2-15 1184,0 3-1112,0 3 160,0-1 239,0 3 241,0-3-696,1-3 1168,1 0-2880,-2-2 2880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48.88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900 26 5313,'4'0'56,"-4"0"0,0 0-8,0 0 24,0 0 8,3 0-8,-3 0 24,0-3-8,4 3 8,-4 0-96,0 0 128,0-4-16,0 4 56,0-4-32,0 4-8,4 0 24,-4 0-152,0 0 112,0-3 48,3 3 32,-3-4 40,4 4-8,-4-2-224,0 0 272,4 2-24,-4 0 8,0 0-40,0 0-16,0-3-200,0 3 232,3 0-48,-3 0 89,4 0-17,-4 0-24,0 0 24,0 0-256,0 0 232,0 0-48,4 0 32,-4 0-32,3 0-24,-3 0-160,0 0 216,4 0-48,-4 0 24,0 0-8,0 0-8,0 1-8,4 1-48,-4-2-24,3 2 16,-3 0 8,4 0 16,-4 0 56,4 1-72,0-1 80,-4 2-56,3 1-24,-3 0-120,0-4 120,4 14-80,0-12 129,-4 5-73,3 6-16,-3-8 0,0-2-80,0 10 0,4-8 24,-4 10 32,0-8 8,4 10 32,-4-9-96,0-3 120,0 1-24,3 13 24,-3-12-72,4 12 8,0-13 8,-4-7-64,0 21 16,0-14 0,3 13 56,-3-5-48,0-8 0,2 1-24,0 4 96,2 3-104,-4 0 16,3-8 72,1 13-32,-4-14-48,0-4 64,4 18 24,-4-13-48,3 12-32,-3-12 8,4 15 24,-3-18-40,2 9 0,-3-6-32,3 15 48,-3-14-8,0 12 16,2-12-24,0 0 64,-2 7-40,4-8 120,-1 17-160,-3-7 48,0-2-32,0-14 8,4 18-120,-4-12 160,0 15-24,0-7-8,0 0 0,0-1-16,0-6-40,0 14 48,0-8-8,0 1 32,0-5-32,0-5 64,0 2-32,0 13 0,0-5-32,-2 0 8,0 1 40,2-15-48,-1 6 0,-1 11-48,0-11 64,2 14-56,-2-14 80,1 2-40,0 2 72,-1 6-80,1-2 96,-3 1-96,0 1 32,2-3 32,-1-6-120,1 12 224,-2-5-168,0-1-8,1 3 72,2-14-56,-2 10-152,-1 6 96,1-1 64,-1-1-16,0-1 16,-1-1 64,1 3-72,1 1 32,-1 1 0,-2-2-24,3-1-8,3-17 32,-4 17-56,0-1-48,2 1 64,-3-1-16,1-1 8,2-9 16,-1 3 80,-3 7-96,3 1 120,-1-1-96,2 1-24,-1-6 16,2-7 40,-4 12-120,1 1 96,-1-1 8,1 1-8,0-1 16,4-13-32,-3 9-8,-1 3 0,-2-1-8,3 1 0,-1 2 40,2-9-24,0 0 48,-3 7-16,-1 1 48,1 1-88,1 0-8,-1-3 16,5-12 32,-6 18-96,2-1 88,-1 1-16,-1 0-24,1 0 16,3-14 0,-2 7-8,-1 5-32,-1-1 24,1 1 0,-1 1 0,3-7 16,1-6 48,-4 14-40,1-1-56,-1-3 56,-1 1-8,1-1-16,6-16 16,-7 15 80,2 0-96,-3 1 8,3-9 32,-3 14 0,6-15-24,-1 2 32,-3 0-32,-1 14 176,0-7-192,-1-1-16,2-2 32,5-9 16,-7 4-160,1 14 208,0-14-48,-1 11-8,1-10-8,5-4 0,-3 12-16,-3 0-8,1 3 32,-8-3 8,10 1-40,0-8 24,2-3 48,-11 1-40,8 15 48,-1-7-48,-8 1 24,10 1-32,5-15 8,-8 14-48,-6 1 32,8-1 8,-9-8-8,10 10 16,2-15-8,-2 1 24,-9 17-32,8-7 56,1-6-24,-10 10-8,12-14-16,2-2 64,-4 12-40,-10-6 24,10 10-40,-3-11-24,-8 12 8,15-18 8,-2 5-32,-4 13 32,-8-14 32,11 14-16,-10-14 16,12 3-32,0-1 32,-6 0-16,1 10 96,0-12-96,-1 12 8,2-12-24,5-5 0,-6 19-64,1-5 88,-1-8 0,1 12 16,1-12-32,3-2-8,-4 6 8,1-2-24,-2 8 56,1-10-16,1 10 24,-3-10 16,3 9-80,-3-10 48,1 10-32,0-10-16,-1 14 56,7-18-40,-5 5 24,-9 13-32,10-14 24,-3 12-8,-6-12-8,11 2 0,0 1 24,-4-3-16,-8 3 48,10-1-48,-3 0 0,2 0-8,5-6 32,-7 4-56,-6 1 144,10-1-80,-3 1-48,-1-1-16,7-3 24,-5 2-112,-1 1 32,-1-1-16,3 2 48,-1-5-40,3 0 88,1 0-48,-4 3-24,3 0-8,-1-3-72,2 3-64,-1-2 216,2-2-264,-2 2-96,1 0-32,0-1-32,0-1-40,0 0-72,2 0 536,-2 0-585,2 0-95,-1 0-96,1 0-112,-2 0-88,2-2 976,0 1-1032,0-3-185,0 0 121,0-1 200,5-1-3481,-5 6 4377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10.27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238 4 5353,'0'-4'576,"4"4"64,-4 0-144,3 0-496,-2 0 416,-1 0-72,0 0-64,3 0 48,-3 0 32,0 0 16,0 0-376,0 0 417,0 0-17,0 0-40,0 0 32,0 2 0,0-1-392,0 0 400,-2 1-24,1 0-64,-1 1-24,0-1-32,0 4-8,2-6-248,-2 1 248,-2 5-48,-1 0 24,-1-1-24,1 1-23,3-1-177,-2 4 200,-1-5-96,-1 3-8,-8 10 16,10-12-40,-2 8-72,5-9 128,-7 3-24,1 8-56,0-9 24,1 12-24,-1-13-8,5-1-40,-4 13 80,-1-10-88,0 10 32,-1-12 8,1 13 0,4-15-32,0 0 72,-4 15-56,0-10-32,1 10 0,-1-11 32,2 9-16,4-15-24,-4 6 8,-1 12-88,1-14-24,-1 12-48,1-10-56,1 10-8,-1-10-137,1 10-63,2-12-48,-2 10-104,3-13 592,1 0-632,-4 5-112,0 0-192,2-1-65,-1-1-127,1 3-40,2-8 1168,-2 5-1000,2 3 168,0 6-3297,0-14 4129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11.5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444 9 5009,'0'0'352,"0"0"64,0 2-40,0 0-48,0 0-32,0-2-32,0 0-16,0 0-248,0 0 240,0 0-48,0 0 40,0 0 32,0 0-48,0 0-1360,0 0 2600,0 0-1216,0 0 32,-2 0-15,2 0-41,-1 0-216,0 0 248,0 0-64,-1 0 72,-2 0 0,0-4-32,1 4 24,2 0-248,-4 0 184,2 0-32,-1-3 16,-2-1-24,3 4 16,-1 0-160,2 0 184,-3 0-16,-1 0-96,-1 0 56,-8 0-24,10 0-104,5 0 96,-6 0 24,-9 0-24,10 0-16,-3 0-24,-8 0 16,14 0-72,-2 0 32,-3-4-24,-10 4 72,12 0-32,-12 0-16,13 0-32,3 0 56,-17 0-80,10 0 72,-8 0-32,8 0 8,-8 2 8,15-2-32,-6 0-32,-9 2 0,8 0 8,-10-2 8,13 0 40,-5 1-24,1 0 24,4-1 24,-12 1-72,12 3-32,-10-2-48,10 0 104,4-2-192,-13 0-96,8 2-120,1-1-136,-3-1-192,3 0-168,3 0 904,-4 0-1137,-1 0-191,2 0 32,1 0 256,2 0-3417,2 0 4457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1:4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808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1301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1724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218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3723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4373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494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5361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5917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3815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4895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5995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6868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8132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8692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9168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9600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1408">61 1494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936">87 105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4758">115 126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1446">24 1375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18.055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2362 0 13450,'0'2'2585,"0"4"-1065,5-3-680,-1 3-503,2-1-281,-2 0-56,-3-4-121,3 4-271,-1-3 32,-3 0-48,0 0 88,0 0 128,0-2 192,-1 0-160,-1 0 24,-4 0 40,1 0 48,-3 0-16,0 0 64,2 0 40,0 0-16,-9 0 48,10-4-64,-13 4-24,11-3 16,6 2-8,-21 1-64,7-3 144,1 3-104,-3-4 0,1 0 0,10 4 32,-5 0-120,-5-3 72,-1 3 40,0-4-8,1 0 0,4 2 16,7 1 24,-15-3-48,0 0-64,-2 4 96,0 0-32,0 0 48,20 0-24,-20 0 48,-2 0-120,0 0 64,-2 0-24,-1 2 24,1 4 64,-2 8-48,1-8 168,-1 10-96,1-10 16,3 10-96,20-14 144,-24 4-168,1 12 200,-1-1-72,1-1-40,-3 5 8,24-17-72,-15 12 8,-7 6 0,-1 2 56,-1-2 24,1 2 0,11-9-88,6-5 192,-19 16-32,2 2-40,-1-1 48,-1 3-24,0 1 40,30-30-184,-28 31 216,0 1-80,-1 0 9,1 2-33,0 0-24,18-21-88,-6 7 120,-9 16-72,1 2-16,1-3 32,0 3 16,5-10-80,14-21 104,-17 27 64,0 7-24,0-3 8,1 1 0,1 0-48,17-32-104,-14 25 128,-3 13-64,0 0 56,-1 0 16,3-2-24,7-20-112,4-6 184,-10 26-72,0 4 144,1-4-120,1 1-24,1-2-112,13-41 64,-13 43-168,6-1 96,-10-2 24,11 0 32,-12-1 16,17-29-64,-1 13 40,-5 11-56,-6-3 56,10 1 0,-3-1 32,1-11-72,4-13 80,-5 18-56,1 3 40,1-4-128,-1-1-8,3-3 0,2-19 72,-2 17-184,-1 0 8,1-2-16,1 1-32,0-5-16,1-6 240,0 1-264,-1 5-48,0 1-56,1-9-56,-1 10-16,0-13 440,2-2-529,-2 4-87,0 3-72,0-3-128,1 1-104,-1-1-112,1-3 1032,0 2-1169,-1 1-111,2-1-48,-2 0-17,0 1 113,0-1 1232,1-2-904,-1 5-3465,2-7 4369</inkml:trace>
  <inkml:trace contextRef="#ctx0" brushRef="#br0" timeOffset="358">815 2280 14139,'-1'6'3400,"-1"-1"-1311,0 12-1161,0-11-472,0 8-456,0 1-168,-3-10-152,1 12-72,0-13 392,3-2-304,-14 3 16,9 10 200,-10-10 8,1 12 48,0-12 16,14-4 16,-12 6-56,-6 7 0,3-10 40,-4 3-8,1-1 16,10-3 8,0-1 32,-8 4-56,1 0 24,-1-5 0,2 1-8,2-2 8,10 0-16,-12 0 0,-1 0-32,-1-5 40,2-1-8,1-9 24,10 14-8,-7-3 16,-4-13-40,1 12 40,-1-15 8,-2 14 32,8-7-56,4 4 96,-10-9-48,0 1 48,8-3-96,-12 0-24,14 1 8,5 19 16,-20-22-72,12 0 0,-8-2 0,10-1-128,-10-1-113,14 16 313,-2-6-360,-3-12-120,-12-1-16,14 3-40,-12-1-24,12 7 560,3 14-600,-16-22-112,10 1-56,-10-4-113,3-1-71,-1 5-72,13 22 1024,-13-23-1128,-4 0-73,-2 0 81,0 1 280,0 1-3497,22 26 4337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4:50.70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2275 0 6185,'0'0'1112,"0"0"-24,0 0-328,0 1-760,0 0 481,0 1-209,0 0-96,0-1-64,0 1 24,0-2 56,0 0-192,0 2 200,0-2-24,0 2 16,0-2-64,-2 0-32,1 0-96,1 0 88,-4 2-64,-2 0 0,5-2-24,-3 1 24,1 1-24,2-2 24,-3 0-16,1 0-8,-3 0 24,3 0-24,-1 0 0,3 0 0,-2 0 8,1 0-48,-1 0 24,-1 0 0,2 0 16,0 0 0,1 0-16,-3 0-32,2 0-48,-2-3-72,2 3-40,1 0-104,1 0 312,-4 0-424,0 0-144,1 0-137,1 0-103,0 1-64,1-1 872,0 0-888,-1 2 136,0 0 208,1 0 200,-1 0-3521,2-2 3865</inkml:trace>
  <inkml:trace contextRef="#ctx0" brushRef="#br0" timeOffset="1035">1889 4 7001,'0'2'1224,"0"2"-1224,0-3 888,0 5-495,-2-3-257,0 1-72,1-2-80,-1 0 0,0 0 8,-4-1-24,3 1 48,-1 0-24,0-2 16,2 0-8,1 0 24,-5 0-16,1 0-8,-1 0 0,1 0-48,0 2 48,4-2-104,-6 0-40,1 0-73,1 0-39,-1 0-24,1 0-56,3 0 336,-2 0-376,0 0-120,1 0-72,-3 0-64,3 0-24,0 0 656,2 0-512,-3 0 127,2 0 145,1 0-3576,1 0 3816</inkml:trace>
  <inkml:trace contextRef="#ctx0" brushRef="#br0" timeOffset="1036">1242 98 6697,'0'1'1320,"-2"1"-240,-2 0-503,1 0-321,-1 0-152,0 0-64,-1-1-32,1 1 24,-1 0 8,-1 0 16,3-2-56,1 0 64,-4 0-8,0 0-56,1 2 8,-1-2 8,1 0-16,5 0 0,-7 0 40,1 0-80,1 0-8,-1 0-24,1 0-72,2 0 144,-2 0-136,0 0-96,-1 0-40,1 0-97,-1 0-111,2 0 480,3 0-584,-5 0-144,1 0-64,-1 0 8,0 2 136,1-1 199,4 0 449,-4 0-280,2 1-3624,3-2 3904</inkml:trace>
  <inkml:trace contextRef="#ctx0" brushRef="#br0" timeOffset="1037">677 162 6649,'0'0'1352,"-2"0"-288,1 0-423,-1 2-289,0 0-168,2-2-184,-2 1 72,0-1-40,0 0 8,1 0-8,-3 0 32,2 0-64,0 0 96,-1 0-32,-1 0 16,0 0-56,0 0-16,-1 0-8,5 0 16,-6 0-104,1-3 0,-1 3-56,1 0-80,-1 0-16,3-4-56,-1 4-129,0-4-55,-1 4-112,1 0-96,0 0 688,3 0-720,-5 0-32,1 0 32,-1 0 136,2 0 191,1 0 145,2 0 248,-2 0-3816,3 0 3816</inkml:trace>
  <inkml:trace contextRef="#ctx0" brushRef="#br0" timeOffset="1038">105 188 8305,'-1'1'1825,"-1"1"-689,-4 0-512,6-2-624,-3 2 288,-1 2-184,0-2-16,-1-1-56,1 1-24,0 0 24,-1 0-16,-1-2 8,1 2-32,-1 0-8,1-1 16,5-1-112,-6 0-144,1 0-136,1 2-240,-2-2-224,1 0-225,4 0 1081,-4 0-1272,2 0-64,-1 0 176,0 2 327,3 0-3383,1-2 4216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19.803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338 1 5625,'0'3'1344,"0"3"40,0-1-287,0 1-281,0-1-264,4 3-112,0-1-96,-4-1-40,0-1 16,0 3-8,0-3 16,0-4-328,4 15 320,-4-11-56,0 3 0,0 6-16,0-6-23,0-1-225,0 2 224,0-2-56,0 16-32,0-16 56,0 13-24,0-5-168,0-11 192,-2 10 8,0 6-8,0 1 32,0-3-16,0 2 8,2-16-216,-2 13 192,1 5-56,-1 0 64,2 0 16,0 2-24,0-10-192,0-4 256,0 15-64,0 5-32,0-1 24,0 1-64,0-2-120,0-27 152,0 30-40,0 2-24,0 0 40,3 1-64,-3-3 41,4 0-33,-4 0-64,4 1 72,0 1-24,-1-4-8,0-6-48,-2-15 120,-1 22-80,4-1-16,-1-1 0,-3-1-24,0 1 8,0-24-8,4 16 32,-4 4-56,0-2 32,4 0 16,-4 0-24,0-12 0,0 0 32,0 9-64,0-3-88,0 1-24,0-3-128,0 0 272,0-13-377,0 14-15,0-8-152,0 12-16,-2-12-72,2 8-88,-2-10-56,0 2-113,0 1-87,0-1-24,1-1-80,-1-3 1080,2-1-1152,-2 4-25,0-4-55,0 3 96,2-1 208,0-2 279,0-2 649,0 1-2344,0-1 2344</inkml:trace>
  <inkml:trace contextRef="#ctx0" brushRef="#br0" timeOffset="552">688 1036 6777,'0'0'1464,"0"0"-295,0 0-473,0 0-696,0 0 440,0 2-216,0 0-96,0 3 0,0-1-16,0 1-112,0-5 144,-2 6 24,0-1 32,0 1 40,-1-1 16,-3 3-8,4-4-248,-1 7 216,-3-6-80,1 2 24,-3 10-16,3-12-8,-3 10 40,1-9-16,-8 12-8,10-12 24,-1 10 25,-8-9-33,12-6-168,0 13 224,-4-6-80,-1 8 8,-8-10 8,10 10 0,1-13-160,0 0 192,-10 4-8,8 8-40,-9-10 0,10 12 16,-9-12-160,13-5 152,-4 6 32,-3-1-80,-8 3 8,10-3-8,-8 1-48,12-4-56,-2 3 120,-12 1-80,10-1-24,-9-1 64,10-2-16,-8 0-64,7-1 80,1 1 24,-12 0-56,12 0-32,-12-2 16,3 0-56,6 0 16,-12 0-24,13-4 24,-10 0 32,12-1-16,-4-1-8,-1-3 72,3 6-80,-12-12-8,12 11 32,-11-12-48,12 11 32,4 4 16,-16-15 8,11 1-40,-14 9 0,14-16 40,-11 8-64,16 10 40,-4-9-40,-12-4-160,12 3-184,-10-5-136,10 5-240,-3 4 760,2 3-968,1-9-217,-1 10-223,-1-18-176,3 8-33,-2 0 1617,7 15-1664,-4-19 296,2 0-3297,2 20 4665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2692 193 4937,'0'0'400,"0"0"96,0 0-8,0 0-488,0 0 432,0 0-48,0 0-48,0 0-16,0 0 16,0 0 0,0 0 0,0 0-40,0 0 57,0 0-25,0 0-8,0 0-4097,-2 0 7906,2 0-3833,0-3 16,-2 3 48,1 0-32,-1 0 16,2 0-344,-2 0 336,0 0-56,0 0 32,0 0-40,1 0 32,-1 0-8,-2 0-15,2 0-9,0 0-24,1 0-8,-1 0-240,2 0 192,-4 0 8,2 0-32,-3 0 0,1 0-8,0 0-16,3 0-144,-3 0 152,0 0-64,0 0 24,-1 0 0,1 0 16,1 0-128,1 0 152,-2 0-24,-1 0-24,-1 0 16,2 0-24,-1 0 24,5 0-120,-6 0 104,1 0-48,-1 1 48,-1-1-56,0 2 56,4-1-104,-2 0 80,0 1-72,-10-2 72,11 0-40,-3 2 8,1-1-48,5 0 56,-14 2-16,9-1 24,-1 0 8,0 0 8,-10 0 24,16-2-104,-3 2 40,-4-1 0,-6 1 32,8 0 0,0 0 16,-2-1-88,2 0 97,0 1-17,-1-1-40,-10 1 8,12-2-40,-2 2-8,6-2 16,-15 2-40,10-2 8,-12 0 48,13 2-16,-12-2 8,15 0-24,-2 0 72,-14 2-96,13-1 112,-12-1-48,11 2-32,-5-2-8,6 0 88,-1 2-128,-12-2 104,11 2-80,-12 0 8,12 0-8,6-2 16,-15 1-40,11 1 56,-12 0 0,10 0 16,-11 0-8,14-1-24,0 0 56,-12 0-32,10 3 0,-10-2 0,8 0-32,-6 1 8,12-2 24,-4 0 8,-12 3-24,12-2 24,-1 0-16,-10 0 8,16-2-24,-3 1 32,-13-1-40,10 2 48,-8-2-8,10 2-8,-6-2-24,5 0 56,1 2-40,-10-2 8,9 0-8,-8 2 0,8-2-16,6 0 8,-18 0-24,12 2-24,-10-2 48,10 1 8,-1-1 8,-10 0 56,12 0-104,-3 0 8,-8 0 24,9 0 24,-6 0-32,9 0 40,-3 2 0,-8-2-24,8 0-56,-10 2 64,11 0-16,3-2-8,-12 2 8,10 0-8,-12-1-16,12 1 16,-14-2 0,16 1 0,1 0 40,-6 1-24,-8 0 56,12 0-64,-11-2-8,10 0 0,5 0-8,-15 0-56,10 1 48,-10-1 16,9 2 0,-1 0 8,2-1-8,-5 0 16,5 1-56,-10-2 40,10 0 16,-12 0 0,13 0-16,2 0 32,-12 0-48,8 0 16,-8 0-8,8 2 32,-11-2 0,16 0-24,-3 0-32,-3 0 8,-8 0 0,9 0 24,-1 0 0,0 0 0,-1 0 40,3 2-40,-3-2 40,-8 0-24,10 0-8,-6 0-8,10 0 40,-4 1-96,-1-1 16,-8 2 32,10 0 0,-10-2 32,13 0-24,-2 0 40,-12 0-80,10 0 40,-8 2-24,8-2 24,-3 1 0,3 0 24,1-1-24,-10 0 88,10 0-112,-10 0 40,9 0-24,6 0 8,-16 0-56,8 0 24,-10 0 16,11 0 16,-10 0-8,14 0 8,-1 0 48,-13 0-24,12 0 40,-15 0-40,12 0 0,-6 0-24,10 0-16,-2-4-32,-10 4 72,8 0-64,-10 0 56,11 0-16,3 0 0,-9 0-24,8 0 0,-10-4 24,9 4 24,-8 0-24,10 0 0,2 0 72,-13 0-64,10 0-24,-10 0 0,10 0 8,-11 0 8,15 0 8,-4 0 24,-3 0-40,1-3-16,-8 3 32,10 0-48,2 0 40,-2 0 24,-11 0-40,10 0 0,-8 0 24,8 0 24,1 0-32,3 0 32,-15 0-16,13 2-16,-3-1-8,-9-1 24,12 0-24,2 0 8,-11 0 32,8 0-88,-3 0 56,-8 2 0,12-2-16,1 1 16,0 0 40,-11-1-48,10 0 96,-3 0-96,-1 0 32,1 0 16,0 2-120,-1 0 152,-6 0-72,10-1-16,-2 1 16,5-2 0,-5 0-64,-1 0 24,1 0 24,-1 0 8,1 0 40,2 0-32,1 0 24,-12 2-16,12-2 80,-3 0-96,1 2 16,-3-2 16,8 0-24,-5 0-64,-3 0 0,1 0 80,1 0-56,-1 0 0,5 0 40,-1 0 24,-5 0-80,1 0 88,1 0 8,-1 0-32,1 0-8,5 0 48,-5 0-96,-9 0 80,12 0-64,-3 0 32,-1 0 24,6 0-24,-4 0-24,-2 0 48,0 0-32,-8 0-32,11 0 40,0 0 0,1 0 16,-4 0-8,1 0 40,-1-4-48,1 4-8,1-3 8,5 3 0,-6 0-16,1 0-48,-1-4 56,1 4 8,-1 0-48,4-1 48,-1-2 40,-3 3-96,1-3 64,3-1 16,-4 4-32,4 0 8,0 0 80,-1 0-96,-1-4 40,0 4-16,3 0-64,-3-4 64,4 4-8,-4 0-8,2 0-56,-3 0 80,1 0 0,1-3-24,1 3 8,0 0 72,0 0-72,-2 0-24,1 0 24,-1 0 8,-1 0-8,4 0 0,-2 0 8,-3 0 24,3 0-40,-1 0-8,2 0 16,1 0 0,-2 0-40,-2 0-16,1 0 64,-1 0-32,-1 0 8,4 0 16,0 0 24,-3 0-24,3 0 0,-2 0 8,1 0 8,-3-4-8,6 4-8,-3 0 0,-1-4-56,0 4 40,2 0 0,-1 0 0,1-1 16,0-1 48,-2 2-72,1 0 8,-3 0-8,2-4 24,2 4 0,1 0 16,-3 0-32,0 0 112,1-4-136,1 4-8,0 0 40,2 0 8,-2 0-96,-1 0 48,1 0 40,0 0-8,0-3-24,1 3 40,0 0 16,-1 0-24,1 0 48,1 0-24,0-4-48,0 4 32,0 0 24,0 0-64,0-4 16,0 4 72,0 0-56,0 0-16,-1 0 24,0 0 16,1 0-88,0 0 112,0 0-48,-2 0 24,1-2-16,0 1 40,1 1-112,0 0 112,-2 0-72,2 0 24,-2 0 32,2 0-24,-1 0-40,-1 0-32,0 0 64,-2 0-8,2 0 0,1 0 16,0 0 40,0-4-64,-1 4 48,0 0-8,0-4-48,-1 4 32,2 0-16,-2-3-24,1-1 8,0 4 48,0 0-24,0 0-8,2-1 16,-1-2-24,1 0-48,-2 3 56,0-4 0,2 4-8,-1-2 24,0 0 40,1-1-24,0 3-32,0-4 0,0 4 0,0 0 16,0 0-32,0 0-16,4-4 56,-1 4-16,-3-1 8,0-1 56,4-2-104,0 4 96,-1-4-64,1 4 32,-1 0-16,-2 0 48,2 0-80,1-3 104,2-1-120,8 4 32,-10-4 16,-3 4 0,4 0-96,0-3 64,12 3 24,-14-4 8,12 4 48,-12 0-48,0 0 56,11-4-24,-10 4 56,12-4-40,-12 4-8,12-3-40,-15 3 32,4 0-72,10 0 56,-11-4 40,10 4-48,-8 0 40,-1-1-48,6-2 24,-5 3-88,12-3 88,-12-1-24,10 4 8,-12-3-8,-2 2 56,18 1-24,-14 0-16,12 0-16,-12-3 24,12-1-32,-17 4 8,13-4 40,-9 4-96,17-3 56,-7 3 32,0 0 8,-13-2-40,1 0 96,19-2-24,-7 4-16,0 0-104,1 0 48,-2-3 0,-11 3 0,15-4 0,1 0 72,-3 1-40,2-1-24,-1 4-16,-13-1 8,9-2 0,5 0-48,-2-1 56,1 0 24,1 1 16,-7 3-48,-5 0 88,11-4-72,1 0 16,-2 1-32,1-1 16,0 0 16,-3 4-56,1-3-32,0-1 56,1 0-8,3 0 16,-14 3-8,4-1 48,8-2-88,-2 0 72,-1 4-48,3-3 0,-4 0 16,-10 2 80,14 1-96,-2-4 56,1 1-32,1 3 0,-1-4-32,-13 3 24,11 2 24,2-1-64,-1 0 16,2-4 56,-3 4-56,-3-2 24,-3 1 64,8 1-48,1-4-16,1 0 0,-1 4 16,-1 0-16,-16 0 24,17 0 16,1-3-16,-1 3-24,-1-4 8,1 4-24,-12-1 16,7-2 24,4 0-56,2 3 40,-1-4 24,1 4-40,-6-3 8,-7 2 40,11 1-48,1-3-16,1 3 24,-3-4 8,4 4 16,-18 0-24,12 0 16,2 0-24,1 0 16,-1 0 0,2 0 8,-10 0-16,0 0 56,8 0-40,2 0 32,-12 0-32,17 0-24,-9 0 8,-11 0 32,13 0-40,1 0 24,1 2-8,-1 0 0,1-1-40,-13 0 32,7 0 32,3-1-56,1 2-8,0 0 64,-1-2-48,-4 0 16,-5 0 48,10 0-32,0 0 16,1 0-16,-1-4-16,-10 4 24,-4 0-24,20-3-48,-15 3-8,16-4 64,-7 4-40,-10-4 24,3 4 8,4 0 32,-6 0-72,16-3 56,-16 3 0,16 0 8,-11-3-24,-8 2 24,3 1-16,16 0 8,-7 0-32,-1 0 8,3 0 8,-15 0 0,11 0 16,1 0-64,3-4 48,-2 4 8,3 0-40,-9 0 32,-1 0 56,10 0-8,0 0-24,1 0 16,-3 0-16,3 0-24,-18 0 8,18 2-8,-1 0-16,1 0 24,-3 0 0,1-2 0,-12 0-8,6 1 24,6-1-56,-1 2 24,-1-2-8,2 0-16,-13 0 32,-3 0 40,23 2-16,-18-2 0,14 0 8,-15 0 0,12 0-40,-16 0 8,3 0 16,15 0-40,-14 0 8,12 0 48,-12 0-24,2 0-8,1 0 32,-2 0 8,-1 0-48,10 0-24,-12 0 8,3 0 8,11 0 16,-14 0-16,3 0 56,10 0-56,-12 0-8,-3 0 24,4 0 24,9 0-104,-14 0 88,6 0 0,8 0-8,-11 0 0,-2 0 56,3 2-88,1-2 0,1 0 0,-1 0 32,-1 0-16,-4 0 16,4 0-16,-1 0-40,1 0 0,-4 0 40,4 0-8,-3 0 24,1 0 48,-2 0-64,4 0 16,-4 0-8,0 0 8,0 0 32,4 0-8,-4 0-40,0 0-8,0 0 16,0 0 8,0 0-40,3 0 24,-3 0 40,0 0-24,0 0 40,0 0-24,0 0-40,0 0 8,0 0 0,0 0 16,4 0 24,-4 0 0,0 0-32,4 0 0,-4 0 8,0 2 0,3-2-40,-3 0 16,0 2 24,4-2 8,-4 0-8,0 0 32,4 0-24,-4 1-16,4-1 24,-4 0 0,0 0-16,3 0 0,-3 0-32,0 0-24,4 0 80,-4 0-16,0 1-8,0 0 32,0-1-24,4 0-16,-4 0-16,0 2 24,0-2 40,0 2-56,0 0 16,0-2 8,3 0 8,-3 0-48,0 0 32,0 2 0,4-1-24,-4 1 8,0 0 64,0 0-64,0-1 16,0 0 24,0 1-24,0-2 8,0 1 16,0 1-8,0 0 24,0-2-40,0 2-48,0 0 0,0 0 24,0 0 0,4-1 40,-4 0-16,0 0 40,0-1-80,0 0 32,0 2-24,0 0 24,0-1 8,0 0 32,0 1-64,0-1 40,0 1-48,0 0 24,-2 2 0,1-4 16,0 3-24,-1 3-24,-2-2 8,1-3 16,-1 1 0,-1 0 32,1 2-24,0 0 8,-1-1 8,-1-1-16,1 2 16,5-4 0,-4 2 0,0-1-32,-1 1 40,-1 2-8,3-2-8,1-2 8,-2 2 32,-1 1-72,1-1 16,-2 0 0,3 0 48,-1-1-24,2 0 72,-3-1-48,1 1 8,2 1-64,-3 0-8,1 0 16,3-2 24,-4 2-8,-2 0-40,2 1 40,-3-1 16,1 0-40,3-1 32,0 0 32,-10 1-32,10 0 24,-3 1-40,-10-1 24,12 0-8,5-2 16,-19 4-96,12-3 80,-12 1-40,12 0 16,-11 0 16,15-1 8,-9 2-24,-3-2-32,1 1-8,-3 0 72,1 0 8,-3 2 16,1-3 0,-2 1 24,-1 0-40,-1 0 0,-2-2-8,24 0-8,-24 2-96,-1-2-8,-1 2 88,-2-2 8,1 0 72,16 0-64,-6 0 80,-12 0-120,-1 1 32,3 1-32,-3-2 32,6 0 8,17 0 24,-22 0-24,-1 0 72,-1 0-88,2 0 16,-5 0-16,29 0 16,-21 0-104,-7 2 80,0 0-8,0 0 16,-2 0 24,15-1-8,3 0 24,-20 0-40,2 1-8,-1 0 8,3 2 8,1-3 8,29 0 0,-29 2-8,1-1 0,0 0 0,1 0 24,1 0-40,20-2 24,-10 1 16,-6 1-88,-3-2 72,1 0-16,1 0-8,8 0 24,10 0 24,-18 0-40,1 0 48,-1 0-32,2 0 8,-2 0 8,24 0-16,-18 0 0,-4 0-8,0 0 16,2 0-8,2 0-8,10 0 8,-2 0 16,-10-3 0,2 3 64,-2 0-72,1 0-8,4 0 0,14 0 16,-17 0-120,3 0 128,-1 0-16,0 0-56,1 1 24,13 0 24,-9 0-80,-3 1 0,1 0 32,8 0 16,-12 0 40,16-1-8,1-1 24,-16 2-24,12 0 56,1 0-88,-10 0-8,13-2 24,2 0 16,-6 0-112,3 0 80,1 2 16,-2-2-16,2 0 8,2 0 24,-1 0-24,1 0-56,0 0 96,0 0-80,0 0 56,0 0 8,0 0-16,3-4-64,3 4 104,-1-4-96,1 4 48,9-3-8,-15 2 32,3-2-80,12-3 16,-11 3 32,12-1 0,-10-1 8,6 3 24,-2 0 8,4-2-32,3-1 16,0-1-32,1 2 24,-1-1 16,-16 5-56,23-4 24,0 1 40,0-1-24,4 0 32,-1 1-32,-17 1 16,11 0 32,11-4-72,3 3 56,1-1-24,1 0-16,-10 2 24,-13 1 24,26-3-8,2 0-16,1 1 40,-1 3-24,0-4 0,-39 4-16,37 0 48,2 0-96,2-4 88,-2 4 0,2-3-24,-23 1-16,1 0 88,24 2-56,0-6-16,0 6-8,0-3 24,-7 3-32,-32 0 40,37 0-24,0 0 72,2-4-48,-2 0-24,0 1 8,-34 2-24,22-2-16,9 3-24,-3-4 32,-3 4 48,0-3 16,-14 3-56,-9 0 88,20-4-8,-1 0-48,-3 1-16,-1-1 24,-1 0-16,-26 4-24,24 0 32,-2-3-56,-4 3 16,2-4 24,-3 4 32,-10-2-48,3 0 80,4-1-56,1-1 40,-10 4-64,14 0 8,-15-3-8,-3 2 64,14 1-72,-11-3 48,10 3-8,-14 0-16,6 0 8,-5-1-24,2-2-8,0 3-40,-3-4 40,4 4 48,-4 0-16,0 0-24,0 0 80,0 0-88,0 0-8,0 0 32,0-4-8,0 4 8,0 0-8,0 0-24,0 0-24,0 0 64,0 0-24,0 0 8,0 0-32,0 0 16,-2 0-8,-3 2 8,1 0 8,2-2 88,-3 2-80,-3 0 24,-6 0-32,8 1-8,-11-1 8,17-2 0,-5 2-16,-15 2-40,5-1 0,-2-1 40,-1 2 8,9-3 8,-2 0 72,-9 2-40,-4-1-64,0 0 0,-2 2 0,2-3 32,21 0-8,-25 0 32,-3 3-40,-2-2 24,-4 0-24,2-2-24,26 0 40,-21 2 0,-8 0-80,-3 1 64,1 1 40,-3-2-32,16-1 8,10 0 56,-27 0-72,0 1 24,-2 0-8,0 0 0,-2 3 8,48-5-8,-49 4-40,1 0-40,0-1 64,2 1-8,0 0 8,27-3 16,-10 1 72,-15 4-104,2 0 8,-2-1 0,1-1-40,10 0 64,24-3-8,-35 5 8,2 1 88,-1 0-72,3 8-32,-1-11 16,35-3 0,-24 3-80,-7 4 48,0-1 40,4-1-24,2-1 48,13-2-32,5 0 48,-17 2-16,4 1 8,-1-5-72,5 1 32,1 0 0,20-2 0,-20 2-24,1 0 8,0-2 8,3 0-56,1 0 56,11 0 8,-5 0 32,-5 0-104,8 0 88,-11 0-16,12 0 0,-5-3 0,6 2 56,-1 1-32,1 0-8,-3 0-32,3 0 16,-1-4-40,6 4 40,-2 0-48,1 0-16,-1-3 32,2 3 0,0 0 24,0-2 8,0 0 24,0 2-56,5-4 56,1 1-64,8-1-32,-9 1 72,-4 2 0,14 1-72,-10-5 72,15 1 24,-14 1-56,18-1 64,-21 3-32,9-2-8,4 0-56,2-1 56,1 0-24,3-1 32,-10 1 0,-4 2 32,14-2-8,-2 1 24,4-1-16,-2 0 0,2 1-40,-24 3 8,24-6-8,2 1-24,-2-1 24,2 3-8,-2-1 8,-15 2 8,5 0 8,12-2-48,2 1 104,-1-1-88,1 0 48,-6 0-24,-15 3 56,21-3-96,1-1 72,1 1-24,-3 0 0,1 1 8,-24 2-16,20-2 16,3-1-32,-1 1 48,1-1-32,-1 4 8,-13-2-8,-2 0 72,15 2-80,1-3 32,-1 3-24,-2-4 8,-2 4-8,-20 0 16,22 0 40,-2 0-32,-2 0 8,-1 0 24,-5 0-16,-9 0-40,7 0 64,-7 0-56,17 0 0,-16 2 8,9-2 16,-15 0-32,0 0 56,3 0-40,3 0-32,-3 0-8,-3 0 48,0 0-24,0 0 16,-1 0-48,-1 0 8,-4 0 0,1 0 32,-2 0-8,-1 0 56,3 0-56,-14 0 8,4 0-48,1 0-8,-3 0 48,14 0-8,-20 2-40,0-2 40,-5 1 8,0 1 8,-3 0 8,24-1-16,-17 0-24,-7 1-24,-2 0 0,-1 1 8,1 1 64,11-2-24,8 0 56,-21 0-8,-2-1-24,0 3-48,0-2-8,-1 2 32,38-4-24,-37 1-24,0 3 16,-2-2 40,5 0 8,-1 1-8,21-2-8,-7 0 32,-12 1-48,-1 0-8,5 0 16,-2 0 40,7 0-32,17-1 8,-23 1 8,1 0-16,1 0-32,2 2 48,1-3-8,20 0-8,-18 2 8,-3-1-32,2 2 32,0-3-8,2 3-16,11-3 16,2 0 32,-11 1-24,2 0-32,1-2 40,0 1 16,2 1-32,14-2 0,-14 2 16,1-2 8,-1 0-8,9 0 16,-12 0-16,16 1-16,-2 0 8,-12-1-64,10 0 24,-1 2 16,0-2-8,2 0 24,2 0 16,-2 0-16,-1 0 32,1 0 0,-1 0-16,4 2-24,2-2 8,-3 0-32,1 0-32,0 0 72,2 0-16,0 0 32,0 0-24,0 0 8,0 0-64,0 0 96,4 0-56,-1 0 24,2 0-8,-4 0 48,14 0-104,-12 0 64,12-4-32,-10 0-24,16 4 72,-18-1-24,8-1-40,4-2-8,4 0 16,1 1 0,0-3 48,-6 3-16,-6 1 32,16-4 16,2-9-48,-2 15-24,1-5 32,1-1-32,-26 6 24,26-5 24,1-1-48,-1 1 0,0-1 32,1 1-24,-19 3 16,7-2 40,7-1-48,2-1 40,-4 1 0,4 1-32,-9 1 0,-10 2 48,17-2-56,0-1-8,0 0 0,0 1 16,-2 3 56,-16-1-56,14-2-8,3-1-16,-1 4 0,0 0-24,0-4 88,-9 4-40,-1 0 48,10 0 32,0 0-104,0 0 8,0 0 16,-3 0 0,-15 0-16,16 0 40,1 0-24,-1 2 32,0 0-40,-1-2 32,-13 1-24,7 0 16,3-1-64,-8 0 88,10 2-32,-10-2 48,4 0-56,-5 0 80,0 0-72,1 0-8,8 0-48,-14 0 56,4 0 16,-4 0-24,4 0 24,-1 2-40,-3-2 32,0 0-8,0 2 16,0-2-24,0 1 48,0-1-24,0 2-24,-1-2 0,-4 2 0,4-2-32,-4 2-8,-10 0 8,9 0 40,-12-1-24,3 1-8,12-1 24,-10 0-24,-8 1-56,1 2 40,-4-3 24,-1 1 8,8 1 8,8-2 32,-19 1-32,1 0 24,-3-1-24,-1 1 0,0 0 24,30-2-24,-31 2-24,-3-2-40,0 2 40,0 0-16,-2-2 32,24 0 8,-9 2 48,-13-1-56,2-1 40,0 2-48,0 0 8,8-1 8,17 0-8,-25 1 0,1 0 8,3-1-8,3 1-8,1 0 16,21-2 0,-15 2-24,-3 0-56,0 0 80,0-2-16,2 1 56,10 0-40,2 0 56,-13 1-64,3 0-24,0-2-8,1 2 24,3-2 16,13 0 24,-13 2-24,6-2 0,-10 0 40,11 0-64,-10 0 32,15 0-8,-3 1 8,-12-1-72,12 0 88,-3 0-48,1 0 24,2 0 0,3 0 24,-6 0-48,3 0 24,-1 0 32,2 0-24,3 0 8,0 0-16,0 0-24,-1 0-40,2 0 48,0 0-16,0 0 16,2 0 16,0 0 16,1 0-48,3 0-8,9 0 40,-10 0-32,8-3 32,-11 3-16,3 0-16,14-4 0,-5 0-8,3 4 24,1-3-16,-14 3 32,9 0-24,7 0 0,2 0-8,0 0 32,2 0-40,-7 0 40,-6 0 8,16 0-8,3-4-8,1 4 16,0 0-16,4 0 0,-34 0 8,35 0 16,1 0-40,1 0 32,-3 0-8,2 0-16,-23 0 16,9 0 56,10 2-72,2 0 16,-2 0 0,-2-2-24,0 1 56,-1 1-32,-1 0 32,-3 0 0,2 0-16,-4-2-16,-21 0 0,17 2-8,3-2 0,-3 0-16,0 0 40,-3 0 8,-8 0-24,0 0 24,7 0 0,1-4-8,-2 4-16,-1 0 16,-8-3-16,-6 2 8,18 1 24,-12 0-24,10 0-16,-12 0 0,11-3 8,-14 3 0,1 0 8,4 0-24,9 0 40,-15-4 8,3 4-8,0 0-24,-2 0 48,3 0-56,-4-4 0,0 4 24,0 0 16,0 0-32,0 0 16,0 0-64,-2 0 48,-2 0 8,-1 0-24,2 0 16,0 0 48,-4 0-80,-10 0 40,12 0 0,-12 0 8,11 0-16,5 0 8,-19 2-8,5 0 8,-3 0-8,-1 0 40,-1-1-80,15 0 40,-10 0 16,-7 1-72,-2 0 16,2 0 80,-4-2-40,10 1 0,6 0 88,-16 0-48,1 1-16,-1 0-56,-2 0 24,3 0 32,-3-2-32,0 0 0,3 0 8,-1 2-24,0-1 24,16 0 0,-6 0 48,-9 1-72,-1 0 16,2 0-8,0 0-8,6-1 24,12 0 8,-18 0 0,-1 1 8,3 4 0,-1-4 40,1 1-64,20-2 8,-14 2-16,-1-1-24,-1 0 0,3-1 40,-1 1 32,12-1-32,0 0 8,-14 1-16,3 0 56,10 1-96,-14 1 96,14 0-48,5-4-8,-7 3-32,-8-1 72,11 0-48,-1 0 56,-3 0-24,7-2-16,-3 2 0,-2 0-40,3-1 24,1 1 24,0 0 8,1-1-16,0 0 48,-1 1-56,2-2 32,-2 0-32,2 0-8,0 0 16,0 0-16,0 2-32,4-2 32,0 0 32,-1 0-64,-1 0 48,0 0 48,4 0-56,-1 0 40,1 0 8,-1 0-48,0 0 8,-4 0 16,4 0-56,1 0 56,8 0-32,-10 0 0,2-4-16,-2 4 32,10 0-24,-8-4-16,10 1 16,-10-1 40,14 4-48,-15 0 88,17-4-24,-3 4 8,-3-4-8,5 4-8,-3-3-40,-18 3 16,22 0-32,-2-4-8,4 0 16,-2 4 32,2 0-8,-15-1 0,6-1 48,9 2-72,2-4 64,1 4 8,-1 0-32,-5 0-16,-14 0 80,20 0-104,3 0 32,-1 0-8,0 0-16,-1 0 32,-23 0-16,19 0 0,4 0-56,0 0 112,1 0-32,-1 0 0,-14 0-24,-1 0 96,13 0-120,0 0 40,-1 0 0,1 0-16,-3 0 0,-22 0 8,21 2 16,-2-2 16,-1 0-24,-1 2-8,-1-2 0,-3 0-32,-8 0 8,12 0 40,-12 0-16,9 0 0,-12 0 16,3 0-16,-1 0 0,-1 0 0,0 0 24,-1 0-24,-3 0-8,0 0 32,4 0-72,-4 0 32,0 0 16,0 0-24,0 0 16,0 0 64,0 0-88,-2 0 56,0 0-32,-1 0 0,-2 0 0,4 0 24,-4 0-56,-3 0 88,-6 0-72,8 0 16,-11 2-32,16-2 32,-5 1-88,-14 1 24,5 0 40,-3 0 48,-2 0-24,7-2 0,5 0 8,-14 2-8,-3-1 8,1 1-40,-2-2 40,-2 2-8,28-2 0,-25 2-24,-3 0 16,0 0 40,1 0-48,1-2-8,17 0 24,-6 1 16,-11 1-56,1-2 72,-1 2-8,2-2-8,5 0-16,12 0 16,-17 2-40,-1 0 24,-1 1 8,0-1 8,0 0 0,23-2-16,-18 2 16,-2 0-72,-3-2 56,2 2-16,0-1-24,11 0 40,2 0 48,-13 1-56,2 0-8,2 0 24,0 0 16,4-2-24,15 0 24,-15 0 0,-3 1-8,3 1-24,-1 0-40,1 0 40,13-2 8,-2 0-16,-13 0-24,12 0 88,-12 0-48,12 0-8,-8 0 32,8 2-56,-9-2 24,10 2 48,-2-1-32,-8-1-8,14 0 0,-2 2 16,-2 0-88,-3 0 80,3 0 0,-1 0 24,4-1-32,-1 0 56,-1 2-80,2-1 48,-1 0-40,1 0 8,0-1 8,2 0 48,-2 0-56,2 1 16,0 0 8,0 0-56,0 0 48,1-2-8,2 2-32,2-1-16,-1 1 48,1 0-24,10 0 32,-13 0-8,0 0 40,3-1-40,14 3 56,-14-2-48,14 0-16,-14 1 8,-5-3 32,22 2-96,-7 0 56,2 0 16,-3 0-48,3-2 8,-12 0 32,4 0-8,8 0-40,1 0 32,-1 0 48,0 0 0,-5 0-32,-8 0 40,13-4-16,-1 0 72,3 1-104,-1-1 0,2 0 24,-16 4-16,12 0-96,5-3 40,-1-1 32,0 0 16,0 1 16,2 3 48,-1-4-16,1 0 16,0 1-72,0-1-8,-2 1 24,-18 2 0,22 1-56,2-3 72,-1 3 0,-1-4-8,2 0 16,-19 4-24,10 0 24,9 0-56,-1-3 72,1 3-48,-2 0 40,-6-3-32,-10 2 48,14 1-128,-2 0 64,0 0-24,0 0 24,1 0 88,-20 0-72,16 0 8,0 0-80,-1-4 96,-1 4-72,0 0 72,-13 0-24,1 0 88,15-3-96,-12 3 96,11 0-56,-14-4-32,2 4 0,-4 0 16,13 0-88,-10 0 88,0 0-24,1 0 24,1 0 0,-5 0-16,2 0 0,0 0-32,1 0 16,0 0 48,-4 0-8,0 0-24,0 0 56,0 0 0,0 0 8,0 2-56,0-2 24,0 0-32,0 2-40,-2-1 0,-2 1 56,-1 0-48,-3 0 0,2-1 32,-3 0 32,4 2-104,-12 1 88,3 0-56,-3 0 32,3-3 8,10-1 16,-15 4-56,-1 0 56,-2-2-56,-2-1 24,0 1 32,19-1-16,-19 0 0,-4 1-32,1 0 24,-5 0-16,5-1 24,11 0 0,2 0 32,-17 1-24,0-2 40,-2 0-56,0 0 8,6 0 0,24 0-32,-26 0 0,-2 0 32,1 0 8,1 0 8,-3 0-56,24 0 40,-13 0-40,-8 2-40,-3 0 72,3-2-32,1 2 24,11-2 16,9 0 8,-18 0-64,2 0 72,2 0-32,0 0 32,0 0-24,20 0 8,-16 0-56,-1 0-8,1 0 48,1 1 8,1-1 0,9 0 8,-1 0 48,-7 0-88,10 0 104,-12 0-64,12 0-24,-1-3 24,4 3 0,-12 0-104,8 0 64,-1 0 0,-1 0-16,-6 0 8,13 0 48,0 0-32,-3-4-64,0 4 72,3 0-8,-1 0-24,1 0 56,0 0 8,1 0-32,0-4 0,0 4 0,0 0 8,4 0-24,-4 0 40,3 0-32,3-3-16,-1 3 16,10-4 0,-11 0 16,1 4 16,4 0 16,-3-3-64,11-1 128,-3 0-88,1 1 0,-4 3 8,-7 0 32,14-4-96,-1 4 64,3 0 8,-2 0-16,4-4-16,-18 4 24,14-3 16,4-1-24,0 0 40,2 4 24,0 0-16,-11 0-40,-2 0 56,15 0-32,1-3 0,-1 3-16,2 0 0,-6 0-8,-20 0 16,23 0 8,-1 0 8,2 0 0,0 0 0,1-4-24,-18 4-8,8 0 16,9 0-64,2 0 56,-1 0 24,1 0 32,-8 0-64,-11 0 104,19 0-104,3 0 8,-2-4-64,4 4 56,-1-3 32,-30 3-32,27 0-16,6 0 0,-4 0 0,4 0 24,0 0 48,-19 0-56,3 0 72,16 0-48,0 0 48,-2 0-24,2-4-32,-6 4-16,-23 0 40,31 0-24,-2 0 56,1 0 0,1 0-24,0 0-8,-29 0-40,23 0 16,7-4-24,-1 4 32,-2-3 8,0 3-32,-16-3 0,-7 2 64,19 1 8,-1 0 8,-1-4-40,-1 4-8,-1-3-32,-27 3 16,28-4-40,-1 0 24,-1 4 72,-2-4-72,-2 1 16,-13 1-16,6 0 32,5-2-96,1 4 104,1-3-24,-4 3 32,-3 0-48,-10 0 24,14-4 0,1 4 48,-4-4-32,3 4 0,-3 0-32,-14 0-8,11 0-24,2 0-24,1 0 64,-1 0-40,-9 0 24,4 0 0,0 0 56,-5 0-32,12 0-32,-12 0 32,12 0-24,-12 0 0,-5 0-8,19 0 80,-14 0-72,10 2-16,-9-2 24,8 2-16,-12-1 8,2 0 16,10 1-32,-10-2 24,2 2 0,10-1 8,-13-1-16,-2 0 80,3 2-80,1 0-40,10 0 40,-15 0 0,3-2 16,-2 0-16,4 0 48,0 0-88,-1 0 24,2 0 16,-3 0-8,-1 0 8,0 0 16,4 0-32,-3 0 32,1 0-40,0 0 56,-1-3-32,-3 2 16,4 1-32,0-4 48,-1 4-64,1 0 32,0 0 8,-3 0-8,3 0-16,0 0-32,0 0 16,-1 0 16,1 0 16,-1 0 0,-1 0 40,4-3-16,-1 3 48,1 0-56,-1 0-16,1 0 24,-6 0-24,6 0-88,-1 0 96,1 0-8,-3 0-24,3-4 56,-4 4-32,1 0-16,3-4 0,-3 4-16,1 0 8,0 0 8,-4 0 16,0 0 16,0-3 8,3 3-32,-3 0 24,4 0-32,-4 0-16,0 0 32,0 0 24,0 0-64,0-4 16,0 4 40,-1 0-16,0 0 24,-1 0 8,1 0-72,-3 0 8,-2 0 24,2 0 8,3 0-8,-5 0 8,1 0-24,-2-4 32,-8 4-40,9 0 24,1-1 8,-10-1 0,8 2-72,-19-4 48,8 4-8,-4 0 24,4-2 8,10 0 16,-18 2-56,-2 0 0,-5-3-8,-2 3 16,-3 0 8,35 0 24,-36 0-16,-6 0-48,-2 0 16,-3 0 32,2 0-32,27 0 48,-6 0 0,-22 0-16,1 0 24,-4 2 8,3-2 8,8 1-24,34-1 40,-43 2-64,2 0 32,-3 2-16,-1-2 0,5-1-24,38 0 32,-30 2-40,-5 1-24,0-2-24,3-1 88,1 3-64,17-2 64,9 0-16,-23 1 32,4-1-32,2 0 8,0 0-32,3 0 40,28-2-48,-28 2-16,4 1 8,2-1 80,2 0-32,0 0-8,14-1 16,-5 0 40,-3-1-96,-1 0 64,8 2 32,-10-2-16,13 0-24,3 0 40,-5 1-40,0-1-8,1 0 16,1 0-16,2 0 16,2 0-8,-1 0-32,1 0-40,0 0 64,3 0-24,1 0 40,-1-2-8,-1 1 16,15-3-16,-11 0 40,12 4-80,-3-3 40,-2-1 0,-12 4-32,18-4-48,1 1 152,2 3-72,4-4 16,1 4 32,-18-1-48,12-2-48,8 3 32,4-3 24,2 3 8,0 0 16,-7-3-32,-15 2 56,25 1-16,6 0-24,1 0-16,-1 0-16,5-4 16,-45 4 0,42 0 8,2 0-16,1 0 48,-3 0-32,-1-3 8,-26 3-16,4 0 48,19 0-64,-1 0 48,-1 0-32,-1 0 24,-8 0-24,-26 0 56,30 0-40,0-4 32,-2 4 0,2 0-40,-3-4 16,-26 4-24,17 0 24,8-3-64,-3 3 48,-1-4 0,-3 4 8,-10-2-16,-6 0 56,14-2-8,-1 1-8,-3-1-16,-1 4-16,-3-4 32,-13 4-40,4 0 24,13-3-32,-14 3 56,11 0-48,-12 0 32,-1-2-32,2 0 32,1 2-64,1 0 48,-1 0-32,1 0 40,-2 0-24,-3 0 32,3 0-24,0 0-24,-4 0 40,3-4-8,-3 4-56,1 0 40,2 0 8,-3 0-72,0 0 56,0 0 32,0 0-8,0 0-16,0 0 56,0-3-32,0 3-32,0 0-16,-2-4 0,0 4 40,-1 0 8,-3 0-32,1 0 32,-10 0 0,13 0-24,-2 0-8,-12 0-16,9 0-40,-12 0 0,1 0 40,5 0 24,7 0 16,-16 0 8,-3 0-48,-1 0 8,-2 0 16,-3 2 0,29-2 0,-29 0 32,-4 0-56,-4 2 8,-1 0-16,1-2-8,19 0 40,-4 1 0,-18-1-32,-2 0 72,-2 2-56,2 0 40,5 0-24,32-2 32,-39 2-56,2 0 72,-2-1-56,0-1-40,0 2 32,35-1 16,-24 0-48,-9 1-32,3 0 88,2 0-32,3-1 24,12 2 0,9-2 48,-20 1-40,0 0 32,2 0-40,2 0 8,-2-1-8,33-1 8,-30 4-24,1-2-16,1 0 72,4 0-32,-1-1-32,16 0 24,-6 0 32,-7 1-96,1 0 64,3 0 8,2 0 56,3-1-64,9-1 40,-11 2-56,8 0 112,-10-2-136,12 2 64,-1 0-16,5-2-8,-3 2-40,-2-1 8,3-1 16,1 0 24,0 0-16,1 0 8,0 0 48,1 0-24,0 0-32,0 0 0,4 0-8,1 0 16,-5 0-8,17 0 24,-13 0-24,12 0 32,-1 0-16,1 0 16,-10 0-24,7 0 16,7 0-56,2 0 56,2 0-48,5-3 16,-8 3 16,-10 0 24,22 0-56,2 0 24,1-4 48,3 4-16,0 0 8,-36 0-32,34 0 32,5 0-80,4 0 80,0 0-8,2-4 24,-26 4-48,4 0 104,24 0-104,-1 0 48,-1-3-40,-2 3 0,-7-3-8,-32 2 16,35-3-48,1 1 56,-1 3-24,-3-4 0,-3 4-32,-28-1 32,21-2 16,6 3-48,-2-3 0,0 3 104,-2 0-64,-11-3-8,-8 2 32,19 1 56,-2 0-56,-1-4-8,0 4-16,-3 0-8,-25 0 8,26 0-32,-2 0-24,0-3 40,0 3-8,-4 0 32,-13 0-16,4 0 56,8 0-40,-3 0 0,1 0 0,-2 0 0,-11 0-16,-3 0 40,19 0 0,-14 0-32,9 0 16,-12 0-24,3 0-16,-6 0 16,5 0-8,1 0-48,-1 0 48,-1 0 24,0 0-16,-2 0 0,-1 0 40,-1 0-32,0 0-48,0 0-8,0 0 48,0 0-8,0 0-8,-3 0 0,-3 0-16,1 0 32,1 0 0,-7 0 32,5 0-88,-10 0 40,1 1-8,-1 1-8,2 1 32,7-2 0,-17 1-32,1 0-8,-5 0-16,-3-1 48,-6 3-56,34-4 64,-33 2-32,-6 0-48,-4 0 40,-2-1 16,-3 5 8,27-4 16,-4 0 40,-23 1-96,-4 3 72,1-3-64,1 1 8,5-1 40,39-2 0,-44 2-64,-4-1 56,1 2-24,-1 0-8,2-1 24,43-2 16,-29 2-16,-11 1-32,3 1 40,3-1-8,2 0-16,19-3 32,9-1 32,-24 6-48,3-4 32,-2 1-16,4 1-24,-1 0 32,36-4-8,-33 3-16,0 1 32,1 0-8,5-2 32,-3 1-48,21-2 8,-6 0-16,-9 3-16,1-2 24,4 0 40,-1-1-24,6 1-8,10-2 56,-13 2-64,2-2 48,1 2-32,8-2 16,-10 2-8,15-2-16,-4 2-24,-2-2 16,1 0-48,1 0 40,1 0 0,3 0 16,0 0 16,-1 0 32,2 0-16,0 0-24,0 0-24,0 0 16,0 0-24,4 0-8,0-4 48,1 4-24,1-4-8,10 4 0,-14-1 16,2-3-16,10 0 0,-8 0 56,14 1-8,-14-1-48,9 2 16,-8 0 48,-2-1-40,17-3 32,-7 1-40,2 1-24,-1 0-16,-15 4 40,17-3-40,0-3 32,0 1 32,3-1 0,-1 1 8,-11 3-32,2 0 24,11-4-32,2 1 32,2-1 0,-2 3-8,-3-2-16,-17 4 56,24-3-16,0-1-24,-1-1 32,3 1-32,-3-1-8,-21 6-8,18-3 8,7-1-32,0-2 8,4 1 48,0 1 0,-12 2-32,-7 1 64,22-3-24,4 0-40,3 1 8,-1-1-8,1 0 0,-44 4 16,43 0 0,0 0-48,-2 0 48,2 0-16,0 0-8,-28 0 8,11 0 32,15 0-40,-1 0 0,-1 0 40,-1 0-40,-12 0 8,-18 0 56,28 0-24,-2 0-32,-2 2 56,-2-2-48,-1 0 32,-26 0-40,18 0 16,2 2-40,-1-2 24,-1 2-24,-1 0 16,-12-2 8,0 0 48,8 0-16,-1 0 16,-10 0 0,12 0-32,-15 0-16,-2 0 16,13 0-32,-10 0 32,2 0-8,10 0-40,-12 0 32,-2 0-8,1 0-48,1 0 56,-4 0 8,0 0-16,0 0 8,0 0 48,4 0-40,-4 0-56,0 0 40,0 0-32,-2 0 24,2 0 16,-2 0-16,-3 0-88,-10 0 72,9 1 0,-10 1 16,9-1 16,-1 0 32,-10 1-64,-3 0 8,-1 0 0,-1-1 16,-2 1 8,20-2-16,-26 2-16,-2 0 40,-4 0-24,-2 0 24,-1-1 16,30 0-24,-24 0-56,-9 1-32,-1-2 40,2 2 24,-4 0 16,20-1 8,10 0 32,-30 1-24,0-2-16,2 1 24,-4 1-24,2 0 8,46-2-32,-48 4 32,0-2-64,1-1 32,1 1 72,3 0-72,28-1 32,-12 2-8,-14 0-56,3 1-8,-1 2-8,4-3-40,10 1 120,17-2-88,-27 3-104,4 1-8,-2-1-16,2 1-80,1 1-33,26-6 329,-21 4-384,-1 2-16,-2-1 16,5-1-24,2 2-48,9-4 456,2 0-536,-10 3-96,2-1-80,1-3-113,1 2-79,9-1 904,6-3-1048,-17 4-128,12 0-88,-10 1-145,10 1 9,-1-1 232,5-3 1168,-3 2-4481,5-4 4481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39.34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94 107 4817,'0'2'1240,"0"-2"-1240,0 5 1136,4 3-384,0-3-296,1 3-240,-1-3-112,1 1-64,-1-3-64,0-1 56,-1 2 0,1-2 64,-4 1-96,0-3 208,4 4 24,-4 0 65,3-1 39,1 1-32,-4-2-48,0-2-256,0 2 224,4 0-80,-4-1-16,0-1-24,3 2-24,-3-1-80,0 0 112,0-1-48,4 2 24,0-2 0,-4 2-8,3-2-80,-3 0 144,0 2-16,0-2-16,4 1 48,-4-1 24,4 0-8,-3 1-176,1 0 208,-2-1-80,4 0 32,0 0-8,-4 0 8,3 0-160,-3 0 200,4 0-32,0-3 8,-1 3-15,1 0-17,2 0-24,-6 0-120,3 0 128,3 0-8,-2 0 8,1-4-8,1 4-16,-4-2-104,1 0 112,3 2-32,8 0 48,-14 0-40,6 0-16,9 0-72,-14 0 88,3 0-16,2 0 88,-1 0-40,1 0 16,10 0-32,-12 0-48,11 0 24,-12 0-8,14 2 40,-14-2-8,7 1-104,-5 0 104,1-1 16,-1 0 8,12 2-8,-14-2-8,14 2-40,-16-2-72,2 1 56,11 1-24,-8 0 88,9 0-24,-10-2 8,2 1-104,3 0 152,-7 1-56,14-1 80,-13 3-72,10-2 8,-11 1-112,-2-2 64,14 0-32,-12 3 40,12-2 16,-11 2-8,10-1-16,-10-1 0,11 2-104,-12-2 88,3 0-24,11-2-7,-15 1-17,-1-1 72,5 2-56,8 0 0,-10-2 24,11 0 0,-12 2-40,-2-2 16,13 2-8,-10 0-24,1-2 16,10 0 0,-11 1 0,-2-1 0,1 0 24,14 0-80,-13 0 96,1 0-24,10 0-16,-12 0 64,12 0-88,-11 0 56,11 0-8,-12 0-32,12 0 0,-14 0 8,2 0 8,2 0-56,12 0 96,-14 0-8,12 0-48,-12-1 8,0-1 56,2 2-56,12-4 24,-14 4-32,14-4 16,-12 4-8,-5 0 16,17-3-48,-13 3 40,12 0 0,-12-4-16,11 4 40,-10-4-24,10 4-40,-11-3 16,12 3 24,-12 0 16,12-4 48,-12 4 8,13 0-48,-14-4 8,12 4-16,-10 0-24,-5 0 32,15-3-16,-11 3 0,11 0 32,-10 0-8,10 0 24,-13 0-64,1 0 64,14-4-32,-14 4 56,12 0-48,-11 0 0,8-3-40,-9 2 48,0 1-64,12 0 64,-11-3 0,12 3-56,-12 0-16,-1-1 24,9-2-24,-9 3-24,12 0 72,-10 0 24,10 0-24,-13-2-24,0 0 64,13 2-40,-12 0-16,12 0 8,-11 0-16,10 0 0,-14 0-8,6-3 24,9 3-16,-10 0 8,12 0 16,-12 0-16,1 0-8,3 0 16,-5 0-48,14 0 0,-13 0-8,12 0 56,-13 0-16,-2 0 24,14 1-8,-10 1 24,12 0 8,-12 0-8,10 0-32,-13-2-8,0 0 8,19 0-72,-17 2 72,15-1 32,-14 1-32,4-1-8,-2 0 88,-2-1-56,12 0-64,-12 0 72,14 2-24,-15 0-16,-5-2 8,17 2 40,-11-1-96,14-1 64,-15 0-8,14 0 0,-18 0-8,3 0 64,13 0-96,-14 0 72,14 0-24,-12 0-8,6 0-8,-5 0 40,0 0-72,10 0 64,-10 0-24,10 0 16,-12 0-16,-4 0-8,16 0-32,-10 0-16,10 2 48,-10-2 16,11 2-8,-15-2-8,1 0 48,12 0-64,-10 0 56,12 0-32,-12 0 48,8 0-56,-11 0 24,4 2-64,12 0 72,-13-2-80,12 2 24,-12-2 8,-1 0 16,9 1-48,-7 1-24,12-2 48,-13 0 40,14 0-16,-16 1 0,-1 0 56,17-1 0,-14 2-104,16-2 56,-16 0-16,15 0 8,-14 0 8,12 0-16,-12 0 40,12 0-48,-12 0 56,1 0-40,6 0 24,-8 0-80,14 0 72,-14 0 16,14-4-8,-15 4-24,-3 0 56,16 0-32,-12 0-16,12 0-16,-12-3-16,10 3-16,-13 0 40,0 0-48,14 0 0,-10-4 96,10 4-32,-10-4 16,-3 4-32,-1 0 16,15 0-72,-13-3 40,10 3 8,-10-4 40,10 4-32,-12 0 48,4-4-40,0 1 0,10 3 8,-12-4-16,10 4-24,-10 0 24,-4 0 16,6-4-64,10 1 48,-12 3 32,1-4-32,6 4 0,-5 0 88,-2 0-88,1-4 56,12 4-40,-14-3-56,3 3 32,-6 0 8,15 0-48,-12 0 16,3 0 40,10-4-16,-12 4 8,3 0 0,1 0 16,-5 0-48,3-4 40,9 4-32,-12-4 16,2 4 8,-4 0 48,4 0-56,1-3 8,-1 3-8,10 0 0,-11 0-32,-4 0 40,14 0-8,-8 0-8,-1-4-8,10 4 88,-11 0-56,-1 0-8,-1 0 48,4-4-40,9 4 8,-12 0-16,3 0-56,-1-3 56,-5 3 40,6 0-48,9 0-16,-12-4 96,1 4-88,1-4 16,1 4 40,-1-3-128,1-1 112,-1 4-24,1 0 24,5-3-24,-7 2 56,-4 1-88,3-3 32,1 3-64,0-4 56,-1 4 8,3-4-16,-1 1-24,-1 3 40,0-4 0,-1 4 0,-1-2 0,0 0 64,2 2-80,0 0 24,-1 0-8,1-3-8,-1 3 8,-2 0 16,4-4-48,1 0 24,-3 4 24,1-3-16,0-1 0,-3 4 0,1 0 32,2-4-112,0 4 24,1-3 72,-1 3-24,-2-3 8,0 2 40,1 1 8,1-4-40,0 1-16,1 3 32,-1-4-24,-4 4 0,3-4-24,1 4-48,0-4 48,-1 4 24,1 0 16,0-3 72,0 3-104,-1 0 16,1-4-16,0 0-48,-1 1 64,-3 3 16,6 0 0,-3-4-24,1 4 24,0-4-40,-1 4-8,-2 0 32,2-3 0,3 3-40,-3-4 56,1 0-16,0 4 24,-2-2-24,-1 1 56,3 1-40,2-4 8,-3 4-32,3-4-8,-1 4 16,-5 0-32,4 0 24,1-3-8,-1 3 32,0-4-8,-1 4 0,-1 0-8,0 0 32,4 0-96,-3 0 88,1-4-32,0 4-16,-2 0 24,-1 0 56,5 0-48,-1 0-8,-1-3 0,2 3-16,-3 0 40,-2 0-24,2 0-8,1 0-24,-1 0 16,3 0-24,-2-4 80,-3 4-40,1 0 40,2 0-24,0 0 0,-1 0-56,1 0 48,-4 0-8,0 0-16,4 0-24,-1 0 0,-3 0 32,4 0 16,-4-4 0,1 4-8,2 0 8,-3 0-96,0 0 40,3 0 16,-3 0 24,3 0 8,-2 0 16,-1 0-40,0 0-8,0 0 8,0 0-32,0 0 56,0 0-40,0 0-16,0 2 72,0-2 8,0 1-24,0 0 32,0 1-88,0-2 72,0 2-80,-2 0 32,1 1 32,0-3 16,-1 4-64,1 0 80,-1-1-16,0 3 16,2-3 24,0-2-56,-2 2 32,2 1-56,0-1-8,-2 3-8,2-1 24,-1 0 16,0-2 48,0 4-16,-1-1-16,0-1-24,0 1-8,0-1 16,2-5-32,0 8 40,0-3 8,-2 2 0,2 1 0,0-1-16,0-1 0,-1 3 0,-1-7-48,0 3 56,0 1-16,2-1 8,-1 6 0,0-7 48,-1 2-8,2 1-32,-1 0-8,-1 8 0,2-10-48,0-4 48,-2 4-24,0 12-16,0-12 32,0 1 16,0 8 0,2-12-8,-1 0 24,-1 13-8,0-12-48,0 5 40,0 6 24,1-11-32,0-2-8,0 14 64,-1-12-40,0 3-16,0 9 0,0-12 0,2-1 0,-2 4 0,1 1-40,1 0 56,-2 1-16,0-1 8,1 2-8,0-3 24,-1-1-8,2 1 8,-2 1-24,1 8 16,1-11 0,-2 3-24,0 8-8,0-12 16,2 5-32,-2-1 24,1-1 8,0 3 32,0-6-48,1 3 72,-2 1-64,0 1 8,0-2 0,2-5 16,-2 16-64,2-16 136,-2 7-88,2 7 8,-2-12-16,2-1 8,-1 4-88,-1 8 40,0-10 24,0 3 40,2 1-8,-1 0-8,0-2 56,-1 0-16,1 1-8,-1 8-8,0-11-40,0 1-16,0 2-8,0 8 32,1-11 40,-1 3 8,0 1 0,2-1-48,-2 0-80,2 1 112,-2-1-56,0 10 16,2-15 16,0-1 56,-1 14-96,1-10 72,-2 1-16,0-1 8,2 10-40,0-13 16,-2 0-32,2 3 8,-2 3 0,0-1 16,2 0 16,-1-3-8,1 0 48,-2 3-32,0 8 24,0-11-40,0 1-24,1 0 24,0-4 0,1 4-32,-2 1 40,1 1-16,-1-2-24,0 3 80,1-6-48,0 3-24,-1 1-8,0 1 24,1 0-16,-1-1 40,1-1-16,0-3 32,-1 6 8,0-3-32,0 1 8,1 1-16,-1-1-8,2-6 8,-2 7 0,2 0-64,0-1 88,0 1 0,0-1-48,0-4 24,0 1 48,0 5-80,0-1-8,0 0 24,0-1 8,0 6 8,0-10 8,0 0 8,0 4 16,0 1-40,0-1 16,0-1 0,0-3-8,0 4-24,0-1-16,0 1 8,0 1 80,0 0-56,0-3 8,0-2 64,0 5-16,0-1-32,0-1 8,0 1-32,3 1 8,-2-7-8,-1 7-40,0-1 16,0-1 56,3-1-24,-3 0 0,0-3 0,0 2 40,0 0-112,0 1 96,4 0-8,-4-1-24,0 0 8,0-2 64,0 3-64,4-3 48,-4 3-16,3 0 0,-3-1-40,0-2 8,0 4-48,0-1 16,0-1-16,4 1 48,0 0 24,-4 1-32,0 1 48,3-3-40,-3 3 0,0-2-8,0-1 8,0-3 8,4 6 8,-4-3 24,0 3-48,0-1-24,0 1 0,0-5 32,4 4-64,-4 0 32,0 1 16,0-1 16,0 1 32,0-3-32,0-1 64,0 4-80,0-1 88,0 1-104,0-1 16,0 1 48,0-6-32,0 5-72,0 1 32,0-1 0,0 1 24,0-1 32,0-2-16,0 0 56,0 2-40,0 1 128,0-1-136,0 1-64,0-2 56,0-3 8,0 3-152,0 2 200,0-1 8,0 1-48,0-1 0,0-1-80,0 1-24,0-3 64,0 2 0,0-2 32,0-1-8,0-1 72,0 2-32,0 0 72,0 0-104,0 0 0,0 0-8,0-2-8,0 3-104,0-1 80,0 0 40,0-2 8,0 0 0,0 1-16,0 0 8,0-1-64,-2 2 88,0-2-40,0 0-8,1 0 16,0 0 40,-1 0-88,1 0 80,-3 0 8,2 0-56,-2 0 24,4 0-8,-3 0-16,-1 0-48,0 0 40,1 0 24,-1 0-32,1 0 32,1 0 48,-2 2 0,-2-2-40,1 1 0,1-1 8,-1 0-16,5 0-8,-6 2 16,1 0 8,-1 0-24,1 0-8,-1 0-40,5-2 56,-3 0-16,-2 0-48,1 1 64,-3 1 24,3 0-32,0-1 8,2 0 48,-2-1-48,-3 0 32,1 2-48,2-2-16,-3 2 0,8-2 32,-15 1-48,12 1-8,-5 0 80,1-2 0,-8 0-32,13 0 8,-1 0 32,-12 0-48,10 0 112,-1 0-88,-9 2 24,11-2-32,3 0 16,-14 0-120,10 0 168,-12 0-120,10 0 24,-12 0 64,18 0-32,-5 0-112,-12 0 64,12 0 48,-12 0-32,12 0 56,-10 0 48,1 0-72,8 0 112,-14 0-152,14 0 40,-12 0 0,18 0-32,-7 0-104,-12 0 176,13 0-48,-12 0 24,3 0-16,11 0 0,-5 0-40,-5 0-24,-1 0 24,1 0 24,1 0 48,2 0-32,7 0 64,-10-4-16,-1 4 40,-1 0-88,1 0 16,-1-3 24,15 2-40,-13-2-40,-1-1-8,-2 1 48,1 3-32,0-4 32,8 2 0,0 0 56,-7 2-56,-1-3 112,0-1-96,1 4 24,-3-4-8,1 4-120,0 0 80,-1-3-24,-1 3 16,2-4 8,13 3 8,-9-2 16,0 3-48,-5 0 72,3-4-32,-3 1-16,9 3 8,4 0 32,-11-4-72,1 0 152,-1 1-88,1 3-16,-1 0 16,16 0-24,-16 0-104,2 0 24,-2-4 80,1 4-24,-1-4-16,10 4 40,-2 0 56,-8-3-88,2-1 104,-1 4-48,1 0-16,3 0-8,9 0 32,-13 0-144,1 0 232,0-4-152,-1 4 8,1 0 96,13 0-72,-12 0-104,-1 0 120,0-3 0,-1 3-56,1 0 32,11 0 8,1 0 32,-18-4 0,7 4 24,6 0-56,-10 0 16,11 0-16,7 0 8,-19 0 0,4 0 40,8 0-56,-11 0 8,10 0-24,2 0 24,-6 0-16,5 0-16,-10 0-40,2 0 64,8 0 72,-7 0-64,10 0 72,-4 0 16,-10 0-8,12 0-88,-12 0 0,11 0 24,6 0-16,-15 0-32,9 0-64,-12 0 104,14 0 0,-12 0-48,15 0 40,-1 0 80,-16 0-48,12 0-40,-10 0 32,10 0-8,-7 0-16,12 0-8,-4 0 48,-12 0 0,12 0-56,-10 0 8,8 0 16,4 1-8,-6 0-16,4 1 0,-11 0 0,12-1 24,-12 1 8,14-2-16,1 0 40,-15 2-8,10-2 32,-10 2-64,12 0 8,-10 0-8,8-1-72,-10 1 24,10 0 40,-11 0 48,12 0-32,-1-1-8,-3 0 40,5 0-48,-10 1 24,10 2-8,-12-2-16,13-1 8,3 0 16,-14 0-48,9-1 48,-1 0 16,-9 0-8,10 2-8,5-1-16,-13 0 0,9 1-40,-3 0 8,-6-2 40,8 0 8,-2 0-16,2 0 64,0 0 0,-9 0 72,10 0-144,-10 0 32,10 0-24,5 0-32,-15 0-72,9 0 152,-8 0-40,8 0 32,-1 0-40,2 0 0,-5 0 8,4 0-56,-8 0 88,8 0-8,-1 0-16,2 0-16,3 0 96,-13 0-104,9 0 48,-1 0-32,-8 0-32,12 0 40,2 0-16,-6 0-16,-7 0-64,8 0 64,-1 0 0,-8 0 0,13 0 16,0 0 80,-3 0-80,-10 0 160,13 0-144,-3 0-40,-8 0 24,11 0 32,-2 0-176,-1 0 192,-1 0-32,-8 0-56,12 0 8,0 0 32,-4 0-80,-1 0 16,0 0 128,-1 0-40,1 0 24,2 0-48,3 0 48,-4-4-80,1 4 120,-3 0-120,1 0 8,1-4-16,6 4 40,-5 0-136,-1 0 80,1-3 104,-1 3-8,1-4-56,2 4 16,0 0-16,0-4-160,-3 4 96,1-3-56,1 3-16,-1-3 152,4 2-120,-2-3-112,1 1 184,-2-1-128,0 0 16,1 1-48,-3-1-128,3 4 24,-1-4-1,-2 1 17,3-1-32,-3 0 0,1-1-8,-3-1 16,1 1-80,0-1-16,-8 1 416,15 5-472,-4-15-128,-10 11 40,8-1 0,-9-1 79,10 1 17,-1 3 464,-5-2-640,4-1-288,-10-10-312,10 11-257,-11-12-79,12 12 1576,4 2-1472,-16-14 191,12 10 393,-12-8-296,12 10-1208,6 4 2392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6.13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288 310 5593,'0'0'1200,"0"0"-72,0 0-280,0 0-239,0 0-145,0 0-64,0 0-32,0 0 0,0 0-8,0 0 32,-2 0 0,1 0-392,0 0 384,-1 0-48,0 0-88,0 0 24,1 0-8,0 0-264,0 0 264,-1 0 33,-2 0 23,1 1-64,-1 1 8,-2 0-264,6-2 280,-3 4-120,-3-1 96,1 1 32,-1 0-16,1 1 16,3-2-288,-2 2 232,-1 0-48,-3 10 24,3-10 8,-10 3 8,12 5-224,2-10 224,-4 3-56,-10 9 24,10-10-96,-1 12 32,-1-3-48,6-11-80,-4 11 40,-9 1 0,10 1 16,-3-1 1,-8 1-33,13-7-24,0-1 80,-5 8-80,-1-1 80,3 2-64,-2-3-8,0 0-8,6-13 8,-6 16-80,-1-3 168,3 1-80,-1 0 32,1-10-64,3 1 16,-2 9-104,-1-10-32,-1 10 23,5-10-39,-3 10-48,2-9 0,0-1-144,-2 2 16,3 1-144,-1-3-56,2 1-128,0-6 656,0 5-792,0-1-56,0-2-105,0 0-103,0 0-176,0-2 1232,0 1-1368,0-1-113,3 0 9,1 0 232,0 0 335,0 0 905,-3 0-4168,-1 0 4168</inkml:trace>
  <inkml:trace contextRef="#ctx0" brushRef="#br0" timeOffset="614">643 69 4817,'0'0'656,"0"0"-656,0 0 736,-2 0-192,2 0-136,0 0-160,0 2-96,0-2-16,0 0-40,-2 0 40,0 0 48,0 0 40,0 0 16,2 0-240,-1 0 224,-1-4-24,0 4 8,-2 0 17,2 0-9,1-2-216,0 0 232,-2 2-32,-1-4 8,0 1 8,1 3 0,-1 0-216,4 0 232,-5 0-24,1 0 48,-2 0-32,3 0 40,-3 0-24,5 0-240,-1 0 200,-4 0-16,0 0 8,1 0-24,-1 2-48,4-1-120,1-1 176,-3 2-80,0 2 24,-1 0 8,1-1-72,1 1 40,2-4-96,-2 4 80,-1 1-40,1 1 64,1-1-56,-2 1-16,2-4-32,0 1 48,-1 5-31,-1-1-1,2 0 8,0 1 8,1 3-32,0-8 48,-2 5-24,1 8 24,0-8 8,0 6-56,2-8 56,0-2-56,0 10 16,0-8-40,0 10 40,0-10 0,0 10 16,0-12-32,0-2 48,4 13-8,1-10 32,1 3-112,0 6 40,-1-10 0,-5-4 16,6 5-64,8 3 80,-14-3-16,6 3 0,10-3 0,-14-4-16,2 2 16,11-1-32,-10 1 24,10-1-16,-12 0-16,9-2 24,-9 0 8,1 0-32,11 0 8,-12 0 16,3-4-8,-1 1 16,-4 2-8,4-2 0,0-1-32,1-1 40,-1-10-56,1 11 32,-4 2 16,0-1 8,1-12-48,1 10 24,0-10-8,-1 9-16,-3-10 40,0 14 0,4-3-32,0-14 56,-4 14-16,0-17-24,0 16 24,0-12-72,0 3 16,0 0-24,0 1 40,0-1 32,0 11 0,0 2 24,-2-18 32,-2 15-104,0-12-81,1 12-55,-3-12 184,6 17-240,-3-4-40,-3-1-64,0-10-32,1 11-48,-1 1-8,4 1 432,-1 0-416,-3-2-48,1 1 0,-1-1-48,3 0-1,0 4 513,2 0-504,-5 0-16,3-3 40,-1 3-8,0 0 40,1 0-8,2 0 456,-2 0-464,-1 0-16,1 0 8,1 1 79,0 1 97,1-1 296,0 0-176,1 3 80,0 0 32,0-1-3624,0-3 3688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7.339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0 361 5065,'4'2'1008,"0"4"8,1-1-224,-2-1-792,0 0 536,2 3-208,1-2-72,-1 3-48,1-3 1,-1 0-209,-5-4 272,4 4 16,0 1 16,1-1 32,-1 1-32,0-1 0,-3-3-304,1 2 272,2 3-56,2-3-32,-3 1-24,3 1-72,-4-2-88,-1-3 80,3 5 0,0 0-48,-1-3 48,1 1-8,-4 0-24,1-4-48,2 3 56,-3-1-32,3 0 48,-3 2 32,0-3 24,2 1-128,0 0 128,-2 0 0,0-2-16,4 2-48,-4-2 8,0 0-72,0 0 32,0 0 0,0 0 16,0 0-40,0 0 8,0 0-152,0-4 312,0 0-200,0 1 80,0-3-8,0 1-40,0-7-8,0 7 72,0 1-24,0-1 8,0-13 32,0 14-56,0-2-8,0 6-24,0-14 33,0 10-25,0-13 48,0 12 16,0-12-24,0 12 32,0-10-16,0 10-16,0-16 48,3 16 0,1-9-96,-4 11 96,4 0-8,-4-14-32,4 12 0,-1-12 8,3 12 16,-6 2-80,3-9 64,3 8-40,-1-11 0,-1 12 24,2-12-8,-3 13-40,-1 0 72,4-3-24,10-10 24,-12 15-32,1-5-16,1-1-24,-6 6 40,15-5-32,-12-1 0,3 1 40,9-1-56,-12 1 24,3 2-16,5 0 16,-8-1-80,14-1 32,-11 1-32,12 0 0,-14 4 64,-3 0-80,18 0-80,-16-3-24,14 3-56,-13 0-16,12-4-64,-15 4 320,4 0-393,9 0-111,-10 0-56,11-4-24,-11 4-96,-2 0 680,1 0-712,14 0-112,-17 0-97,5 0-71,1 0-8,-3 0 1000,-3 0-976,6 0 168,-2 2 239,-1 0-3599,-3-2 4168</inkml:trace>
  <inkml:trace contextRef="#ctx0" brushRef="#br0" timeOffset="432">1028 1 6633,'0'2'1008,"0"0"-288,0-1-256,4 1-144,-4-1-320,0 0 273,0 1-25,0 0 16,0-2 24,0 2 40,0-2-328,0 0 336,0 1 24,0-1-40,0 0 24,-2 0-40,0 0-8,0 0-296,-1 0 288,-1 0-104,0 0 24,1 0-16,-3 0 8,2 0-200,3 0 224,-5 0-8,1 0-15,-3 0-25,-6 0 16,8 0-8,-9 0-8,10 0-48,-2 0 32,-1 0-24,1 0-8,-2 0-128,1 0 168,3 0-40,-12 0-24,12 0-40,-12-3-8,12 3-16,-12 0-16,12 0 0,-10 0 24,9 2-40,-10-1 8,14 0-16,-2 2 32,-10-1-64,8 2 16,-9-1 32,10-1-40,0 2 24,3-2-80,-13 3-88,9 3-144,-1-3-192,-10 1-168,12 1 672,5-7-849,-8 5-167,1 3-176,-8-1-144,12 1-145,-5-1-111,2-4 1592,-2 1-1272,4 13-3385,4-17 4657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08.16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3182 0 3560,'0'0'1337,"0"0"-721,0 0-120,0 0-152,3 0-144,1 2-72,-4 0-88,4 0 8,-1-2 0,-3 2 16,2-1-64,0 0 96,2-1 0,-4 1 40,4-1 16,-4 0 16,2 0-168,-1 0 160,-1 0-8,4 2-8,0-2-24,-4 0-24,3 0-16,-2 1-80,2 0 72,-3-1-56,4 2 8,-1 0 32,1 0-16,-2-1-40,0-1 88,3 2 8,-1 0-8,-1 0 24,1 0 48,1 0-160,-4-2 160,2 1 0,1 1-15,2 0 7,-1 2-8,1 0-16,-5-4-128,3 1 120,2 1-64,8 2 40,-14 0 0,6-1 16,-2 0-112,-3-2 128,14 1-24,-15 1-8,15-1-16,-12 2-8,3 1 16,-5-4-88,13 2 80,-11 1-40,3 0 56,10-1-16,-12 3 24,3-5-104,1 1 152,-5 2-48,14 0 40,-11-1-32,10 3 40,-11-3-152,-4-2 144,15 4-16,-10-1 24,8 1-72,-8-3 48,12 4-40,-17-5-88,2 3 88,15 2 0,-14-1-8,13 1 8,-14-1 8,7 0-96,-5-2 72,-1 2 16,10 1-8,-10 1 16,11 8 8,-12-12-8,-2-2-96,4 6 72,10-2-80,-12 3 64,1-1-56,2 8 32,-4-14-32,1 1 48,12 4-56,-12 1 56,1 1-40,2-1-8,-2 5 0,-3-9 16,3 2-40,1 1 48,1-1 8,-1 3-32,1-1 0,-5-6 0,2 5-16,2 2-32,1-1 40,-1-2 8,1 1 8,-3-2-8,-1-1 24,2 5-16,1-3-16,1 10-8,-1-13 8,1 5 8,-1-1 24,1 1-24,9-1 40,-12-1-32,1 10-8,-2-13 0,2 1 25,1 5-41,1-1 24,8 8 0,-10-12 0,-1 8-8,-2-7 56,4 2-32,1 1 8,-1 8-16,1-10-40,-1 3 56,-4-8-32,4 14 32,0-6-56,1 8 72,8-10-32,-14 12-32,2-15 16,0 0 40,4 13-40,-3-10 32,3 12-8,-1-12-24,0 8 0,-4-12 24,3 4-32,-1 10-24,1-10 32,0 12-16,-1-11 32,-2-6-16,2 17 32,1-11-48,-4 12 24,3-12-24,1 8 8,-2-11 8,0-1 16,-2 14 8,3-12-24,1 13 0,0-12 8,-4 12 0,0-17-8,3 6-16,-3 7 8,4-8 0,-4 9-8,4-8 32,-3-1-16,1 5-8,2-4 16,-4 11 0,4-12 0,-4 12 32,3-12-40,-3-4 24,4 14-8,-4-10 40,4 10-80,-4-8 40,0 10-8,0-15-8,3 9-32,-3-5 16,0 11 16,4-10 40,-4 10-40,2-15 0,0 0 48,-2 17-8,4-13-48,-4 12 48,0-12 0,0 11-40,0-18-24,0 6 24,0 12-16,3-12 16,-3 14 24,0-13-8,1 0-16,2 5 32,-3-5-72,0 11 48,4-3-16,-4-9 16,0 7-8,0-8 64,0 10-64,0-8 72,0 12-88,3-5 8,-3-8 24,0-4-16,0 16-56,0-11 24,0 12 32,0-5-8,0-6 32,0 12 56,0-13-56,0 12 32,0-12-64,0 13 8,0-7 0,0-11 32,0 4-48,0 14 0,0-13 32,-2 12-8,2-12 8,0-3-16,-1 8 64,-1-6-96,0 12 24,2-10 24,-2 10-16,1-13 0,0-3 80,-1 15-32,1-10 24,-1 10-40,0-10-8,0 10-8,2-17-16,-2 15-16,-2-8 8,3 11 8,-1-3 24,0-10-8,0 3-16,0 3 64,0 4-16,1-10 24,-1 15-56,0-14-16,0 9 0,2-12-8,-2 12-48,0 2 168,2-1-112,0 1 40,0-3-8,0-11-32,-1 9-104,-1 3 88,0-8 0,0 15 40,0-5 24,1-9-48,0-2 112,0 9-40,-1 0 16,0 0-32,0-1-56,0-1 0,2-11 56,-3 13-64,-1-8 0,-2 13 64,3-12-96,-1 12 72,2-13 64,-3 13-104,1-5 144,-2-8-112,1 12-16,1-14-8,2-3 64,-3 18-96,-1-12 168,1 12-136,-1-5-8,1-1 24,4-12-16,-4 11-104,0 2 56,-1-8 56,1 12-48,-1-12 48,4 2-8,-1 0 56,-3-1-64,1 10-16,-1-12 48,1 10-8,0-11-16,4-4 16,-4 6 32,-1 8-16,1-10-32,-1 10-8,1-9-8,3-5 16,-2 5-56,-2 1 0,3 8 8,-3-11 72,3 3-56,-1-2 32,2-3 32,-3 6 16,1-1-24,-2 0 16,3 8-24,-1-9-16,4-6 0,-5 7-32,1 0-32,0 1 72,-1 6-8,1-12 16,3 0-16,-2 2 72,-2 3-96,1 8 128,-1-12-120,1 3 8,-1-2 8,4-2 16,-2 3-104,-3 1 176,3 1-72,-3-2 0,2 1 8,3-5-24,-3 3-80,0 2 48,-1 1 16,-1-1-16,1-1 24,2-1 8,2-2 32,-5 3-24,3 1-64,-3-1 80,1-1-32,1 1 8,4-4 16,-6 4 64,1-1-56,-1 1-24,3 1 0,-3-1-8,5-3 8,-1 2 0,-4 1-32,1 1 128,1-1-104,0-1-8,0 2 64,-1-1-144,1 1 144,1-3-32,-3 3-16,2-1 16,4-4-16,-3 4-48,-3 0-40,3 1 88,-1-1 8,0 1-8,2-3 0,1-1 96,-5 4-120,2-1 64,1-1-32,-1 0-16,1 1 8,2-5 40,-2 4-104,-1 2 120,2-3-56,-3 3 0,-1-3 8,5-2-8,-3 0-40,0 1 0,0 2 24,1-1 40,-1 1-24,1-3 0,2 0 48,-4 1-24,1 0 88,2-2-88,-2 2 0,1-1-24,3-1 0,-4 2-88,2 0 32,-1 0 40,-1 0 40,0 0-24,3-2 0,0 1 72,0 1-72,-3 0 64,0 0-48,2 0 8,-1-1-24,3 0 32,-4-1-96,2 0 176,0 0-112,0 1 24,-1-1-8,2 1-16,-2 0-104,-1-1 32,3 0 64,-3 0 8,2 2 24,0 0 56,0-2-48,-1 2 48,-1-2-88,2 0 8,-1 0 0,3 0 16,-4 0-80,2 0 136,-2 0-56,1 0-24,1 0 24,1 0-16,0 0-56,-1 0 0,0 0 152,0 0-88,-1 0 8,2 0-16,0 0 64,1 0-136,-2 0 128,0-4-24,0 4-16,1 0-8,0 0-8,0 0-32,1 0 0,-2 0 56,2 0 8,0 0-24,0 0-8,0 0 72,-2 0-64,2 0 160,-2 0-160,0 0 8,1 0-16,1 0-152,0 0 288,0 0-128,0 0 16,-2 0 8,2 0-32,0 0-88,-2 0 56,0-4 40,2 4 16,-2 0 0,1 0-24,0 0 72,1 0-40,-1 0 48,-1 0-64,0 0 8,2 0 8,0 0-32,-2-3-80,0 3 24,0 0 32,1 0 8,-1 0 8,1 0 8,0 0 56,-1-4-88,0 4 176,-2 0-112,3-4-8,-3 4 16,0 0-160,2 0 224,1-3-112,-1 3-8,-2 0 24,3 0-8,-2-4-104,0 4 48,-1-4 56,-1 4 8,1-3-16,2 3 8,0 0 48,-3-4-24,1 4 8,-2-4-32,1 1-16,1 3 16,4 0 0,-5-4-40,-1 0 72,1 4-40,-1-3 0,1 3 24,-1-4-24,1 0-8,-1 4 0,1-3 16,-1 3-32,1-3 32,3 2 32,-6 1-8,1-4 96,2 4-112,-3-3 0,3-1-32,4 4 24,-6 0-136,0-4 88,1 0 16,-8 1 48,10-1-8,1 4-8,1 0 64,-6-4-32,1 4 16,-1 0-48,-6-3 16,10-1-16,4 4-8,-5-4-40,-3 1 176,-7-1-168,12 4 24,-12-4 40,14 4-24,-3-3-120,-4-1 72,-8 0 16,12 1 32,-3 3-16,-3-3 16,5 2 56,-1-3-40,-8 1-112,8-1 64,-10 0-16,10 1 64,6 3-16,-15-4 64,10 0-80,-10 1 8,10-1-8,-12 0 8,15 3 8,-1-1 0,-12-2-16,9 0 128,-10 1-104,12 3 32,-7-3-40,7 2 40,-1 1-128,-10 0 128,10 0-40,-14-4-8,14 4-32,4 0 40,-13-4-48,9 4-8,-1-3 64,-9 3 8,10 0-8,-3 0-8,1 0 64,2 0-80,-10 0 24,9-4-24,-1 4-32,-8 0 16,10 0 8,-10 0 16,10 0 40,-3 0-8,-8 0-56,14 0 32,-2 0 32,-3 0-88,-10 0 24,12 0 64,-3 0-72,-3 0 40,6 0 56,1 0-16,-11 0 112,10 0-136,-2 0-8,-8 0-16,14 0 8,-4 0-128,-9 0 120,8 0 8,-1 0 8,-8 0-16,12 0 8,1 0 24,-13 0-48,9 0 88,-1 0-88,-8 0-16,10-3 40,5 2-16,-8 1-48,-8 0 80,10 0 8,-8 0 0,8-3-32,5 2 8,-13-2-8,9-1-40,-3 4 0,-6-3 56,8 3-24,-3 0 16,4 0 16,-3-4 0,-7 4 16,8 0-8,-8-4 16,10 4-40,5 0 8,-15-3-64,10-1 0,-10 0 48,9 1-8,-8 3 72,11 0-56,0 0 48,-12-4-64,10 4 88,-10 0-72,10 0-8,-7-3 8,9 2 32,-2 1-88,-3 0 32,-8-3 24,10 3-24,-9 0 24,14 0 0,-3 0-8,-11-4-40,10 4 72,-12-4-64,12 1 32,-5 3 8,3 0 48,2 0-64,-3 0 88,-7 0-64,10 0 16,-9 0-24,13 0-8,-4-4-32,-12 4 112,12 0-56,-3-4-8,-6 4-16,12 0 8,-2 0-80,-3 0-8,-8 0 128,9 0-24,-1 0 8,-5 0-24,8 0 80,-2 0-128,-10-3 168,8 3-128,-7 0 0,10-4 48,4 3-40,-15 2-120,11-1 64,-10 0 64,10 0-24,-10 0 32,12 0-16,0 0 64,-13 0-80,9-4 112,-12 4-104,14 0 8,-10-3 0,13 3 0,-3 0-104,-10 0 56,9 0 24,-10 0 24,8 0-16,-8-4 64,8 4-80,-8 0 80,10 0-48,-10 0-24,12-2 24,2 0 24,-5 2-120,-10 0 248,12 0-120,-12 0-16,12 0-16,5 0 40,-15 0-200,10 0 128,-3 0 32,-8 0 32,10 0 8,1 0-40,-4 0 16,3 0 0,-9 0-24,10 0 0,-10 0 32,11 0-24,3 0 32,-14 2 8,9 0 152,-1-2-184,-8 2 0,10-2 8,2 0-16,-9 0-136,7 0 128,-10 2 32,9-2 8,-8 1-16,10-1-16,2 0 72,-14 0-48,10 0 32,-9 0-24,10 2-24,-9-2-8,13 0 32,-6 0-72,-8 0 72,8 0-16,-10 0-48,10 0-8,0 0 40,-6 0-80,7 0 8,-12 0 200,10 0-80,-10 0 24,7 0-72,7 0 80,-3 0-168,-13 0 176,14 0-112,-11 0 0,10 0 8,7 0 16,-16 0-88,8 0 32,-10 0 96,12 0-48,-12 0-8,14 0 16,1 0 56,-16 0-64,14 0 112,-14 0-80,14 0-16,-9 0-8,11 0 0,-2-3-104,-12 3 176,12 0-88,-14 0 16,14 0 16,1 0-16,-11 0-64,10 0 40,-10 0 24,10 0 24,-12 0-24,14 0 0,1 0 56,-13 0-40,9 0 48,-10 0-72,8 0-32,-9 0 40,16 0 0,-6 0-80,-10 0 56,12 0 48,-14 0 40,14-4-24,-3 4-40,-3 0 80,6 0-96,-14 0 112,14 0-72,-12 0-40,12 0 56,-12 0-168,12 0 304,-12 0-152,12 0 16,-12 0 8,12 0-192,-12 0 72,12 0 32,-10 0 16,9 0-16,1 0 72,-12 0-8,12 0 24,-3 0-40,-8 0 48,11 0-56,4 0 8,-13 0-8,10 0 40,-3 0-48,-1 0 24,-6 0 0,12 0-16,-2 0-24,-2 2-8,-8-2 24,8 2 8,-1-2 48,-3 1-48,5-1 40,3 0-8,-5 2 16,0-2-64,-8 2 48,9 0 16,6-2-48,-7 0-48,-8 0 0,10 2 64,-3-2-48,-6 0 32,11 0 0,0 0 48,-11 2-72,8-2 56,-11 0-40,12 0 40,-2 0-32,7 0 8,-15 0-16,9 0 136,-8 0-152,8 0 8,-1 0-40,3 0 56,-7 0-176,6 0 32,-10 0-72,9-4 40,1 4 0,0-2 176,2 0-192,-4 2 32,0-3-32,-1 3-224,1 0-224,0 0-312,6 0 952,-4 0-1337,0 0-143,-1 0-104,1 0-89,1 0-47,2 0 1720,0 0-1560,0 0 343,1 1-3071,1-1 4288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4.760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565 0 8209,'0'0'1377,"0"0"-569,0 0-352,0 0-456,0 0 280,4 2-184,-4-2 48,0 0 24,0 0 64,0 0 56,0 0-288,0 0 312,0 0-8,-2 0 32,0 0-32,0 0-40,-3 0 8,-1 0-39,1 0 23,-1 0-88,-1 0 8,-7 0-176,13 0 168,-5 0-72,-10 0 88,10 0-40,-10 0-64,10 0 16,1 0-96,-6 0 48,3 0 0,-12 0 88,5 0-16,-1 0-40,6 1-80,5 0 128,-13 1-64,-1-2 40,1 2-32,0 0 0,-1-1-72,17 0 0,-16 4-16,-2-3-16,0 0 40,1-1 32,1 3-32,9-3-8,-1 0 56,-6 1-72,-1 0-32,-1-1-40,11 1-80,-10-2 168,13 0-288,-3 2-176,-10 0-168,12 0-297,-10 0-167,10-2-184,-3 1-208,-6-1-65,8 0-71,-1 0 344,-1 2-3361,8-2 4641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3.19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135 485 3840,'0'0'312,"0"0"104,0 0 57,0 0-25,0 0-32,0 0-8,0 0-408,0 0 400,0 0 0,0-4 24,0 4-24,0 0-8,0 0-392,0 0 416,0 0-40,0 0 129,0-4-65,0 4-8,0 0-432,0 0 456,0-4-96,4 4 56,-4 0-8,0 0 16,0 0-24,0 0-400,0 0 408,0 0-32,0 0-7,0 0 31,0 0-40,0 0-2273,-2 0 4194,0 2-1921,0 0-32,0 2-8,1 0-16,-1 1-304,2-5 288,-4 6-16,0-1 24,3 2-48,-3-1-32,0 9-8,2-14-208,-1 3 184,-1 11-8,0-10 32,-1 10-55,1-9-49,0 5-104,3-6 128,-5 3-128,1 12 104,-1-6-72,1 1 0,-1-7-16,6-8-16,-6 18-64,3-11 48,-1 12 16,0-12 32,1 11 8,1-11-40,0 1 64,-2-1-80,1 12 16,-1-12-40,0 10 24,1-13 16,3-3 24,-2 14-32,0-9 128,0 10-128,0-10-104,1 1 16,-1 0-160,2 1-65,0-3 41,-2 1-96,2-1-64,0-1 440,0-2-400,0 3-120,0-3-8,0 0-208,0 0-152,0 1-137,0-3 1025,4 2-1280,-1-2-40,1 2-113,0-2-31,-1 0 16,-1 0 1448,2 0-1200,1-4 327,1 1-3295,-6 3 4168</inkml:trace>
  <inkml:trace contextRef="#ctx0" brushRef="#br0" timeOffset="646">652 231 3784,'0'0'184,"0"0"48,-2 0 64,2-4 25,0 4-25,-2-3-296,2 2 296,-2 1 8,0 0 8,1-3 8,-1 3-16,2 0 16,-1 0-320,0 0 312,-1-4-24,0 0 40,0 4-56,2-3-16,-1 3 8,-1 0-40,0 0 24,-2 0 9,2-4-1,1 4 0,0 0-256,-2 0 232,-1 0-40,0 0 8,1 0-32,-3 0 24,5 0-192,-1 0 176,-4 0-24,2 0-48,1 0 0,-3 0 0,3 0-104,3 0 104,-6 0 32,1 2-48,3 0 24,-4 0-24,2-1 0,4 0-88,-3 2 112,-1-1-56,0 2 32,1-3 24,-1 1-24,-1 4 48,3-3-48,-2 1 96,2 2-88,-1-3-16,-1 3 64,4-6-144,-2 5 8,-2-1 64,3 2 24,-1-1-56,0 2 16,1-4-56,0 2 40,1 0-48,0 1 96,0-1-64,-2 1 40,2-2-64,0-3 96,0 5-96,0-1 104,0 1-55,4-1 31,0 1 0,-4-5-80,0 3 0,3 4 16,1-3-16,0 1 24,-1-1 24,3-1 40,-1 2-56,12-3 56,-17 1-56,5 0-48,9-3 16,-13-1 24,3 4-88,1 0-8,1-2 80,-1 1-16,1-1 16,-1-1-8,4 0 40,-9-1-96,6 0 80,0 0-24,-1 0 40,-1 0-40,-2 0 32,3 0-80,1 0 152,-1 0-152,1-4 16,-1 4 32,-4 0 0,4-3-152,0 3 112,1-4 40,-3 0-32,1 1 40,-2 1-8,0 0 48,1-2-16,1 1-32,0-1 0,-4 0-8,3-1-24,-3-1 48,4 2 24,-4-1-48,0-1 8,0 1 16,0 1-16,0-7-40,0 11 16,0-3 24,0-3-24,0 1-8,0 1 32,0 2 16,0-13-8,0 12 88,0-3-72,0-9-48,0 12 16,0 3 8,-2-6-112,2-9 64,-2 12 48,1-3 8,-1 1-24,1 3 16,0-2 40,-1-10-72,0 14 88,0-6-48,1 1-32,-1 0 24,2 4 32,-2-3-112,0 1 88,0-1-8,0 0-32,1-1-16,0 2 48,0-9-40,-1 12-89,0-5 1,0 1-48,2 0-104,-1 2 280,0 1-304,-1-3-56,1 0-16,-1 4-64,-4 0-24,3-3 464,3 2-496,-4 1-80,2 0-24,0 0-129,0 0-143,2 0-64,0 0 936,-1 0-1048,-1 0 72,2 0 263,-2 0 193,2 2-3400,0-2 3920</inkml:trace>
  <inkml:trace contextRef="#ctx0" brushRef="#br0" timeOffset="1270">849 155 5601,'0'2'1136,"0"2"-72,0 1-232,0 1-280,0-3-552,0-1 409,3 4-97,1-1-56,-4 3-32,0-1 32,4-1-8,-4-6-248,0 5 240,0 3 32,0-1 56,0 9 24,0-10-24,0-3-328,0 1 376,3 13-112,-3-12 64,4 3-96,-4 6-24,3-9-208,-2-4 249,-1 5-113,0 1 72,3-2-8,-3 3 0,4-1-16,-4-6-184,0 5 168,4 2-24,-4-3 8,3 1 8,-3-1-48,0-2-112,0 0 112,0-1-16,0 0 64,0-1-96,0 1 24,4-2-88,-4 0 24,0 0-104,0 0 232,0 0-160,0 0 16,0 0-32,1-1 24,2-1-112,-3-2 56,0 0 88,0-1-8,0-1-72,2-4 48,-1 5 48,-1 2-144,0-3 192,4-10-72,-4 10-48,0-9 40,4 10-112,-4-13 0,3 12 80,1-14 8,2 14-16,-4-2 24,1-2 80,1 4-56,-1-14 24,1 15-24,0-12 0,1 12-24,-5 5-8,6-19-40,-1 14 48,1-12-16,-1 12 8,10-14 32,-15 18-24,0-1-24,6-13-24,-1 11 48,10-11 32,-11 12 48,-2-1-80,-1 2 104,5-3-16,8-10 40,-10 11-120,2 1 0,-1-1-8,-5 4 56,15 0-160,-11-4 72,10 1 24,-10 3-80,11-4 24,-13 3 64,1-2-64,12 0-160,-11 3 40,10 0-80,-10-4-80,7 4 344,-7 0-312,-1-4-96,12 4 8,-11 0-89,1 0-71,12 0-104,-17 0 664,3-3-816,3 3-32,10-4-32,-12 4-49,2 0-7,1 0 936,0 0-952,-3 0-64,11 0 176,-12 0 175,12 0-3455,-15 0 4120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4.54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2858 60 5321,'0'0'752,"0"-4"-144,3 4-304,-3 0-304,0-4 144,0 4-80,4 0-32,-4 0-8,0 0-8,1 0-16,2 0 16,-3 0-40,0 0 16,0-2 8,0 1 32,0 1-16,0 0 24,0-4 0,0 0 8,0 4-8,0 0-40,0-3 16,0-1 8,0 0 16,0 4-16,0-3 16,0 1-40,0 0 32,3 2-8,-3-4 16,0 1 0,4-1 8,-4 1-48,0 2 88,4 1 24,-4-3 16,4 3 16,-1 0 16,1 0 8,-3 0-168,2 0 128,2-4 8,-1 4-16,1 0 0,-1 0 32,0 0-152,-3 0 153,5 0-9,-1 0-40,1 0 0,11 2-8,-14 0 0,-3-2-96,6 0 96,-1 1-32,12 1 40,-14 2 0,14 0 32,-15-3-136,2 1 160,14 4-40,-13-4 32,14 3-40,-14-1-8,11 0-104,-13-3 136,2 5-32,14-1 32,-14 1-16,14-1-48,-5 1 24,-12-4-96,2 3 96,18 1-24,-17-1 16,17 3-8,-16-1-8,7-2-72,-4-3 136,-3 13-24,16-11-16,-6 1 16,-1 10-40,-1-10-72,-13-4 112,15 4 0,-10 12-24,18-12-32,-10 10-8,3-10 16,-11 1-64,4 5 56,5-6 8,2 12 16,-1-10-32,-1 12-16,-3-14-32,-8-3 40,13 17-48,0-12 8,-1 13 8,2-13 8,-1 16 16,-14-20-32,11 1 48,2 16-56,1-13-8,-1 14 16,1-5-24,-8-8 24,0-1 40,8 8-16,-1-10 56,1 15-72,-1-12 0,-1 10-8,-13-16 24,13 16-72,1-3 80,1 2-24,-3-3 0,1-6-16,-11-2 8,7 10 8,5-2-40,-1 3 16,2-2 56,-3 1-48,-4-6 8,-5-5 32,10 12 0,1-1-40,-1-1 40,0 3 8,1-1-32,-15-17-8,4 16 8,19 5-32,-10-3 24,1 0 32,-9 1-24,3-11-8,4 4 48,-8 8-48,15-1-8,-14 1 8,12 0 8,-13-3-8,-4-14 16,19 16-32,-16 1 48,14-4-48,-12 3 16,12-1 24,-15-14-24,9 11 0,-7 3-24,10-2 32,-9 1-16,8 1 0,-10-7 8,-2-3 32,16 8-8,-12 3 33,10-3-33,-12 1 0,11 1-24,-15-18 8,3 19-56,14-1 23,-13 0-7,1-1 24,1 1 8,-1-11 0,4 5 32,-5 6-48,1 0 57,1 1-50,-1-1-15,7-4 24,-9-9 41,-3 15-114,4-2 105,0 4 1,-1 0-33,1 0 40,-4-18-40,0 18-16,0 2-41,4 0 33,-4 2-24,3-2 32,-3-9 16,0-3 32,0 16-40,0-1 64,0-1-64,0 2 16,0-4-16,0 1-56,0-1 120,-2 0-56,1-2 24,-1 0 9,1-16-33,0 9-33,-1 7 1,0-2 56,0 2-24,1-2 8,-1-1 41,0 3-74,0-4 74,-2 2-81,-1 0 15,1-3-7,4-16 24,-2 20-48,-1-1 24,1-1 16,-2 3 40,2-4-40,1-9 8,-1 2 32,-2 10-40,0-1-8,1 0 16,-1 0-8,1-4 8,2-12 16,-2 17-16,-1 1 40,0 0-16,2-2-48,-1-2 40,2-13-16,-2 11-32,-1 4-16,-1 2 72,1 0-40,0 0 16,1-9 0,1-4 48,-2 13-24,-1 2 1,-1-2-9,3 0-8,-3 0-24,1 0 0,-1 0-65,0 1 65,-1-1 24,0 2 8,5-16-16,-2 7 73,-1 7-114,-1 2 41,1-2 0,-3 1-8,3-7 8,3-10 32,-4 14-40,-1 0 41,2 0-17,-1-1-8,-1-1 32,6-16-40,-4 14-40,0 5 24,-1-3 8,1 0-25,-1 1 33,3-10 0,1-2 41,-4 10-49,1 1 72,-3 1-56,3-3-16,0-2 8,4-13 32,-6 16-64,1-3 88,-1 3-32,1-3-24,-1 1 40,6-11-40,-3 7-16,-11 4-40,9 1 72,-1 1-40,0-1 48,-3-6-24,5-5 88,1 10-88,-1-8 40,-10 13-56,10-5-16,-3 2 32,-7-3-32,10 3-8,-10-3 48,10 3-8,-3-10-32,1 2 32,-2 3 64,3 4-72,-1-1 8,-10 0 0,12-8-32,-7 8 32,9-12-8,-2 5 0,-12 12 40,12-5-16,-3-8-24,-6 11 0,12-16 8,-2 4 0,-3 12-48,-8-11 48,9 14 16,-1-14-16,-3 4 0,4-4 48,0 8-32,-1-7 40,-8 10-32,9-13 0,-8 10-24,14-15 32,-6 6-56,-9 8 24,10-8 8,-2 9-24,-10-10 24,15 1-8,-1 3 24,-14-4-64,11 3 80,-10-1-48,9 10 24,-6-15-16,9-1 56,-1 5-72,-10 8 32,9-10-16,-10 2 8,10-1 16,-10 3 0,10-1-48,-10 0 56,8 8-16,-8-11-8,13 0-8,0-1 40,-12 12-56,10-12 0,-2 3 48,-8-1-16,10 0-16,4-4 40,-15 4-8,10 1 56,-8-1-56,8 1-24,-1 1-16,-10-1-88,12-1 32,-10 1 48,9-2 40,-1 1-16,-3-1-8,5-2 24,0 3-40,-14 1 16,14-1 24,-10 1-8,10-1 40,4-4-56,-6 4 0,-9 0-56,10 1 56,-1-1-32,-8 1 48,13-4-16,-1 1 48,-12 3-32,9-1 24,-8 1-40,8-2 32,0-1-32,5-3 8,-14 2-8,10 4 32,-3-3-56,-6-1 16,8 4 32,-1-5-48,-1 1 16,-6 0 24,8-2-16,-1 0 32,-2 0-32,3 0 48,2 0-8,-3 2 96,0-2-40,-1 2 0,-6-2-96,14 0 120,-4 0-168,-3 0 24,-10-4 32,12 4-40,-1-4 72,1 3-40,-5-1 64,7 2-96,-3-6 112,1 1-96,-1 1-16,2 1 32,3 2 56,-5 1-112,1 0 64,-1-5 8,0 1-24,3 1 40,2 2-32,-4-4 48,2 1-56,-1 1 0,0-1 32,1 0-48,2 2 24,0 1 40,-3-5-8,0 2 32,3 1-24,-1 3-32,0-3-8,2 2 56,-2-3-112,0 1 136,-1 3-56,1-4-24,0 0 16,1 3-16,0-1-40,-1-2 0,0 0 64,0 1-24,2-1-16,-1 4 16,1 0 88,-2-4-80,0 4 96,0 0-88,0-3-32,0-3 24,2 6-8,-1-4-72,-1 1 16,0-1 80,-2 4-48,-1-4 24,4 3 0,0-1 48,-3-2-72,2 4 56,1-4-8,-1 4 24,-2-3-24,2-1-64,0 4 72,-1-4-72,-1 4 24,0-3 32,-1-1-40,1 0-16,0 4 24,1 0 8,-1-3 0,0 3 40,-1 0 8,1-4 40,-1 4-96,-1-4 24,1 4-8,5 0 0,-6 0-80,1 0 56,-1-3-16,1 3 24,-10 0 8,14-2 8,-2 0 40,-2 2-64,-3-4 0,1 4 8,-8 0 0,11-3 16,3 3 48,-7 0-48,1 0 56,-9 0-80,10 0 40,-1-4-8,5 3-8,-13-2-40,10-1 0,-12 1-8,10 3 24,-10-4 16,13 4 8,1 0 48,-17-5-32,12 1 24,-10 4-72,3-4 0,8 1 32,7 3-24,-21-4-48,7 0 104,-1 1-40,-1 3-16,-1-4 8,13 3 16,-7-2-48,-3 3 16,-3-3 72,0-1-8,-1 0-72,6 4 40,6 0 24,-11-4-40,1 4 72,-1-3-24,-1-1-56,1 4 24,15 0 0,-18-4-104,2 4-8,-1-3 96,1-1-48,-2 0 40,11 3 24,-3-1 80,-8 2-112,-2-4-8,4 0 72,-3 4-16,3-3-16,14 3 16,-16-4 32,-2 0-48,2 4-32,0-3 48,-2-1-32,18 3 16,-13-2-48,-5 0-8,-3-1 24,3 0 8,-2 1 8,9 1 16,4 0 24,-11-2-32,0 4 32,-2-3-32,2-3 8,-3 3 0,24 2 0,-23-4 0,0 1-8,-2 1-8,3-1 16,-1 0-32,15 3 32,-6-2-8,-9 0-48,0-1 32,0 0 0,-2 4 8,8-2 16,12 1 16,-18 1-24,1-4-64,-1 0 48,-2 4 16,2 0-64,21 0 72,-18 0 48,-3 0-104,0 0 40,-1 0 32,-1 0-48,14 0 32,2 0 24,-12 0-80,0 0 104,0 0-56,-1 0-16,2 0 24,19 0 40,-20 0-96,-2 0 128,3 0-32,-1 0-16,0 0 24,17 0-48,-10 0-80,-7 0 32,0 0 32,2 0-16,-1 2 40,8 0-8,6-2 48,-11 0-40,-4 2 24,2-2-8,-1 2-24,1 1 40,19-2-40,-16 0-16,-2 3-16,-1-2 64,4 0-32,-1 3 32,9-4-32,-2 0 56,-7 3-112,0 1 16,1-1 8,-1 0 8,3 0 24,12-3 16,-15 1 8,3 2-16,-1-1-8,0 1 16,0-2-16,13-2 0,-10 3 8,-3-1-32,10 4 8,-14-3 40,14-1-16,-5-1-8,3 0 40,0 1-16,-10 4 88,12-3-72,-10 1 8,9 0-48,6-4 48,-7 1-136,-9 1 96,10 0-16,-11-2 0,12 2 16,-2-1-8,-4 0 24,5 1-24,-9-2 40,10 0-8,-3 0-32,-2 0 0,6 0 32,-2 0-48,-8 0 8,8 0-16,-9 0 40,10 0-32,4 0 16,-6-4 0,-9 4-64,10 0 16,1 0-8,-10 0-56,12-2 112,1 0-88,-6-1-72,3 3 8,-10-4-104,13 0-97,-3 1 353,5 3-408,-6-4-192,-1 4-16,1 0-176,3 0-160,-1-4-96,3 3 1048,0 2-1161,-1-5-55,2 4-8,0 0 104,0-3 247,3 3 873,-2 0-3968,-1 0 3968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6.20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3879 0 5225,'14'2'1192,"-8"-2"-136,4 1-1056,4 0 704,2 1-376,-1-1-176,0 1-120,-10 0-40,17 0 16,-16 0 16,18 1-8,-19 1 24,16 0 48,-7-1 0,-10-2-88,7 0 144,-6 1-24,16 0 8,-7-2 57,-8 2-49,6-1-136,-4 0 136,7 0-32,-10 1-96,16 0 8,-7 0 24,-8-2-40,-6 0 0,22 2 40,-6 0-40,-10-1-24,16 1 48,-5 0-16,-12-1-8,4 0 32,8 3 0,1 1-24,-1 1 16,-1-1 16,-3-1-40,-9-2 56,14 1 56,1 3-8,-1-1 16,0 1 24,1 1-24,-16-6-120,14 6 112,1 9-64,1-10 24,1 10-40,-2-10-16,-7 3-16,-1 0 72,12-1-56,0 12 40,0-6-24,0 1 16,-4-2-48,-16-11 16,20 14 8,-2 1 16,1 0 0,1 1-16,0 0-16,-16-12-8,8 9 24,6 5-56,-1 0 24,1 0 16,-2 2-8,-6-7 0,-5-8 24,11 15-16,2 4 0,-1-4 0,-1 2 16,0 0-8,-17-23-16,17 22 0,0 3-32,1-1 24,1 3 0,-4-2 16,-8-15-8,3 4 56,7 10-56,-1-1 24,1 4-24,-1-4 0,-3-4 0,-10-15 48,13 23-24,1-4 24,0 3-16,-1-1 8,-1 2 0,-12-22-40,7 15 40,4 7-32,1 0 16,-10 1 0,16 0 16,-19-10-40,0-6 80,17 16-8,-15 0 8,15 1-40,-14 1-8,16 4-32,-22-35 24,6 33-16,10 0-24,-10 0 8,10-1-8,-10 1-16,-1-23 32,6 11 24,-7 12-56,11 0 64,-12 0-8,12-3 0,-12-6-24,-2-15 56,4 22-64,1 0 32,-1 2-16,1 2 8,8-1-40,-12-31 24,-4 25-8,8 3-48,0 0 72,-1-1-16,1 1 8,-4-15-8,1-1 56,1 15-88,1-1 64,1-1-40,-3-1 0,1 0 8,-4-24 24,4 24-40,-1 3 16,1-3 16,0 1-24,-4-2 8,1-18 0,2 11-8,0 9-16,-3-3 56,4 5 8,-4-3 8,2-8-48,0-10 64,-2 19-24,0 1-24,0 0-8,0-1 8,0 0-16,0-27 0,0 23 16,-2 2-56,-2 0 24,2 3 0,-1-1 16,1-16 0,0 3 56,0 13-56,-2 0 32,1-1-24,-3 1-40,1-1 32,-1 3 0,1 1-16,-1 0 32,1 2-24,-1-1-16,5-26 24,-3 17-8,-4 7-16,1-1-8,-1 0 40,-6 1 0,12-15-8,0-3 32,-5 20 24,-8-3-40,9 2-8,-1-3 24,-7 1-32,13-29-8,-4 28 8,-12 1 40,12 1-56,-15-1 32,14-1 0,-1-18-16,-4 7-24,-4 11-8,9-1 56,-14 1 0,13 1-24,-5-11 0,6-8 40,-9 18-56,0-1-24,8 1 64,-13-1 0,5 1-8,13-24-16,-11 18 48,-2 5-96,1 1 88,-1-1-24,-2-1-8,10-13-8,0 0 40,-8 13-56,8-1 96,-14 1-64,7-2 8,6 0-16,-10 0-72,3 2 88,1 1-40,-1 1 56,-2-2-32,15-19-8,-3 13 0,-15 8 8,5-4 32,0 1-24,8 1-16,-5-11 0,6-8 24,-9 19-48,7 2 40,-12-5-16,13 3 40,-13-2 0,19-23-40,-6 18 8,-13 3-24,5 0 16,1 0 0,-1 1 24,9-14-24,-3 4 72,-5 9-88,-3 0 0,0-2 40,1 2-8,4-7-16,9-12 48,-13 16 0,1 5-112,0-6 64,-1 2 0,-1 1 0,14-18 0,-9 10 56,-6 6-72,3 3 16,1-4 16,-1 2 0,8 0 32,-16-3-8,9 1-16,-1 1-16,0-1-8,0 1 0,14-18-8,-7 20 8,-12-3-32,5 0 56,1-1 0,-1 1-8,0 3 8,1-1-88,-3 0 16,10-3 56,-14 1 8,5-2 48,9 1-8,-15 0-64,5-1 32,2 2 32,8-3-16,5-13-40,-16 13 48,3 1-40,0-8-8,-1 10 0,-1-3 0,10-11 0,-1-1 32,-6 16-16,-3-12-32,2 8 56,-1-10-48,3 10 8,11-13 8,-14 3 32,-1 10-64,1-10 48,-1 10-16,2-9-8,-1 1 32,8 8-72,-12-10 24,13 10 24,-12-10 24,14-1-32,3-2 80,-16 5-16,10 1-64,-10-1 16,12 8-16,-12-10-16,17-5 16,-3 8 24,-13 6-96,11-10 80,-10 2-8,9-1 24,-1 1-24,-1 3 81,3-7-130,-10 3 65,10 1-32,-1 1 0,-6-1 16,10-5 40,-3 7-15,-9 6-42,10-12 1,-3 4 24,-6-1-16,13-4 8,-4 4 49,-2 0-49,-8 1 8,10-1 8,-1 1 0,-1-2 24,-1-1 0,-6 3 0,10-3-8,-3 3 8,-1-3-40,8-2 8,-7 0 16,1 3-24,1-2 24,-1 0 8,1 1 48,3-2-80,-2 0 64,1 1-72,-1 0 24,2 0-16,0 0 56,1-1-56,0-1 88,-2 0-8,1 2-96,0-2 32,2 0 32,0 0 16,0 0-64,-2 0 96,2 0-32,0 0-40,0 0 40,0 0-64,0 0 112,0 0-88,4 0 24,-4-3 16,4 3 8,-4 0-72,0 0 72,3-4 8,1 0-64,-4 4-8,4-3 48,-1 3-32,-3 0-24,0 0 16,4-4-32,-4 4 8,4-4 32,-4 4 48,2 0-72,-1 0 88,-1-3-40,0 3-56,0-4-16,0 0 8,4 4 40,-4 0-24,0 0 16,4 0-64,-4 0 32,0-3 0,0-1 16,0 4 32,0 0-56,0 0-32,0-4 32,0 4 24,0 0 32,0-3 16,-2 3-24,0 0-48,0-4 0,2 4 24,-2 0-8,1 0-64,-1-4 72,0 4-24,-2-4 8,2 4 16,0 0 40,-1-3-48,-1 3-16,-1-4 24,1 0 0,-2 4 0,6 0-24,-5-3 24,-1 3-72,-1 0 40,0-4 40,-8 4 0,13-1-8,-2-2 16,-3 3-80,-8-3 56,10-1 8,-10 4 24,10 0-24,3 0 48,-17 0-64,14 0-24,-13 0 48,10-4 8,-12 4 0,17 0-16,-9 0 0,-4 0-88,-1 0 56,1 0 24,1 0 24,5 0-16,1 0 56,-7 0-56,-2 0-80,-3 0 8,3 0 40,0 0 32,16 0-32,-20-3 56,0 3-24,0 0-32,-1-4 24,0 4 24,-1-5 0,2 1-40,-2 0-8,-2 0 0,0 1 40,9 0-8,8 2 56,-18 1-48,-3-4-32,3 1-16,-3-1-24,1 0 56,28 4 8,-27-3-24,-2-1-32,1 0 80,-1 1-24,-1-1 8,18 2-8,-3 0 56,-14-1-104,-1 3-16,0-4 72,-1 4-32,10 0 24,11 0 0,-22-6 16,0 3-104,-2-1 104,0 0-8,0 4-16,-1-3 56,1 3-168,0-4 80,0 4 24,2 0 0,12 0 16,7 0 64,-21 0-24,0-4-64,0 4 8,-2 0 32,4 0-16,31 0 8,-33 0 16,-2 0-40,3 0 32,-1 0-32,-2 0 32,26 0-16,-15 0 40,-9 0-104,0 0 40,0 0 24,2 0-8,7 0 8,17 0 48,-24 0-24,0 0-80,0 0 64,0 0-8,1 0-8,30 0 8,-27 0 64,-4 0-128,2 2 80,-2 2 0,2 0-16,14-3 0,0-1 72,-14 2-64,0 2-40,-2 0 24,3-3 8,5 1 0,21-2 8,-25 2 24,-1 2-16,3 0-8,-1-1 16,0 3 16,21-5-40,-13 1 24,-10 2-56,3 0 24,-3-1 8,1 3 32,11-4-32,8 0 80,-17-1-56,-1 5-24,2-2 0,-1-1-24,-3 1 16,29-4 8,-27 0 8,-1 2-80,-1 0 128,3-2-64,-1 0 16,0 2 64,3-2-152,-3 0 56,1 0 8,1 0-16,6 0 32,16 0 48,-18-4-80,-2 4-152,4 0 48,-1-4-112,1 0-40,17 3 288,-12-3-321,-4 0-279,3 1-80,-1 3-136,1-4-184,7 4 1000,3 0-1056,-9-4-169,8 1-127,-10 3-24,12 0 167,-9 0 1209,13 0-1640,-2 1-1368,3-1 3008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34.88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244 1 4000,'0'0'288,"0"0"-288,0 0 441,-2 0 23,2 0 128,0 0-64,0 0-72,0 0-456,0 0 416,0 0-88,0 0-8,-2 0 64,2 0 0,-2 0 24,2 0-408,0 0 433,-2 0-1,0 2 32,0-2 0,1 2 24,-1-1-488,2-1 504,-2 2-32,0 0 16,0 2-32,-1-1-16,-1 1 1,0 2-73,1-1-16,-3 1-8,1 8-56,-1-10-24,-1 3 8,1 10-64,-1-12 64,-1 16-32,-6-16-64,8 15-8,6-18-168,-7 4 88,-1 14-24,-6-5 0,8-1-24,-1 1 16,0-8-56,-1 1 88,5 7-56,-3-1 72,0-6-96,-1 12-24,2-4 48,-3-1-112,3 2 72,-1-12-32,1 15-80,-1-5-40,5-13 160,-3 3-288,0 16-112,-1-16-104,3 10-128,-2-10-184,3 6 816,0-5-985,-1 0-183,0 10-128,1-10-48,1 1 71,-2 8 89,2-15 1184,0 3-1112,0 3 160,0-1 239,0 3 241,0-3-696,1-3 1168,1 0-2880,-2-2 2880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48.88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900 26 5313,'4'0'56,"-4"0"0,0 0-8,0 0 24,0 0 8,3 0-8,-3 0 24,0-3-8,4 3 8,-4 0-96,0 0 128,0-4-16,0 4 56,0-4-32,0 4-8,4 0 24,-4 0-152,0 0 112,0-3 48,3 3 32,-3-4 40,4 4-8,-4-2-224,0 0 272,4 2-24,-4 0 8,0 0-40,0 0-16,0-3-200,0 3 232,3 0-48,-3 0 89,4 0-17,-4 0-24,0 0 24,0 0-256,0 0 232,0 0-48,4 0 32,-4 0-32,3 0-24,-3 0-160,0 0 216,4 0-48,-4 0 24,0 0-8,0 0-8,0 1-8,4 1-48,-4-2-24,3 2 16,-3 0 8,4 0 16,-4 0 56,4 1-72,0-1 80,-4 2-56,3 1-24,-3 0-120,0-4 120,4 14-80,0-12 129,-4 5-73,3 6-16,-3-8 0,0-2-80,0 10 0,4-8 24,-4 10 32,0-8 8,4 10 32,-4-9-96,0-3 120,0 1-24,3 13 24,-3-12-72,4 12 8,0-13 8,-4-7-64,0 21 16,0-14 0,3 13 56,-3-5-48,0-8 0,2 1-24,0 4 96,2 3-104,-4 0 16,3-8 72,1 13-32,-4-14-48,0-4 64,4 18 24,-4-13-48,3 12-32,-3-12 8,4 15 24,-3-18-40,2 9 0,-3-6-32,3 15 48,-3-14-8,0 12 16,2-12-24,0 0 64,-2 7-40,4-8 120,-1 17-160,-3-7 48,0-2-32,0-14 8,4 18-120,-4-12 160,0 15-24,0-7-8,0 0 0,0-1-16,0-6-40,0 14 48,0-8-8,0 1 32,0-5-32,0-5 64,0 2-32,0 13 0,0-5-32,-2 0 8,0 1 40,2-15-48,-1 6 0,-1 11-48,0-11 64,2 14-56,-2-14 80,1 2-40,0 2 72,-1 6-80,1-2 96,-3 1-96,0 1 32,2-3 32,-1-6-120,1 12 224,-2-5-168,0-1-8,1 3 72,2-14-56,-2 10-152,-1 6 96,1-1 64,-1-1-16,0-1 16,-1-1 64,1 3-72,1 1 32,-1 1 0,-2-2-24,3-1-8,3-17 32,-4 17-56,0-1-48,2 1 64,-3-1-16,1-1 8,2-9 16,-1 3 80,-3 7-96,3 1 120,-1-1-96,2 1-24,-1-6 16,2-7 40,-4 12-120,1 1 96,-1-1 8,1 1-8,0-1 16,4-13-32,-3 9-8,-1 3 0,-2-1-8,3 1 0,-1 2 40,2-9-24,0 0 48,-3 7-16,-1 1 48,1 1-88,1 0-8,-1-3 16,5-12 32,-6 18-96,2-1 88,-1 1-16,-1 0-24,1 0 16,3-14 0,-2 7-8,-1 5-32,-1-1 24,1 1 0,-1 1 0,3-7 16,1-6 48,-4 14-40,1-1-56,-1-3 56,-1 1-8,1-1-16,6-16 16,-7 15 80,2 0-96,-3 1 8,3-9 32,-3 14 0,6-15-24,-1 2 32,-3 0-32,-1 14 176,0-7-192,-1-1-16,2-2 32,5-9 16,-7 4-160,1 14 208,0-14-48,-1 11-8,1-10-8,5-4 0,-3 12-16,-3 0-8,1 3 32,-8-3 8,10 1-40,0-8 24,2-3 48,-11 1-40,8 15 48,-1-7-48,-8 1 24,10 1-32,5-15 8,-8 14-48,-6 1 32,8-1 8,-9-8-8,10 10 16,2-15-8,-2 1 24,-9 17-32,8-7 56,1-6-24,-10 10-8,12-14-16,2-2 64,-4 12-40,-10-6 24,10 10-40,-3-11-24,-8 12 8,15-18 8,-2 5-32,-4 13 32,-8-14 32,11 14-16,-10-14 16,12 3-32,0-1 32,-6 0-16,1 10 96,0-12-96,-1 12 8,2-12-24,5-5 0,-6 19-64,1-5 88,-1-8 0,1 12 16,1-12-32,3-2-8,-4 6 8,1-2-24,-2 8 56,1-10-16,1 10 24,-3-10 16,3 9-80,-3-10 48,1 10-32,0-10-16,-1 14 56,7-18-40,-5 5 24,-9 13-32,10-14 24,-3 12-8,-6-12-8,11 2 0,0 1 24,-4-3-16,-8 3 48,10-1-48,-3 0 0,2 0-8,5-6 32,-7 4-56,-6 1 144,10-1-80,-3 1-48,-1-1-16,7-3 24,-5 2-112,-1 1 32,-1-1-16,3 2 48,-1-5-40,3 0 88,1 0-48,-4 3-24,3 0-8,-1-3-72,2 3-64,-1-2 216,2-2-264,-2 2-96,1 0-32,0-1-32,0-1-40,0 0-72,2 0 536,-2 0-585,2 0-95,-1 0-96,1 0-112,-2 0-88,2-2 976,0 1-1032,0-3-185,0 0 121,0-1 200,5-1-3481,-5 6 4377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10.27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238 4 5353,'0'-4'576,"4"4"64,-4 0-144,3 0-496,-2 0 416,-1 0-72,0 0-64,3 0 48,-3 0 32,0 0 16,0 0-376,0 0 417,0 0-17,0 0-40,0 0 32,0 2 0,0-1-392,0 0 400,-2 1-24,1 0-64,-1 1-24,0-1-32,0 4-8,2-6-248,-2 1 248,-2 5-48,-1 0 24,-1-1-24,1 1-23,3-1-177,-2 4 200,-1-5-96,-1 3-8,-8 10 16,10-12-40,-2 8-72,5-9 128,-7 3-24,1 8-56,0-9 24,1 12-24,-1-13-8,5-1-40,-4 13 80,-1-10-88,0 10 32,-1-12 8,1 13 0,4-15-32,0 0 72,-4 15-56,0-10-32,1 10 0,-1-11 32,2 9-16,4-15-24,-4 6 8,-1 12-88,1-14-24,-1 12-48,1-10-56,1 10-8,-1-10-137,1 10-63,2-12-48,-2 10-104,3-13 592,1 0-632,-4 5-112,0 0-192,2-1-65,-1-1-127,1 3-40,2-8 1168,-2 5-1000,2 3 168,0 6-3297,0-14 4129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11.5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444 9 5009,'0'0'352,"0"0"64,0 2-40,0 0-48,0 0-32,0-2-32,0 0-16,0 0-248,0 0 240,0 0-48,0 0 40,0 0 32,0 0-48,0 0-1360,0 0 2600,0 0-1216,0 0 32,-2 0-15,2 0-41,-1 0-216,0 0 248,0 0-64,-1 0 72,-2 0 0,0-4-32,1 4 24,2 0-248,-4 0 184,2 0-32,-1-3 16,-2-1-24,3 4 16,-1 0-160,2 0 184,-3 0-16,-1 0-96,-1 0 56,-8 0-24,10 0-104,5 0 96,-6 0 24,-9 0-24,10 0-16,-3 0-24,-8 0 16,14 0-72,-2 0 32,-3-4-24,-10 4 72,12 0-32,-12 0-16,13 0-32,3 0 56,-17 0-80,10 0 72,-8 0-32,8 0 8,-8 2 8,15-2-32,-6 0-32,-9 2 0,8 0 8,-10-2 8,13 0 40,-5 1-24,1 0 24,4-1 24,-12 1-72,12 3-32,-10-2-48,10 0 104,4-2-192,-13 0-96,8 2-120,1-1-136,-3-1-192,3 0-168,3 0 904,-4 0-1137,-1 0-191,2 0 32,1 0 256,2 0-3417,2 0 4457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30.91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497 576 4857,'-1'2'1456,"-1"0"328,0 0-87,1 0-1697,0 0 1360,1 1-392,-2 3-288,0-4-168,1 1-88,-1 0-424,2-2 377,-2 3 7,0-2-8,-2-1-24,-1 1 8,-1 0-48,5-1-312,-3 4 248,-2-4-120,1 3-16,-3-2 24,1 0 8,-2-1-144,3 0 200,1-1-24,-10 1-64,10-1 8,-12 2-8,12-2-24,4 0-88,-15 2 104,11 0-72,-12 0 16,10-2-8,-12 0 0,16 0-40,-1 2 88,-15-2-40,5 1-16,6 1 16,-10-2-16,12 2-32,5-2 16,-18 2 40,14-2-24,-14 2-56,12 0 40,-11-1-48,16 0 32,-4 0-24,-10 1 24,8 0 8,-6 0 8,8 0 0,-2-1-16,1 0 24,2-1-32,-12 1-56,12-1 24,-2 2 0,0-2 40,6 0-80,-14 0 80,12 0-96,-3 2-96,1-2-160,-1 0-200,5 0 552,-3 0-688,0 0-144,2 0-16,-1 0-49,1 0 25,0 0 872,2 0-864,0-4-8,0 4 72,-2-3-1,2 3-63,0-4-56,0 4 920,0 0-1032,0-4-40,4 4 223,1-3 281,1-1 232,0 4 336,2 0-144,-4-4-3256,-4 4 3400</inkml:trace>
  <inkml:trace contextRef="#ctx0" brushRef="#br0" timeOffset="352">909 1 8593,'0'5'3025,"0"10"-272,4-8-1089,0 12-704,-1-4-408,1-1-296,-3-9-256,2 5 264,-3 8-72,3 1 72,-3 1 97,4 2 7,-4-7-368,0-8 392,0 15-64,0 2-72,0 2-24,0 1-32,0 3-40,0-29-160,0 29 168,-2 1-96,2-1 64,-2-3 0,2 3-56,0-16-80,0 3 144,-1 12-80,-1 1-56,0 1 32,0-3 16,2-5-56,0-19 48,0 26-24,0-5-8,0 3 16,0-2-24,0 0 32,0-21-40,0 13 32,0 6-112,0-3 16,0-1 16,0-2-40,0-6 88,0-5-56,0 9-104,0 3-104,0-3-80,0-1-144,-2-8-80,2-7 568,-2 17-768,1-12-265,-1 3-239,0-3-312,2 1-217,-1-5 1801,0 1-1896,1 2-56,-2-2 127,2 0 217,0-2 448,0 0 1160,0 0-729,0 0-3399,0 0 4128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43.91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144 611 3728,'0'0'496,"0"0"97,-2 0 7,2 0 8,0 0-608,0 0 608,-1 0-64,1 0 0,0 0-24,0 0-32,0 0-488,0 0 488,0 0-71,0 0-25,0 0-40,0 0-16,0-3 8,0-1-16,0 0 16,0 1-16,0 3-16,0-4 16,0 3-328,0-2 320,0 0-56,3-1 32,-3 0-40,0 1 9,3-1-265,-2 2 280,-1-2-48,4 1 24,-1-1-56,1-1 16,0 1 0,-4 4-216,3-6 192,1 1-8,0-1 24,-1 1 8,1-1-40,-2 4-176,2-1 248,-1-3-64,1-8 24,1 14 32,1-6-48,-2 2-192,-3 2 200,14-1-16,-11-3 8,1 1-32,1 1 16,9-1 24,-15 4-200,3-2 137,12-1 7,-11 1-24,1 3-24,10-4 16,-13 4-112,0 0 144,12 0-8,-10 0-32,11 0-8,-12 0 24,3 0-120,-6 0 88,16 0 16,-10 0-72,9 2 32,-12 0 0,12-1-32,-14 1-32,2 0 80,11 4-104,-10-1 24,11 2 32,-11 1 40,0-3-72,-3-3 80,5 6-16,-1 6-56,1-8-16,-1 1 0,1 8 0,-6-14 8,5 3 24,1 11-72,-3-9 64,1 10-32,0-9-16,-4 3 32,0-1 24,3 6-40,-3 1 16,0-1-24,0-8 48,0 11-24,0-16-24,0 6 0,0 14 32,-1-6-64,-1 1 64,-2-1-40,2-11 32,-2 7-32,-1 5-8,-1-1 16,1 1 40,-2-3-8,2-3-8,2-5 40,-4 9-56,0 5-8,-10-5 8,11 1-16,-10 1 32,15-16 0,-4 5-16,-13 16-32,12-7 32,-10-8 16,9 12-8,-1-16 8,-1 1 56,2 12-88,-12-10 8,12 11 8,-13-10-8,8 5 24,9-9 40,-4 4-8,-12 8-8,5-10-16,6 3-8,-12-1-16,17-6 16,-9 3 8,-2 2-80,6-1 24,-10 1 8,12-4 0,-5 0 40,4-1 32,1 1-24,-8 0-8,8-2 0,-1 0 8,-8 0-8,15 0-8,-4 0 0,-1 0-56,-2-4 32,-8 1 24,11-1-32,2 2 40,-1-1 24,-3-3-80,2 2 16,1 1 56,1-3-32,-1 2 16,2 3 24,-2-16-8,1 13-16,0 1-8,2-3 8,0 1-16,0 4 16,0-4-8,0 0-40,0-1 96,0 1-88,4-1 72,-3-1-32,1-1 48,-2 5-64,6-3 104,-3 1-120,3-1 32,-1 1 0,-5 5-16,6-15-32,9 15 112,-15-6-40,5 1-24,10-1 24,-14 5-24,2-3-32,2 0 8,10 1 24,-12-1 32,12 0-24,-12 2-8,-2 1 32,14-3 0,-12 4-80,12 0 40,-11-4 24,10 0 0,-13 4-16,2-3 40,14 3-80,-12 0 32,10 0 8,-12 0 0,5 1 0,1 0 56,-3 0-72,10 1 32,-10 0-16,12 0-8,-13 3 8,-4-4 24,15 2-64,-12-1 72,12 4-48,-10-1 24,9 1 8,-14-5-16,3 3-24,11 2-32,-12-1 16,3 1-16,9-1 8,-15 3 32,5-1-64,1 9 24,-1-10-80,10-1-16,-15 3 152,0-8-168,4 7-32,1 8-24,-1-10 23,-1 10 33,1-9-24,2 8 32,-3-8-64,3 10 8,-2-10 8,-1 9-8,1-11 216,-2-3-192,1 14-72,1-10-48,0 3-16,-1 6 0,3-10-56,-5-3 384,2 4-400,0 2-120,1-1-17,-4-1-47,4-1-56,-2-1 640,-1-1-648,-1 4-136,4-1-128,0-3-80,-4 2-113,3-3 1105,-3 0-1160,0 0 48,4-1-8,0 2 287,-1-2-3223,-3 0 4056</inkml:trace>
  <inkml:trace contextRef="#ctx0" brushRef="#br0" timeOffset="1832">975 80 2960,'0'2'1312,"0"0"-367,0-1 47,0-1-72,4 0-152,-4 0-184,1 0-584,2 0 464,0 0-120,-3 0-31,0 0-17,0 0-40,0 0-256,0 0 264,0 0-56,0 0-48,0 0 16,0-3-8,0 3 0,0 0-168,0-4 200,0 0-32,0 1-8,-1 3 56,-1-4-32,1 3-184,0-2 216,1 3-40,-2-5 64,0 1-16,0 1 0,1 3-224,1 0 264,-2-4-72,0 0-16,0 0 33,0 1-17,0-3 8,2 6-200,-3-3 216,1-1-72,0 0 16,-2 4-16,1-3 0,-1-1-32,0 0-8,1 4-8,-1 0-40,-2 0 24,1-3-80,5 3 40,-4-4-24,-1 4 32,1 0-24,0 0 16,-1 0 8,3 0-48,-2 0 40,-1 0-56,-1 0 40,1 2-24,-1 0-16,2-1 16,3-1 48,-5 2-24,-1 0 0,1 2-8,-1 1 8,0 1 24,6-6-48,-6 7 40,-7 0-56,12 1 24,-4-3-40,-8 10 24,13-13 8,0 0 40,-5 5-24,1 8 32,-1-12-32,1 5-16,0 4 0,4-9 8,-4-2-40,-1 7 128,1-1-32,3 0 0,-4 1 16,6-5-80,-2 9-24,-1-9 24,1 5 8,0 6 16,0-8 16,1-3-40,0-1 72,1 13-40,0-9 8,0 1 16,0 0 8,4 1 24,-4-8-88,0 3 72,4 3-72,1 1 72,1-1-32,-3 8-8,0-13-32,0 0 80,2 7-120,10-3 64,-11 1 0,1-1-16,7 1-8,-9-5 64,3 5-64,8 1 16,-10-1 0,11-4-16,-12 1-16,1-2 16,9 0-56,-9 1-8,12 2 8,-12-2 8,12 1 16,-14-2 32,0 0-40,13 1-16,-12 0 0,3 0-32,12-2 8,-14 0 80,-4 0-120,6 0-24,8 0-16,-10-4 16,0 4-24,10 0-40,-14-1 208,0-2-224,6 3-104,-1-3-32,1 3-32,-1-4-96,-2 4 488,-2 0-529,3-4-95,-1 4-136,1-3-32,0 3-40,-1 0-88,-2 0 920,2-4-945,1 4-103,-1 0 16,3-4 48,-2 4 48,-4 0 936,0 0-673,3-4 153,1 4-2976,-4 0 3496</inkml:trace>
  <inkml:trace contextRef="#ctx0" brushRef="#br0" timeOffset="2371">1192 115 5705,'0'0'1696,"0"0"-1696,0 0 1648,4 2-495,2 0-401,-1-1-256,10 1-168,-11-2-40,-1 0-32,3 4 80,-1-2-40,-1-2-24,1 0-8,-3 0-264,2 0 152,1 0-40,1 0 0,-2 0-8,1 0-23,-1-3-81,-2 2 120,3 1-16,1 0-56,-1 0 8,1 0-32,-1 0 0,-5 0-24,6 0 16,-1-4-48,10 4 80,-11 0-40,-1 0-16,0 0 8,0 0 40,2 0-136,1 0 40,-1 0-8,-1 0-40,-1 0 104,-2 0-112,2 0-81,1 0-55,0 0-56,0 0-48,-1 0-80,-2 0 432,2 0-488,1 0-56,-4 0 0,3 0-32,-3 0-32,0 0-9,4 0-71,-4 0-24,0 0-64,4 0 0,-4 0 776,0 0-752,0 0 8,3 0 111,-3 2 161,0-2 152,0 0-2960,0 0 3280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46.88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 0 6345,'0'0'2024,"0"2"-207,4 2-673,-1 1-456,-3-5-688,0 6 352,4-1-128,0 1-32,-1-1 48,1 1 48,-4-4-288,0 1 352,0 5-32,0 6 17,0-8-73,0 1-64,0 4-200,0-7 192,-2 2-80,0-1 16,2 13-8,-1-12 24,-1 11-40,2-15-104,-2 10 128,2-4-80,-2 10 48,0-11-24,0 12 8,2-15-80,-1-1 136,-1 15-128,0 1 80,2-4-88,0-8 8,-2 12-8,2-16 24,0 1-48,0 18 88,-2-15-8,2 10-24,0-1-40,0-15 8,0 2-72,0 13-72,0-8-32,0 6-24,0-8-96,0 3 296,0-3-352,0-3-136,0 5-177,0-1-135,0 8-216,0-12 1016,0-3-1136,0 6-160,0 1-129,0 1 41,0-3 16,4 1 263,-2-3 1105,0 1-1280,1 2-1904,-3-6 3184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48.26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283 775 4793,'0'0'1656,"0"0"-216,0 0-1440,0 0 1008,0 0-431,0 0-265,0-4-152,0 4-24,0-3 8,-2-1 24,1 4 32,-1-4-32,-2 1 56,1-1-224,2 4 184,-2-4 24,-3 4 40,1-3-24,-1-1 32,2 0-40,3 3-216,-3-1 216,-2-2-48,1 4 40,-1 0 32,1 0 8,0 0-248,3 0 296,-6 0-40,3 0-47,-10 0-1,11 0 16,-1 0-32,4 0-192,-6 0 216,0 2-64,-8 0-16,12 1 8,-5 3-16,5-5-128,-1 1 168,-3 4-48,-8 0 40,11-1-16,-1 2 0,-1-2-144,4-4 224,-3 6-64,-3 8 8,1-13-8,0 5-40,-1 8 80,7-14-200,-3 2 160,-2 4-40,1 8 16,-1-10-64,1 3 8,1 6 32,0-8-16,1 12-40,-1-12-8,2 10 8,0-10-56,2-6 24,-1 14 32,-1-8-40,0 9 8,0-10 16,2 10 0,0-12-40,0 1 56,0 13-64,0-12 40,0 3-16,4 8 0,-2-12-16,-1-2 72,3 12-56,2-8-8,-1-1-40,1 12-24,8-13-48,-13-3 104,2 5-120,3 0-64,10 1 8,-12 0 8,10 1-8,-11-5 176,0 1-168,15 3-72,-12-1-16,10-1-88,-10 1 24,12-1 320,-16-5-352,4 4-16,14 2 16,-15-1-56,18-1 0,-18-2-33,2-2 441,8 1-512,-9 1-80,14 0-56,-5 0-8,-10 0-40,10-1 696,-8 0-696,-1 1-32,16-2-81,-8 0 17,-8 0 16,16 0 24,-21 0 752,4 0-736,15 0-32,-15 0 55,17-4 177,-16 4 112,5-2 424,2 0-3160,-13 2 3160</inkml:trace>
  <inkml:trace contextRef="#ctx0" brushRef="#br0" timeOffset="2018">732 860 6897,'0'0'1688,"0"0"-543,0 2-513,0-2-632,0 0 360,0 0-216,0 0-72,0 0-8,0 0 32,0 0-832,0 0 1608,0 0-680,-2 0 8,-2 1 16,1 1 16,-3-2-48,5 1-184,-1 0 168,-2 1-88,-2-2 8,1 2 0,-1 0 16,3-1-104,1-1 128,-6 4-32,1 2-8,2-1-32,-1 1 8,-1 1 0,7-7-64,-6 5 48,1 1-48,-1 1 48,1 8-40,-1-9 56,1 1 32,-1 8-96,1-10 24,-1 12-40,1-12 72,2 6-56,2-7 56,-3 1 0,0 12-8,1-10-24,-1 10 40,2-10 8,2-4-72,-2 13 104,1-11-79,1 12 47,0-12 0,0 10-32,0-12-40,0-1 96,0 6-8,3-1-48,1 1 56,0-1-64,-1 0-32,-3-7 56,4 8 48,0-3-40,-1 1 64,3-3-24,-1 1-24,0-3-80,5 0 72,-6 1-48,-1-2-48,3 0 24,-1 0-16,6 0 16,-7 0 16,0 0-40,11-4-72,-12-2 48,14 1-16,-13-10 24,-4 14 40,16-1 8,-10-13-80,8 11 8,-8-11 40,10 10-16,-14-3 40,0-1 8,4 4-48,8-14-56,-14 16 8,6-14-16,-3 13 104,-3 3-72,6-16 0,-2 12-40,-1-14-41,-3 14-7,4-14-16,0 14-32,-4-15-40,3 14-48,-3-12-40,4 12-72,-4-5 408,0 4-472,0 1-88,0-8-56,-2 8-56,-1-12-17,1 12 689,2 6-688,-4-16-32,0 10-40,1-9 24,-3 12-24,1-3 24,3 1 736,-2-5-593,0 7 129,-1-1 168,-1-1-3112,6 5 3408</inkml:trace>
  <inkml:trace contextRef="#ctx0" brushRef="#br0" timeOffset="2019">954 727 6065,'0'4'1392,"6"0"-336,-1 1-384,1 2-271,-1 1-177,-1 7 0,0-12-64,0 12-24,-1-10 24,1 1-16,-1 8-144,-2-13 176,-1 2 8,0 5-16,3 6 8,-3-8-16,0 1-16,0-5-144,0 4 176,4 8-80,-4-8 48,0 9 24,0-10 0,2 5-168,0-5 256,-2 0-56,0 3 16,0 6 16,3-8 0,-3 1 0,0-6-232,4 6 240,-4 7-95,0-10 47,0 2 0,4-1-16,-4-2-176,0 1 208,3 2-64,-3-1 16,0-1-16,0-2 0,0 0-144,0-2 136,4 2-32,-4-1 8,0 1-24,4-2-48,-4 0 16,0 0-56,3 0 56,-3 0-64,4 0 48,0-3-56,-1-1 32,0 2-16,-2 0 80,3-3-32,-1-1 16,1 1-72,0-1 32,-1-8-24,-3 14-8,6-4 16,-1-11-24,1 11 8,-2-10 8,1 10 8,-3-1-8,2-5 48,10 5-96,-14-12 32,6 14 32,9-14-16,-13 14 0,-1 2 48,5-13-16,-1 10-32,1-2-8,-1-10 24,1 12 0,-5 4-16,13-5-24,-11-1-24,1 1 32,1-10-16,1 15 8,-2-6 32,1 1-40,-1 5 0,0-4 16,-1 1 32,1 3-16,-4 0-48,4-6 24,-1 6-32,1 0 16,-4 0 48,4 0 0,-3 1-8,1 0 0,2 1-64,0 3 0,-4 1 24,3-1 8,0-1 32,-2-2 0,3 0-8,-4 3-40,3 3 64,-3 6-8,4-8 8,-4-6-16,0 7 16,4 10-104,-4-12 64,0 12 8,0-12 24,1 2-8,1 3 72,-2-3-64,0 8 16,0-10-40,0 14 16,0-15 0,0-3 24,0 18-56,0-14 64,4 3-40,-4 6-8,0-12 48,0-1-32,0 4 0,0 0-8,0-3 24,0 2 0,0-1 16,2-2-32,0 0 72,-2-1-48,3 2-48,-3-2 8,4 0 24,-1 0-8,-2 0 8,-1-4 24,3 4-64,1-5 24,0-1 24,-1 1 16,1-1 16,0 1-88,1-10-8,-1 11 16,2-1 24,-2-8 8,-3 9 24,5 1 16,-1-16-40,1 16-48,-1-14 48,1 13-48,-4 4 48,10-5 16,-8-14 0,2 14-32,-1-12 32,1 12-48,-3-4 32,-1 1 0,13 5 16,-15-3-16,15-9 0,-15 12-24,5-13 24,-5 15-40,6-3 32,-1-1-32,1 1 64,-1-1-16,1-1-56,-5 2 48,3-6 32,2 10-112,-1-4 40,1 4 64,-1 0-72,-2 0 48,-2 0 16,4 0-48,-1 0-48,-4 0 96,4 0-16,-1 0-24,-2 0 24,2 2 0,1 3-112,-4-1 88,0 1 24,3 1 8,-3 1-8,0 1 56,4-3-72,-4 1 24,4 10-24,-1-10 0,-3 9 16,0-12-8,4 12 0,-4-8 0,0 13 8,0-5 8,0 0-16,0-12 8,0 9 16,0 2-48,0 1 8,0 2 48,0-3 0,0-5-24,0-3 80,0 9-32,0-1-88,0 1 16,0-8-32,0 11 56,0-17-128,0 4-40,4 12-152,-4-12-80,4 3-81,-4 6-119,1-12 600,1 2-704,-2 1-136,4 1-32,1 0 0,-1-5-49,-1 2 921,-2-2-928,4 1-80,-1 0-48,0-2 56,1 0 159,1 0 265,-6-1 576,5-2-3760,-5 3 3760</inkml:trace>
  <inkml:trace contextRef="#ctx0" brushRef="#br0" timeOffset="2020">1756 1 8817,'0'5'1873,"0"1"-969,0-1-456,4-1-248,-1-2-128,-3 2-72,0 3 24,4 0 48,-4 1 40,0-4-112,0-1 184,0 3 8,0-1-48,0 10 48,0-10-56,-2 3-16,2-8-120,-2 14 128,1-8-64,-1 9 56,0-8 16,0 13 9,1-13-145,0 3 200,-2 6-40,-1 1 48,0 3-24,1 0-48,-2-3-136,4-13 160,-3 19-80,1 5 32,-3-2-16,4 3-16,-1 1-16,2-25-64,-2 17 48,-1 8-32,1 3 0,-1-2 80,2 2 8,1-13-104,0-7 152,1 20 32,0 2-40,0-2-24,0-3 32,0-1-152,0-29 104,0 28 16,0-4-32,4 1-32,0-4 32,-4-1-16,1-12-72,1 6 88,2 2-48,-4 5-24,4-5-8,-4-1 48,3-9-56,-3-5 80,4 16-40,0-13 8,-1 3-32,-3 0-16,4-1 24,-3-5-24,2 3 8,0 0-48,1-2 24,0 0 0,-1-2 8,-1 0 8,0 0 8,2 0-48,-1 0 48,3-6-48,0 1 16,-1 0 24,-5 4 0,6-4-40,8-10 40,-14 11 0,6-11 16,10 12-40,-12-12-8,2 10-40,-1-10 24,10 9 40,-12-10 8,0 12 0,-2 2 32,5-14-24,8 12-56,-10-11 24,2 12-8,-1-12 8,-5 14 24,15-2 8,-12-11-88,3 10 40,-1 0-8,1 1 0,-4 0 48,2 0 40,1-1-80,1 4 48,-3 0-16,3 0-16,-2 0 24,-3 0 16,5 0-32,-3 2 40,3 0-16,-2 2-8,1 1-32,-4-4 32,4 4-56,-2 0-8,1 10 32,2-10 32,-3 10-8,-1-12 8,0 0 8,2 13-48,-1-10-16,-3 14 16,4-13 16,-4 12 24,0-19-8,0 7-8,0 10-40,4-10 16,-4 10 16,0-12 24,0 0 0,0 5 8,-2-5-40,0 10-24,-2-9 40,-1 1 32,1-2-16,2-3 40,-3 6-16,-3-3 0,-6 1-56,8-1 0,-9 1 24,10-1-24,-12 1 0,12-3 40,-12-1-16,10 2 16,-2-3-8,1 0 56,1 1-64,-10 1-16,10-1 16,-11-2-32,11 0 40,6 0-16,-15 0-24,8 0-144,-8 0-64,10 0-152,-1-5-120,3 3 520,-7 0-560,8-2-161,-5 1-7,1-3-32,1 0-64,3 3 824,1 1-792,-2-4-64,1-8-65,1 14-7,-2-6 24,2 1 8,2 4 896,0-13-832,0 10 135,0-1 193,0-12 176,0 14-3256,0 3 3584</inkml:trace>
  <inkml:trace contextRef="#ctx0" brushRef="#br0" timeOffset="2021">2177 784 7585,'4'6'1913,"0"-1"-585,1 1-648,-1-3-680,-2-1 368,1 4-176,1-1-128,0 3-24,-1-1 8,1 0 8,-4-6-56,0 6 120,4 0-40,-4-1 24,0 8 8,0-10-48,1-2-64,1 2 72,-2 10-48,0-10 0,0 1-16,0 12-56,0-13 48,0-2-88,0 12-48,0-8-8,0 8-40,0-8-48,0 9-120,0-14 352,0 3-456,0 4-136,0-1-96,0 8-105,0-14-103,0 3 896,0-2-912,4 4-48,-4-1 0,4 1 183,-1-3 209,1-1 568,-4-2-4088,0 0 4088</inkml:trace>
  <inkml:trace contextRef="#ctx0" brushRef="#br0" timeOffset="2022">2300 479 8553,'-1'0'1337,"-1"-4"-697,0 1-320,0-1-128,0 4-88,-1 0 24,-3 0 40,1 0 72,-3-4 80,7 4-320,-5 0 288,-11-3-40,12 3-64,-10 0-48,8-4-72,-2 4-64,3 0 48,0 0-8,-8 0-40,8 0 16,-1 0-8,-9 0-8,15 0-16,-2-4-48,-3 1-128,-1 3-104,1 0-176,1 0-224,-1 0-136,1 0-272,-1 0-145,4-4-87,1 4 8,-1-3 1328,2 2-985,0-2-3439,0 3 4424</inkml:trace>
  <inkml:trace contextRef="#ctx0" brushRef="#br0" timeOffset="2533">2484 692 6321,'0'0'1976,"0"2"-207,0 1-1769,0 0 1208,4 2-472,-4 1-208,4-1-168,-1 3-88,-3-2-272,0-5 320,0 14-40,0-10 33,0 10 47,0-10-80,0 3 32,0-5-312,0 8 264,0-5-96,-1 12 40,-1-10-40,-2 12 24,2-10-192,0-5 256,0 9-56,-1 1-56,-1 0 40,0 0-24,1-1 32,3-13-192,-4 6 256,0 11-104,1-13 96,1 12-24,0-11-8,1-4-216,0 1 224,-1 4-64,1-1-15,-1-1-33,0 1 32,0-3-144,2-2 80,0 2-16,0-1 32,0 0-48,0-2 32,0 0-64,0 0 8,0-4-72,0 1 40,4-1 64,-1 0-24,-3 1-32,0 1 88,4-4-56,2 1-8,-3-12-32,3 12 8,-1-11 0,-5 15 8,6-14-16,9 10-40,-12-13 56,3 12-40,8-14 8,-12 18 24,0-2 48,13-16-152,-12 15 48,3-16 16,11 16 0,-15-7 40,-1 5 0,16 2-8,-14-14-64,14 16-48,-13-16 64,1 16-16,12-14 40,-14 13-40,3-10 32,10 10 8,-12-1-24,-1 2 56,0 0 8,13-2-40,-12 1 32,1 0-49,1 1 17,-1-1 24,10 0-24,-11 0 64,1 4-8,1 0-40,9 0-16,-15 0 32,0 0-8,5 0-32,1 4 64,-1 0 16,1 1-48,-4-1 8,-1-2 32,3 2-64,0 3 0,-1 0 24,1 8 16,2-10-24,-3 10 8,1-9-48,0 10-16,-4-8 56,3 12-32,-1-14 48,0 3-8,-2 7-56,4-9-16,-4 16 16,3-7-48,0-2 112,-2-11-80,-1 13-80,0 3-40,4-5-80,-1 1-56,1-8-96,-4-3 432,0 9-520,4-8-72,-4 12-56,0-12-8,3 1-41,-3-2 697,0-1-696,4 3-80,-4-1-48,4 1 0,-1-4-16,1-1 840,-4 0-881,4-1-23,-1 0-64,1 0 56,0 0 64,-1-4 103,0 2 745,0 0-520,3-3 112,-1 1-2912,-5 4 3320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1.96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244 1145 6937,'0'0'1712,"3"0"-615,-3 0-473,4 0-296,-4-4-152,0 4-176,0 0 168,0-4 16,0 1 8,0-1 80,0 4 56,0-4-48,0 4-280,-2-4 312,0-1-80,0-1-32,-1 1 8,-3-1-72,3 5-136,1-1 208,-4-2-56,1 0 8,-3 1 25,-6-1-57,9 4-128,4 0 128,-4 0-32,-10 0-40,9 0-16,-1 0 0,-8 2 8,14-2-48,-3 2 40,-11 3-64,10 1 32,-10-1-16,9 3 56,-3-4-48,4-1 56,-1 14-8,-1-12-56,-8 12 0,10-3 72,-1-6-32,6-8-32,-7 18 80,-1-3-56,3-8-16,-1 13 8,3-12 8,1 0-24,0 2 72,-2-3-32,1 10 8,1-10-24,0 12-8,2-15-16,0-3 24,0 18 0,0-14 16,0 10-48,4-11 32,-1 1-32,-2-4 8,2 4-16,1 0-56,-1-1-16,3-2 16,9-2-48,-13 0 120,-1 0-40,5 0-40,8 0-72,-10 0 48,2-6-24,10 2 8,-16 4 120,4-5-88,12-12-64,-10 14 39,10-12 9,-10 11 32,0-1 72,5-4-40,-6 5-64,12-11 56,-12 10-24,10-12 8,-11 13 64,-3 3-32,14-16-16,-9 13-8,8-10 8,-14 8 32,6-10-24,-6 14 40,14 0-16,-14-13-40,6 12 32,0-3 16,-1-9-16,-2 15 24,0 0 32,2-5-64,1-1 8,-1 1 16,1-1 0,-3 1 8,-3 5-8,4 0 0,0 0 8,-1-4 0,1 4 32,0 0-8,-3 0-24,1 0 0,2 0-16,-4 0-24,4 0 32,-4 2 16,2-1-8,-1 0 8,3 2-32,0 3-56,-4-1 32,3 1 24,-3-1-16,0-4 40,4 4-40,0 2-104,-1-1-24,-3 1-72,4 1-56,-2-3 296,0 4-360,-2-3-160,4 1-40,-1 8-96,1-11-49,-1 1 705,-2-3-696,4 14-48,-1-10-16,-1 11 24,1-14 0,2 5 16,-5-7 720,3 5-593,2 9 129,-1-10-3232,-5-5 3696</inkml:trace>
  <inkml:trace contextRef="#ctx0" brushRef="#br0" timeOffset="1">668 1395 7561,'0'-4'1841,"0"-2"-673,4-12-560,-4 13-256,4-14-128,-4 4-104,3 1 16,-3-5 88,0-1 80,0-1-304,0 18 352,0-24-24,0-3-88,0-3-32,0 0-72,-1 0-16,-1 20-120,0-11 80,0-14-96,0 3 24,0-4-32,1 2 32,-2 11-8,2 17 56,-5-29-47,5-1 7,-3 2-41,2 0 9,0 3 16,2 29 0,-3-27-24,1-3-16,0 2 32,0-2-16,2 2 16,0 15 8,0 1-24,0-18-56,0 9-24,0-3-64,0 3 0,0 3 168,0 20-192,-2-28-64,2 9-24,0-2-16,0 2-88,0 3-16,1 13 400,2-10-416,-3-2-96,4 3 48,-1-1-40,1 1-49,-2 5 553,0 5-528,1-11-88,1 10 16,0-12-56,1 12-24,-1-14-8,-4 19 688,5-13-729,1 9 153,9-13 176,-15 3-3232,0 15 3632</inkml:trace>
  <inkml:trace contextRef="#ctx0" brushRef="#br0" timeOffset="2">1005 266 6593,'0'5'1536,"0"1"-456,0 8-1080,0-14 641,-2 6-257,0 1-136,0 1-56,-3-1 0,-2 8 32,-8-12 64,9 3 32,-8 10-8,6-14 40,-10 4-40,5-2-312,9-3 304,-16 5-40,0-1-88,0 1-16,-2-1-40,-2 1-56,19-5-64,-16 2 56,-5 2-56,-1-1-8,-1 1 40,2-1-32,10-1 0,5-1 104,-15 2-40,-2 3-23,1-1 7,-1-2-64,2-1 16,25-3-32,-25 2-65,0 0-95,2 2-152,2-2-192,0 1-192,15-1 728,-6 0-912,-6 0-240,-1 1-153,4 1-143,-1 0-24,12-2 1472,3-1-1193,-17 3 329,14-2-2936,5-2 3800</inkml:trace>
  <inkml:trace contextRef="#ctx0" brushRef="#br0" timeOffset="1576">941 992 7497,'0'0'1961,"0"2"-641,0-2-1320,3 3 728,-3 1-368,4 2-104,-4-1-16,0 3 40,0-5-280,0 1 376,0 1 16,0 1 0,0-1 41,-2 1-73,0 1-48,0 8-40,1-9-128,-1-1 8,0 10-56,0-10-32,-2 10 16,3-10-88,-1 14 24,-2-14-16,-2 12 16,5-12 32,-3 10 8,2-9-80,0 1 0,0 10-72,1-12-80,1 10-16,-2-12-168,2 3-24,0 0-96,0-1-97,0-2 577,0 0-664,0 2-160,0-1-128,0-1-96,0-1-41,0 0 1089,0-2-1168,3 0-8,1 0 32,2 0 119,-3-4 313,1 1-3008,-4 3 3720</inkml:trace>
  <inkml:trace contextRef="#ctx0" brushRef="#br0" timeOffset="1577">1021 595 7681,'0'-4'2153,"0"4"-2153,-1-4 1400,-1 4-752,0 0-344,2 0-184,-2 0-80,1 0-40,0 0 64,-1 0-8,-1 2 32,-1 0 16,-1 0-24,1 0-80,4-2 56,-6 2-16,3 3-32,1-3-8,-4 0 0,3 1-48,1-2 48,-2 0-144,-1 1-112,1 2-96,2-2-104,0 1-64,0-1 520,1-2-608,-3 2-112,2 4-121,0-3-87,2 3-80,0-1 0,0-5 1008,0 2-1008,0 4 151,0-1 273,0 2-2912,0-7 3496</inkml:trace>
  <inkml:trace contextRef="#ctx0" brushRef="#br0" timeOffset="1578">1334 1049 6513,'0'0'1728,"0"0"-487,0-6-609,0 3-328,0-1-160,0 4-24,0 0-8,0 0 96,0-4 72,0 1 64,-2 3 8,2-1-352,-2-2 312,-1 3-96,1-4-72,0 4-24,-3-3-64,2 3-56,2 0 64,-5 0 0,-1 0-32,1 0 24,1 0 0,0 0-56,4 0 40,-4 0 16,1 2-24,-1 3 16,-1 1 16,3-1-16,1-4-48,0 2 88,-2 2-88,0 1 32,1 8 24,-3-8-40,5 0-16,0-5 80,-2 14-40,-1-9-32,0 8 24,1-8 0,-1 9 16,4-13-48,-2 3 24,0 11-40,1-8 24,1 8 32,0-10-8,0 2-32,0 0 64,0-2-32,0 10-24,0-10 8,0-1 1,0 2-17,0-6 16,3 4 0,1 3 0,0-3 8,-1-1 8,3-2 8,-5-2-40,1 2 32,4-2-48,-1 0 0,1 0 24,9 0-8,-13-3 0,-1 2 24,3-3 8,2 1-96,10-3 72,-16 1-16,6-1-16,-6 6 24,14-6 16,-14-10-96,6 12 40,-1-10-41,10 8 1,-15-1 80,0-3-64,4 5-88,-1-13 0,-3 12 16,4-12-80,-4 13 216,0 4-176,4-17-72,-1 12-72,-3-10 0,4 10-112,-4-9-16,0 15 448,0-3-552,0-14-80,0 12-16,0-10-33,0 10-39,0-5 720,0 3-736,4 1-48,-4 1-72,0-13 40,4 14 191,-4-10 625,0 13-440,3-4-1744,-3 5 2184</inkml:trace>
  <inkml:trace contextRef="#ctx0" brushRef="#br0" timeOffset="1579">1487 845 5105,'0'5'1152,"0"-1"-1152,0 0 1192,0 10-352,0-6-264,0 6-128,0-8-63,0 9-9,0-10 8,0 10 8,0 0-40,0-10 24,0 17 0,0-19-376,0 9 320,0 4-64,0 1-24,0-2 16,-2 1-8,2-7-240,0-3 296,-2 11-40,2-1-32,0-1 1,0 0-9,0-8 0,0-7-216,0 16 168,-2-10-64,2 9 40,0-10-24,0 1 0,0-4-120,0 1 160,0 3-128,0-1 32,0-1 40,0-2 16,0 0 56,0-1-32,4-1-80,0 0 16,-1 0-40,1 0 8,-4 0-48,0-5 64,4-1-88,-1 1 48,1-1-16,1-10 8,1 12 32,-1-12-8,10 10 0,-15-12-16,6 12-16,-1-8-8,-5 12-16,17-4-16,-17-9 8,5 10 56,10-15-8,-11 5-8,-3 11-16,3-9 24,11 8-88,-11-17 32,10 7 48,-10 10-16,5-9 0,-3 6 56,-1 2-24,12-14-64,-12 14 16,10-12-8,-11 14 0,-4 4 24,5-5-32,1-1-48,-1-9 72,10 15 24,-11-5 16,-3 3-32,1 0 48,4-1-80,-3 3-8,1 0 48,0 0 8,0 0-16,-3 0 8,3 1-8,0 1-16,-1 0-40,-3 2 16,4 1-16,0 1-16,-4 1-64,3-1 48,-3 1-24,0 8 8,0-12 104,0-1-32,0 15-56,0-10-16,0 10 0,0-1-8,0-2 112,0-13-96,-1 14 0,-1 3-48,0-3 8,0-1-48,0 3-16,2-12 200,-2 5-232,1 4-137,-3 1-103,2-7-144,0 10-104,1-14 720,0-3-840,-1 16-104,1-12-129,-1 10-15,2-9 8,-2-1 56,2 10 88,0-13 167,0 3 233,0 1-3272,0-6 3808</inkml:trace>
  <inkml:trace contextRef="#ctx0" brushRef="#br0" timeOffset="1580">2283 815 7897,'0'2'1689,"0"-2"-793,0 0-896,0 2 472,0 0-272,0-2-72,0 2-32,0 0 80,0-1 104,-2 1 16,0 0 56,-3 0-32,-1-2-8,0 2-312,5-2 264,-14 2-112,11-1-40,-10 3-32,8-2-72,-10 2 40,14-4-48,-2 2 56,-11-1-80,10 1 64,-12 0 48,12 0-24,-5 0-64,5 0 137,0 1-41,-12 3-96,12-3 48,-3 1-8,1 0 8,6-4-48,-5 3 96,-2 1-96,1 0 40,-1-2 0,3 3-16,3-3-24,-2 0 64,-1 3-48,1 1 40,2-2-24,-1 1 32,1-3-64,2-2 96,-2 4-32,2 3 16,0-2-40,0 1 16,0-2-24,0-1-8,0 3 0,0 1-32,0-1 32,4-1-8,-4-2-16,0 0 64,3 4 8,1 10-64,0-12 32,-1 10 0,1-10-40,-4-5 40,6 6 24,-1 9-80,1-10 56,-1 10-32,1-10 8,-4 1-16,1 5 64,12-6-96,-11 10 32,1-9 24,1 8-8,6-10-16,-8-2 56,0 3-8,1 10-64,1-9 72,9 8-16,-15-8 8,0-6-48,3 15 72,3-10-80,-3 1 16,-3 1 0,4-2 16,-4 3-24,0-1 72,0-5-48,0 4 24,0-1-72,0-3 8,-1 3 16,0-5-8,-1 6-64,-1-1 80,-1 1-24,-1-1 8,-1-3 0,4-1 8,-3 0-16,-10 3-64,11-2-32,-1 1-72,-12-1-144,15-1 328,1 0-408,-7 3-200,-6-2-209,8-1-199,-1 1-232,-8 0-248,15-2 1496,-4 2-1649,-3-2-87,-8 0 368,11 0-3281,4 0 4649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4.41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301 1 7609,'0'0'2545,"1"0"-2545,1 1 2056,2 1-752,0 4-535,-1-3-297,1 3-152,-4-3-320,0-2 248,4 2 80,-4 3 32,0-1 40,0-1 16,0 0-48,0-3-368,0 3 352,0 2-136,0-1 0,0 1-48,0 1-16,0-2-152,0-3 224,0 15-31,0-11-49,0 1 40,0 9 40,0-10-16,0-6-208,0 20 240,0-12-96,0 12 24,0-4 32,0 1-8,0-9-192,0 4 240,0 8-128,0-1-32,0 3 16,0-2-32,0-3-64,0-12 120,0 17-8,0-2-16,0 2 0,3-1-32,-3 1-40,0-19-24,0 14 40,0 3-88,4 0 40,-4 1 8,4-1 0,-2-10 0,-1-2 88,-1 12-88,4-1-16,-4-1-32,0-1-80,0-4 128,0-12-128,4 16-56,-4-10-168,0 14-24,3-7-152,-3-6-112,0-2 640,0 8-673,0-7-239,0 12-88,0-5-88,0-6-136,0 5 1224,0-8-1217,0 2-39,0 12-32,0-12 47,0 13 41,0-12 56,0-7 1144,0 16-1040,0-9 56,0 6 207,0-8 225,4 1 184,-4 0 368,0 1-152,4-6-2920,-4-2 3072</inkml:trace>
  <inkml:trace contextRef="#ctx0" brushRef="#br0" timeOffset="328">440 368 7121,'0'2'2144,"-2"0"-463,-1 4-633,-1-1-448,3-4-600,-3 4 336,-2 0-152,1 1-48,-1-3 80,1 3 56,-4-3-272,3-1 369,0 2 55,-8 0-88,8 1-8,-9-1-48,10 0-88,-10-1 0,10 1-104,-12 0-8,2-3 24,8 3-16,1-3-88,-6 2 136,4-1-72,-10-1 16,3 3 24,8-2-48,-7-1-56,9 0 104,-2 1-24,-9-1-56,8 3 48,-12 0 0,13-2-48,6-2-24,-17 1 56,11 1-104,-10 0 40,12 2 24,-12-2-40,15-1 24,-1 0-8,-12 0-120,9-1-72,-1 2-96,-8 0-72,14 0 368,1-2-544,-6 2-160,4 0-113,-3-1-159,3 1-96,-2 0-112,3-2 1184,-1 0-1288,0 0-129,0 0 9,2 0 80,0 0 279,0 0 1049,0 0-680,4 0 288,1 0-2768,-5 0 3160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6.11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13 114 7569,'0'0'2865,"4"4"-345,-1 3-1031,3 1-705,0-1-416,-4-5-368,1 1 208,3 5-176,-1-1-32,-1 0 24,-4-1 72,3 7-96,-3-9 176,0 1 88,0 12-40,0-10-32,0 8-40,0-10-48,0-1-104,0 11 112,0-8-96,0 13-16,-1-3 40,-1-1-8,0-4-32,0-4 112,-2 13 32,1-1-48,-1 4 48,2-2 32,-1-1-176,3-20 200,-4 21 16,0 0-112,0 2 40,3-2-72,-1 2 9,1-16-81,0 8 144,1 4-104,-2 2 0,0 0 40,0-2-24,1-3-56,1-10 112,-2 14 0,0-3-80,0-1 40,0-3-24,2 1 0,0-14-48,0 5 72,0 13-88,0-14 32,0 10-8,0-10-16,0-2 8,0 0 56,0 4-32,0-1 0,0-2-32,4-3-16,-4 2 24,0-2-32,4 1 32,-4-2-48,3 2 8,-3-2 8,0 0-32,1 0 64,2 2-40,1-2-72,-1 0-48,1-4 48,2 0 0,-3 2 112,-1 1-56,4-3 8,-1 0-105,1-1 49,8-10-48,-10 15 0,0-15 48,1 12-96,10-3 64,-11-11-16,1 14 8,-3 0 144,2 0-96,1-13-64,10 12 24,-11-1 16,-1-10-8,2 12 128,-4 2-112,13-4-24,-10-1-40,0-9 24,1 15-8,-1-3 64,-3 2 96,3-4-88,2 2-56,-2-1 56,-1 0 0,3 0 16,-4 2 72,0 1-16,1-3 0,1 4-32,-4 0 40,4 0 16,-1 0-8,-3 0-8,4 0 48,0 0-80,-1 0 40,-3 0 40,4 0-64,-3 1 24,2 0 56,-3 1-80,3 0-24,1 1 96,-4 1-48,3 0 0,-2-2 72,-1 3-8,3 1-88,1 1 64,-4 0-8,4 8-40,-4-13 8,3 1 48,1 5-72,0 7 40,-1-10 24,1 10-16,-2-12-24,0-1 72,1 13-32,1-9 0,2 8 8,-1-8 0,0 7-48,-4-12 48,13 5-24,-14 0 32,6 8-16,10-8 0,-12 8 56,-2-13-96,2 2 56,10 4-40,-10 1 16,2-3 8,10 1-8,-13-5-32,-2 0 80,4 1-32,1-1-48,9 1 8,-12 0 24,3-2-32,-6 0-8,16 0 48,-12 0-88,1 0 40,12-4-16,-13 1-24,1-3 96,12 1-88,-14-10 56,12 11-8,-11-1-24,0-9 16,-3 11 16,5-2-16,9-10-8,-15 9-24,5-10 8,1 10 8,-6 3 16,3-10-8,1 7-24,0-12 16,-1 12 16,-3-14-32,2 17 32,0 1 32,2-15-32,-4 13-40,3-12 48,-3 12-8,0-12 0,0 16 16,0-4-40,0-11-16,0 12 32,0-3-16,0-9 56,0 14-32,0-1 0,-2-2-72,1 0 0,-1 1 16,-2-1 0,1 4 56,2 0-32,-4 0-8,-1 0-32,1 0 40,-1 0 32,-1 0 8,6 0-8,-13 2 16,9 3-88,-3 3 24,-8 6 0,10-8 8,-1 1 40,0 1 8,1-3-64,1 12 24,-3-10 8,-6 10 8,9-11 16,4-5 0,-4 16 0,-1-10 8,1 11 24,1-12-16,0 8 16,4-13-32,-2 2 8,-1 5-64,1 6 48,0-8-16,0-1 32,2 3 40,-2-3-40,2 1-16,0-1-16,0 1-8,0-1 8,0-5 24,0 2-48,0 0-72,4 0 0,0 0-48,-4-2 16,3 0 24,1 0-80,0 0 24,1 0-16,10-6 16,-12 3 184,-2 2-169,4-4-31,1 1-8,8 1-8,-10-1 40,2-2 8,-5 5 168,3-3-128,13-11-16,-14 15 64,3-5 40,8-10 8,-11 15 32,-2 0 16,5-6-56,-3 3-8,3-1 40,-1 0 24,1 1-16,-6 3 24,5 0 0,-1-4-72,2 4 32,-3 0 32,1 0 8,-3 0-24,2 0 64,-3 0-96,5-4 16,-1 4 16,0 0-8,-2 0 8,-1 0 80,3 4-56,-4 0-8,4-1 24,-1 3-48,3-3 40,-6-2-32,3 2 16,3 3-40,-2-1 8,-1 1 8,1 1-16,-2-4 24,0 0-16,1 4-24,1-2-88,0 1-72,-1 0-72,1-2 272,-4-3-376,6 5-88,-1-1-112,1 2-160,-1-1-97,1-1-103,-5-3 936,3 2-984,2-2 0,-1 1 32,12-1 167,-14 0 225,1-1 560,-2 0-328,14-1 184,-12 0 40,11 0-3176,-15 0 3280</inkml:trace>
  <inkml:trace contextRef="#ctx0" brushRef="#br0" timeOffset="1">995 0 7233,'0'2'1848,"0"2"-487,0 1-441,0 3-264,0-7-656,0 5 496,0 9-72,0-10 16,0 12 80,0-12 73,-1 7-593,0-5 648,-1 7-40,1 3-168,-1-2 8,-2 3-136,0-2-48,4-15-264,-3 19 280,-3 0-152,1 4 88,1 0-24,-2 1 0,4-13-192,-1 4 224,-3 12-96,1 3 33,1-4-41,-1 3 16,0-7-136,4-17 88,-2 24-48,-1 1 32,0 0-48,-1 1 40,1-3-56,3-24-8,-2 18 24,0 6-80,-1 2-24,0-1 16,2-3-120,1-11 184,1-4-225,-2 12-127,-2 0-144,0 0-152,3-2-152,-1-3 800,2-18-976,-2 17-176,0 1-177,0-5-79,0 1 24,2-9-17,0-1 1401,0 6-1280,0-7 32,0 1 96,4-1 327,2-2 249,-2-1 576,-3 0-352,17-1-2960,-18 0 3312</inkml:trace>
  <inkml:trace contextRef="#ctx0" brushRef="#br0" timeOffset="2">1196 254 7353,'-2'0'2569,"0"0"-681,-2 0-1048,0 2-448,-1 0-256,-1-1-80,1 1-56,-4 0 72,1 2-80,-10-2 8,3-1 104,-1 3 16,4-3-120,7 0 216,-13 3 8,-2-3-152,-3 1 33,1 0-65,-1-2 0,20 0-40,-18 2 72,-3-2-104,0 2 8,2 0-8,-2 0 24,12-1 8,0 1 48,-12 0-56,-2 0-80,2 2-81,2-1-151,3 0 320,16-2-456,-19 3-208,0 1-256,0-3-184,2 2-201,0 1-95,15-4 1400,-9 0-1408,-1 1 80,10 0 351,-12-1 353,14-1-2840,3 0 3464</inkml:trace>
  <inkml:trace contextRef="#ctx0" brushRef="#br0" timeOffset="444">1786 839 5193,'3'3'1880,"1"1"192,2 0-463,-1-1-489,12 3-416,-14-1-208,14-1-128,-12 0-32,-1-4-336,7 2 361,-5-1-41,-1 1 48,12-2 40,-14 2-48,7-2-360,-5 0 376,1 2-96,8-2-104,-10 0-16,2 0-56,10-4-32,-15 4-72,2-3 104,11-1-120,-10 0 64,2 1 16,8-3-32,-12 4-32,0-1 88,4-3-88,-1-11 8,1 14 40,8-3-24,-14-6-24,0 10 48,6-2 0,-1-11-56,1 11 16,-2-10 8,1 8 0,-4 3-16,2-10 24,0 7-56,1-10 24,0 10-8,-1-10 16,-3 12 0,0 2 40,0-15-24,4 12-16,-4-10 8,0 10-8,0-9 0,0 13-16,0-4 32,0-10-64,0 11 48,0-1 0,-2-1 0,1 1 0,-1-5 40,-2 7-104,-2-1 40,5-1 8,-5 1 24,3 1-8,2 2 40,-2-3-32,-3 1-24,1-1-24,-1 4 24,1 0-16,4 0 32,-13 0-8,10 0-72,-1 2 56,-1 0 48,-1 3-40,3-2 16,1 0 56,-5 2-48,1 3-56,-8 8 24,11-10 8,0 8 16,3-12 8,-14 6 0,12 8 8,-3-1 8,-1 0-24,-1-1 24,6-9-24,-3 7 32,-1 3-88,1-1 8,-1 3 40,3-1 0,-1-1 56,0 2 0,3 1-56,-1-1 40,0 1-24,2 0 8,0-17-16,0 15 32,0 2-80,0-1 88,0-1-40,4 1 16,-3-10-16,1 3 40,4 6-64,-1-1 32,1-8-48,8 12 0,-11-14 40,-2-3-32,5 13-96,10-10-32,-10 2-72,8-1-96,-8 0-40,-5-6 368,14 5-392,-11-1-88,13 1-8,-12-1-49,15 0-135,-16-3 672,-2-1-664,20 2-136,-16-2-64,16 0-40,-17 0-81,15 0 985,-20 0-1000,6 0-16,14 0-16,-14 0 72,14 0 119,-5 0 233,-10 0 608,4 0-384,6 0 152,0 0-2808,-15 0 3040</inkml:trace>
  <inkml:trace contextRef="#ctx0" brushRef="#br0" timeOffset="1672">2479 726 5209,'0'0'1424,"0"0"-128,-2-5-480,0 1-328,0 1-191,1 1-297,-1 0 256,-2-2-24,-1 4 48,-1-3 96,1-1 32,0 4-408,4 0 432,-4 0-24,-10 0-128,9 0-16,-8 0-56,8 2-72,1-1-136,-6 3 168,3 2-136,-8-1-8,10 12 56,-9-12-24,11 6-56,3-7 128,-14 2-24,8 10-48,-10-10 16,12 12 24,-3-12-16,8-6-80,-7 20 96,0-6-64,1-6 16,1 10 0,-1-3-16,3-11-32,1-1 113,-4 19-49,2-7 24,3-8 8,-3 12-8,2-13-88,2-5 72,-2 16 8,2-10 16,0 10-24,0-12 24,0 10 8,0-14-104,0 3 88,4 4-56,0-1 32,-1-1-24,3-1 0,-4-3-40,-1 0 104,3 1-32,2-1-48,-1 0 16,1-2-48,8 0 0,-10 0-8,11 0-80,-12-4 40,14 1 16,-11-3 0,-1 4 40,4-1 8,-5-12-56,11 11-8,-10-1 48,10-12 24,-12 13-16,-2 3 0,13-16 16,-10 12-56,0-14 8,1 16 56,1-12-48,-5 12 24,3 2-8,2-15-40,-1 10 8,-1-12 56,1 12 0,-3-3-16,0 2 24,2 1 8,-1-10-80,1 12 40,-4-13 32,4 14-24,-4 3-16,3-15 56,1 11-88,-4-1 48,4-12 8,-1 17 0,-3-2-8,0-1 48,4-3-96,-4 3 8,0 3 16,4-4 32,-4 4-8,0 0 56,4 0 16,-4 0-56,0 0 0,0 0 24,0 2-16,0-2-24,0 3 32,3 3-48,-3-1 8,0 1-8,0-1 16,2-2 0,0 0 48,-2 4-80,0 8 16,0-11-24,0 3-56,0 6 96,0-11-88,0 2-64,0 10-56,0-10-48,0 11-49,4-10-63,-4 0 368,0 7-448,0-7-80,3 10-80,-3-10 0,4 10 8,-2-11 600,0-2-568,1 12-16,1-8-73,1 10-47,1-10-56,-1 9-24,-4-15 784,4 5-760,1 10 8,-1-10 79,1 1 121,8 1 152,-12-4 400,0 0-232,3 2 96,14 1-296,-15-4-2400,-4-2 2832</inkml:trace>
  <inkml:trace contextRef="#ctx0" brushRef="#br0" timeOffset="1673">3003 673 5161,'0'0'1112,"0"-4"-112,0-1-392,0 1-240,0 1-160,-2-1-8,2 4-200,-2-4 248,1 1 8,-5-3 105,1 1 47,-1-1 8,0 2 24,1 1-104,-10-1-24,10 0 0,-3 4-48,-3-3-264,8 3 264,-3 0 0,-9 0-56,10 0 8,-10 0 8,10 3-8,4-2-216,-15 4 208,11-2-48,-12 3 40,12 0 41,-12 1 15,14-3-256,1-1 248,-6 14 8,-8-12-72,10 10-8,1-9 80,-9 7-256,13-12 200,-1 5 24,-3 10-64,-1-10 8,0 9-8,1-8 24,3-2-184,-2 6 200,1-3-104,-1 10-16,0-12 24,3 14 56,-2-16-160,2-3 176,1 16-24,0-11-64,0 10-32,0-10 0,0 10 24,0-14-80,4 0 80,-1 3-72,1 3 48,0-1 0,1 0-40,-2-3-16,0 0 48,11 1-48,-14 3-24,6-3 8,12 2-24,-14-2 40,-4-4-48,15 5-40,-12-5-48,14 3-88,-12-2-96,16 0-56,-17-2 376,8 2-448,5-1-40,-3-1-16,1 0-24,2 0-40,-5 0 568,-6 0-609,14 0-71,-1-3-112,3-1-64,-4-1-72,2-1-48,-19 6 976,19-6-1009,-2-8-55,2 10 48,0-1 56,-1-12 144,-12 16 816,4-2-561,8-11 177,-3 8 176,1-14-3312,-17 20 3520</inkml:trace>
  <inkml:trace contextRef="#ctx0" brushRef="#br0" timeOffset="1674">3321 24 6169,'0'0'1608,"0"6"-248,0-3-1360,0-1 881,0 5-337,0 8-288,0-9-48,0 8 8,0-6 32,0-8-248,0 20 368,0-13-8,0 14 64,-2-5-16,-1-1 0,2-8-408,0 4 384,-3 8-79,2-1 7,0 0-56,-1 3 56,0-6-312,2-10 304,-3 19-16,3 0 24,-1 3-24,0-1 24,-2 3-24,4-24-288,-2 18 304,1 3-96,-1 1 8,0 1 40,0-1-40,1-11-216,0-4 264,1 16-64,0-1-80,0-1 9,0 0 15,0-2-144,0-23 160,0 23 32,0-2-72,0 0 0,0 0-8,4-3-32,-3-14-80,2 6 152,-3 4-96,3 0-48,3-8 112,-3 10-48,0-13-72,-2-3 152,3 5 0,-1-1-80,1-3 8,0 0-48,0 2-8,-4-4-24,3 0 32,3 2-80,-1-2 72,1 0 16,-1 0 0,1 0 16,-1-4-72,1 0 32,9 0-48,-12-1 16,10-8 16,-11 11 8,2-1-64,10-12 56,-10 9-16,1-10 16,12 10-16,-16 3 16,2-8-88,11 5 16,-10-9-32,11 10 64,-12-10 48,7 13-8,-5 0 32,-1-3-24,1-1-88,10 1 40,-15-10 16,6 15 24,-6 0-32,5-4 56,1 4-88,-3 0-8,1 0 56,2 0 0,-3 0 40,3 0-40,-3 0-8,3 0 32,-2 2-8,-2 0 0,-1-2 0,3 6-24,0-1-40,-1 1 24,1 1-16,0 0-40,-4-5 96,3 4-80,1 8-104,0-10 56,-4 2 24,3 8-40,-1-11 144,0 0-96,-2 12-96,4-10-97,-1 12-15,-3-12-24,4 9 328,-4-13-432,4 4-112,-1 3-176,1 8-136,0-10-144,-4-1-137,1 0 1137,1 5-1232,4-6-136,-2 3-49,1-1 25,1-1 0,-2-1 1392,-3-2-1200,16 3 311,-14-1 289,14 0-3096,-17-4 3696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9.15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383 864 5913,'0'0'1400,"0"0"-312,0 0-1088,0 0 632,0 0-303,0-3-137,0-1-56,0 4 16,0-3-152,0 2 224,-2-4 80,0-1 24,0 1 72,-1 1-24,-3-1-8,5 3-368,-3-2 344,-2-11-120,1 12 0,-10-3-56,10-10 0,0 13-168,2 2 168,-12-5-56,10 1-64,-12-12 0,12 14 40,-10-3-16,15 6-72,-5-16 104,-14 16-88,12-6 32,-10 2 16,12 4 8,-2 0-72,-3 0 120,5 0-96,-12-3 48,10 3-7,-12 0 31,14 0-96,3 0 104,-14 2-8,10 3-32,-11 2-8,12 1 16,-12 8-32,16-15-40,-3 4 72,-11 10-48,10-10 56,-1 12 8,-9-10 16,13 2-104,1-1 128,-5-1-80,1 9-32,-1-8-8,3 10 24,-1-5-32,4-11 56,-4 13 24,2-8-64,1 10 48,1-12-8,0 10 16,0-14-72,0 3 96,0 11-104,3-8 16,1 8 0,0-9 8,-1-3-16,-1-1 56,4 4-40,-1-3-8,10 1-24,-12 0-8,12-3 0,-13 0 24,2 0-24,10-1-72,-8 0 72,12 0-8,-12-3-48,6 1 80,0 0 16,2-2-80,3-1 40,0-10 40,-1 10-24,-1-10 8,-13 13 8,14-4 0,3-16-16,-3 8 16,3-3 32,-3 1-48,-12 12 8,9-9 24,5-4-48,-1-3-8,1 2 80,-1-4-32,-7 7-16,-4 8 64,9-17-40,-1 0-80,-8 2 40,14-2 32,-14 0-8,8 2 40,-10-2-64,11 0 24,-11 2-8,10 0-16,-10-2 48,1 2-80,1-2 32,9 2 24,-15 0-16,2 5 8,-1 12 24,3-17-8,0 0-72,-4 3 48,0-1 0,0 2-16,0 15 24,0-13 0,0-2-48,0 0-16,-2 1 56,0 2 24,1 12-16,0 1 32,-4-18 0,1 14-64,0 1-16,1-1 16,-2 1 32,4 5-32,-4-6 24,-1 2-48,1 4 48,-3 0 8,3 0-32,0 1 32,-5 0 48,6 3-128,-1 1 40,-10 1 32,11 9-8,0-12 16,1-1 80,-12 15-40,10-12-40,-3 15 8,-6-3-24,8 0-8,6-17 24,-14 18 8,8 0-24,-9 3 48,12-3-16,-5 2 8,5-11-24,-1 2 24,-11 10-40,13 1-16,-3 0 40,-1 0 0,2-2-8,3-16 48,-5 18 16,1 2-72,-1-2 48,1 0-32,-1 0 8,5-17-16,-1 14 32,0 3-56,0 2 8,0 0 48,2-2-32,0-8 0,0-6 96,0 14-32,0 0-88,0-2 64,6 0-80,-3 1 48,-3-21-8,4 16 96,1 3-120,1-5 88,9 1-56,-12 2 16,3-10 56,9 15-96,-12-7 48,16-10-40,-14 10 32,9-12-24,-9-2 48,0 4-40,17 1-16,-16-1-32,14 1 32,-15-3 16,-4-2-8,19 0 16,-15 1-32,19-2 8,-9 0-24,1 0 16,-6 0 16,-3 0 8,9 0-8,3-6 24,-3 3 8,-10-3-16,14 1-16,-18 5 0,3-4 8,14-1-40,-14-1 48,14-9-16,-14 12-8,-1 1 8,7-2-16,-7-14-64,10 14 56,-10-14-8,2 12 32,4-6 0,-6 8 64,0-2-56,1-10-8,1 10-16,-1-11-16,1 12 48,-6 4-16,4-18-16,-1 13-32,3-12 64,-2 12-32,-1-14 40,-1 17-24,0 1 48,2-15-80,-1 13 24,-3-12 0,4 10 8,-4-8 0,0 12 24,0-2-24,0-1-8,0-1-8,0 1 0,0-1 40,0 5-24,0-4-8,0 0-40,-2-1 24,0 3 0,0-1 24,1 4 0,1 0 40,-4 0-16,0-4-56,-1 4 48,1 0-16,0 0 32,4 0-32,-5 0 24,-1 0-56,3 0 16,-3 0 0,1 0 32,2 0-16,0 0 48,-2 2-32,-1 4-24,-9-1-8,13 1 0,-3-2 16,3-3 56,-5 5-8,1-1-40,-8 3 40,12 6-48,-4-10 24,5-3-24,-5 5 16,0 9-64,1-9 16,-3 1 0,3 10 64,2-14-32,0-1 24,-2 13 48,-1-10-88,3 12 32,-3-12 16,4 12-8,0-12 56,-1 10-104,1-9 48,-2 10-48,2-10 0,2 0 24,-1 6 48,-1-6-104,2 10 56,0-10 24,0 10 24,2-12-48,-1-2 88,3 13-24,0-10 16,-1 1-56,12 8 16,-15-10-32,0-4-8,6 5 8,10 10-40,-12-13 32,11 4 8,-10-1-8,3-4 0,1 0 40,-4 1-72,17 0-16,-16-1 32,16 1-64,-17-2 80,-5 0 0,22 0-8,-3 0-48,-1-3 80,2-1-64,1-2 56,-17 5-16,10-1-40,6-4-48,1 1 56,1-10 0,-2 15 24,-6-9 8,-6 3 40,10 3-16,3-14-64,-1 11 56,-2-12-40,2 3 24,-20 15-8,17-5 80,1-17-136,-1 5 88,1 1-24,1-3-40,-13 12 40,4-4 40,7-9-96,-3-1 16,3-1 24,-2-2 16,-4 7 0,-8 12 24,3-18-8,12 0 0,-12 0-40,10-1 16,-10 0-16,-3 19 24,10-12-32,-9-7-40,13 2 64,-14 0-24,3-2 8,2 10 24,-1 4 32,-7-14-40,5-2-16,1 4 0,-3-2 24,1 3 0,-4 20-16,0-19 32,0 0-72,0-2 48,0 1-8,0 1-16,0 14 32,0-6 24,0-3-120,0-1 24,-2 1 32,-2 9-16,2-8 56,1 8-24,-5 1-24,-1-12-40,0 13 40,-1-1 8,1-1 16,6 6 24,-6-5 0,-7-1-72,8 3 48,1 3 16,-10-4 8,12 4 0,1 0 24,-13 0-40,9 0-24,1 0 0,-10 0 0,12 1 40,2 0-8,-6 2 8,-8 1-8,12 2 8,-5-1-32,-6 1 8,10-1 16,-3 10-48,-1-11 32,1 1 16,-1 12 8,5-14 0,-1 1 48,-3 14-16,-1-3-64,1 0 24,2-1 32,-3 1-24,8-15 16,-7 15 48,1 1-96,1 1 48,-1 1-16,1 1-8,2-12 8,0 2 64,-2 12-96,-1-5 16,1 4 56,-1 2-48,2-4 8,3-14 48,-3 19-8,2-3-32,-2 2 48,3-2-32,-1 2 16,1-18-40,0 12 0,-1 6-24,0-1 40,0-1-24,2 0 32,0-7-24,0-6 56,0 15-32,0-1 0,0-1 8,4 0 0,2-2-32,-6-18 40,5 17-16,1 0-24,-1-1 24,1 1-8,10-1 8,-14-11-24,0 5 40,3 5-96,12-1 24,-13-6 8,10 12 24,-10-15 0,-2-3 48,16 15-24,-12-10-24,12 8-8,-12-10-16,10 1 24,-15-5 0,4 3 0,11 4-56,-10-1 72,16-1-32,-17-4 16,5-1 0,1 1 56,-6 0-88,15 0 24,-5 0-24,2-2-16,-6 0 48,-8 0 8,12 0-8,0 0 24,-1 0 8,1 0-32,-9-6 0,-1 5 0,14-1 0,-14-2-64,15-2 24,-14 3 64,14-3-32,-16 3 8,-2 1 56,14-4 8,-10 1-80,8-1-16,-10 1 40,11-1-16,-15 6 8,3-5-16,3-1 8,9-9 8,-12 12-24,1-3 40,-2 0-16,2-3 48,-1 6-96,3-3 48,-3 1-8,3-12 24,-3 17-16,-2 0 24,2-5-8,1-1-16,-4 1-8,4-10 40,-4 11-56,0 4 24,3-4 8,-3-1-72,4-10 48,-4 12 16,0-1 8,0 1-8,0 0 48,0-2-72,0-1-8,0 1 32,0-10-16,0 15 16,0 0 16,-2-5 0,0-1-96,1 2 72,-3 1-8,-2-1 16,5 3 0,-1-2 48,-2 3-128,0-3 24,-1 3 32,1 0 16,0 0 8,3 0 72,-5 0-16,1 0-104,-3 2 48,3 1-24,-1 1 8,6-4 16,-5 5 64,-1 1-96,1 1 48,-1 1-16,1-3 8,1 10 72,-2-11-56,3 10-16,-3-8 24,2 1-40,3 6 8,1-11 24,-4 2 24,2 3-48,0 9 0,2-10 0,-2-1 0,1 12 0,-1-11-48,2 8 32,0-6 40,0 6 0,0-10-24,0-2 80,0 5-32,0-1-64,3 1 16,1 0 16,0 1 0,-4-8-16,3 7 56,1 0-40,0-1-24,0 0 8,1-1 0,-3-3 0,2 2 16,1 1-64,1 1 16,10-1-56,-12 1-24,0-4 112,-3-1-104,14 1-112,-11 2-72,1-1-8,10-1-97,-10 0-71,12 0 24,-11-2-200,12 2-64,-13 0-88,16-2-120,-18 1 912,-1 0-961,20 0-71,-7-1 8,0 0-8,1 0 144,-1 0 888,-13 0-641,14 0 193,1-3-3464,-17 3 3912</inkml:trace>
  <inkml:trace contextRef="#ctx0" brushRef="#br0" timeOffset="1183">2093 0 7921,'0'2'1489,"0"0"-689,0 3-336,0 1-192,0-3-272,0-1 192,0 4 0,0-1-16,0 10 104,0-9 88,0 8 24,0-13-392,-2 4 416,-1 13-88,-3-10 8,4 12-32,-3-4-23,3-8-281,0 3 336,-3 9-56,-1 0-32,0 2 24,1 2-48,0-3-224,4-18 232,-2 25-16,-3-3-40,3 3 16,-1 1-40,-2 3-24,5-25-128,-3 19 136,-2 7-88,1 0 0,-1-4 32,1 3-48,4-13-32,0-9 96,-3 19-48,2-1-80,1 3 72,-1-3 0,0 1-40,2-29 16,-2 28 56,0-4-144,0 2-40,1-3 0,-1-1-136,1-12 248,0 4-248,-1 8-168,2 1-128,-2-5-120,2 0-144,-1-6 808,0-9-897,1 12-127,0-1-72,0 1-32,0-9-17,0 8 1,0-13 1144,0 2-1104,0 3 16,0-3 263,4 1 289,-4-2-584,6-2-1832,-6 0 2952</inkml:trace>
  <inkml:trace contextRef="#ctx0" brushRef="#br0" timeOffset="1184">2286 178 5529,'0'0'2424,"0"2"-1136,0 0-623,0 0-305,0-1-360,0 0 240,0 1-128,0-1-32,0 1 48,-3 2 96,-3-1-224,6-2 304,-6 2 32,-8 1-32,8 0-24,-8 1-24,8-1-40,0-3-216,-6 2 192,4 2-64,-12-1-40,4 1 48,-3 1-16,8-2-120,6-3 120,-12 5 24,-1-1-104,1 3 40,-1-1 16,-3 0-56,1 1 64,-2-1-104,2-1 49,2 1-17,1 0-8,8-3-24,0 0 48,-10 10-40,1-10-24,3 2-8,-1 1 24,3-2 0,11-4-16,-13 6-97,0 0-79,1 1-112,8-1-160,-10 8-72,14-14 536,-2 3-640,-11 2-136,10 8-16,-1-10-16,1 2-1,2-3 809,0-1-744,-2 5 40,1-1 16,2-1 56,1 1 24,1 0 24,0 1 143,0-2 97,0 1 144,0-1 104,3 1 24,1-1-3512,-4-5 3584</inkml:trace>
  <inkml:trace contextRef="#ctx0" brushRef="#br0" timeOffset="1185">2167 703 5065,'3'3'1104,"0"-1"-1104,0 0 1208,2 3-328,10-1-272,-11-2-160,1 2-55,0-1-393,-4-3 360,14 2 32,-15 0 48,5 0 16,1 0 8,-1-1-24,-1 0-440,7 0 392,-8-1-88,1 0-24,2 0 24,8 0-48,-14 0-256,0 0 265,6-3-33,9-1-112,-15 0 16,5 4 0,1-5-24,-6 5-112,5-6 144,12-8-112,-17 10 32,5-11-24,1 11 8,-4 2-48,1-1 80,3-12-88,-1 12 16,-1-12 40,0 11-8,-4-9-40,0 10 80,3-3-56,-3-9-64,4 10 24,-4-12 8,0 12 16,0 2-8,0-11 40,0 9-72,0-10 24,0 11 16,0-1 0,0 2-8,0 0 32,0-2-40,-2-1-16,-2 1 0,-1 1 40,1 1-16,4 2 16,-3-2 8,-3 3-72,1 0 56,-1 0 0,-1 0-8,4 0 0,-2 0 48,-2 2-104,0 1 8,-8 3 72,11-1 0,-1-1-24,3-2 96,-13 3 0,11 1-128,-1 9 112,-10-10-56,12 2 48,2-6-72,-6 15 160,-7-11-136,8 12 112,0-10-16,1 12-8,2-12-112,0 0 152,-2 1-56,-1 12-40,1-5 32,1-1 0,-1-1-88,5-11 88,-2 15 48,-2-10-72,2 15 40,1-7 8,-1 0-48,2-12-64,0 8 152,0 4-104,0-8 32,0 12 24,0-14-64,0 7-40,0-5 120,0-2-64,3 14-64,3-12 72,-2 9-24,1-10 0,-5-6-40,4 7 96,-1 8-120,3-13 32,-1 3 8,1 3 0,0-6-16,3 1 56,-6 3-88,12-1-8,-11 1-32,10-2-40,-9-2 112,-4-1-136,16 3-80,-14-2-48,16 0-64,-14-1-80,15 1-80,-17-1 488,9 0-584,3 1-144,-1-2-81,1 0-95,0 0-128,-7 0 1032,-1 0-1064,9 0-72,-1 0 31,1 0 65,1-4 8,-1 4 1032,-14 0-1008,19 0 160,-1-3 151,0-1-3399,-20 4 4096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01.54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1 218 6137,'0'4'1824,"3"1"-279,3 2-497,-1-1-344,10-1-200,-13-1-504,0-2 392,13 2-16,-10-1-24,12-1 16,-12 2 0,13 0-368,-18-4 360,6 1 1,12 1-49,-12 0-40,14 0-72,-14-2-24,1 0-176,6 0 144,-8 0-32,14-4 40,-14 4-40,17-3 8,-17 0-120,-4 2 160,15-3-8,-12 0-8,2 1 16,10-1-32,-12 0-64,-2 4-64,11-3 80,-10-1-104,1-1 40,1-1 8,10 1 16,-15 2-40,0 0 88,4-2-40,1-10-16,-1 11-32,0-1 16,-4 0-16,0 4-8,3-15 8,-3 12 40,0-13 24,4 14-16,-4-3 0,0 5-48,0-3 32,0-11-88,0 11 48,0-1 32,0-10-32,-1 13 8,0 0 72,-2-3-48,1-12-32,-4 14-16,1-3 8,-1-9 0,6 15 16,-5 0-24,-1-5-16,1-1 32,-1 1 0,-1 1 8,3 2 0,0-1 32,-3-3-48,-8 2 24,12 1-8,-3 3 8,-6 0-8,9 0-8,2 0 16,-7 0-40,-7 0 0,12 0 24,-5 0-8,7 0 16,-5 2 16,-1 1-64,-1 3 16,1-1 8,0 1-8,3-3 32,2-1 48,-5 4-56,-1-1 0,3 1 8,-2-1-32,1 3 32,6-8 48,-4 7-56,-1 8-40,3-10 88,-2 3-48,1 6 24,2-12-16,0 2 64,-1 3-120,0 10 72,0-12-24,2 12-8,0-13 16,0-3 48,0 16-72,0-12 80,0 3-24,6 8-40,-2-10 24,-4-5-16,5 16-32,1-11-40,8 12 64,-10-12-8,1 8 0,3-11 16,-1 0 32,-3 4-32,12-1-48,-10 1-32,9 0 0,-11-2 80,-3-4-104,16 14-48,-14-12 8,3 3-40,10-1-40,-12-1-16,0-3 240,7 2-264,-8-1-72,12 1 0,-9-1 0,10 0-80,-13-1 416,-2 0-393,15 1-31,-10 0-56,11-1-16,-12-1-32,13 0-48,-16 0 576,2 2-592,14-2-80,-12 0 7,14 0-55,-14 0-32,3 0 752,4 0-744,-8 0-72,14-3 16,-14-1 7,12 0 169,-13 4 624,-3 0-424,16-4 152,-12 1 184,10-1-3168,-15 4 3256</inkml:trace>
  <inkml:trace contextRef="#ctx0" brushRef="#br0" timeOffset="1827">880 71 4480,'0'0'849,"0"0"7,3 0-224,-3 0-144,0 0-144,4 0-80,-4-4 8,4 0-64,-4 1 24,0-1 48,0 0-16,0 3-264,0-1 281,0 2-41,-2-4 8,0 0 8,-2 1-40,2 0-216,1 2 304,-1-3-48,-2 1-32,0-1 40,1 0-8,-3 1-16,3 3 32,-3-4-120,-1 4 32,-1-4-40,1 4-8,5 0-136,-2 0 184,-3-3-96,2 3 72,-3-4-48,1 4 40,1 0-152,5 0 136,-5 0-48,-9 0 48,10 0-40,-3 0 17,-6 2-17,13-2-96,-4 2 96,-2-1-32,-8 1 56,10 4 24,-3-3-56,1 0-88,0 0 136,1 2-24,-1 1-32,1 0 80,-9 1-72,12-2-88,3-5 88,-6 15 0,1-11-32,-1 1 64,1 3-64,-1-1 32,1 8-40,-1-10-64,3 3 96,1 6-40,0-8-8,1-1-32,0-3 72,1 13 0,-2-11-56,2 10 40,0-10 0,0 1-32,0-4-24,4 13 56,0-12-88,-4 4 48,3-1-24,1 1-16,-3-3 24,2 1 48,2 1-96,10 1 48,-12-1-48,12 1-48,-12-3 96,-2-2-144,15 4-88,-10-3 32,10 2-72,-10-2 56,12-1-48,-16 0 264,2 0-280,16 1-72,-14-2-65,16 0 9,-8 0-104,-3 0 512,-5 0-472,10 0-64,1-4-80,0 1-32,-3-1-96,3 0-73,-2 1-63,-1-1-88,3 0 24,-2 1 40,-1-1 103,-8-2 233,14 1 168,-5-1 168,-1 1-3064,-14 5 3296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04.44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219 0 5609,'0'7'1888,"0"8"121,-1-8-665,1 12-600,0-14-744,0 5 368,0 4-256,0 1-24,-2 2 64,0 1 120,-1-6-272,2-8 368,-2 15 72,-3-1-8,1 2 25,-1 3-49,2-1-48,4-20-360,-5 18 344,-1 0-128,3 4 48,-3-2-16,2 2-8,1 0 8,1-2-64,-2 3-24,1-1-24,1 0 16,0-4-152,2-18 104,-2 22 24,0-2-64,0 0-32,1 0 8,-1-1-56,1-15 16,0 10 32,1 2-64,0-1-8,0 1 16,0-3-80,0-5 104,0-6-136,0 4-56,0 8-136,0-10-48,0 10-88,4-12-120,-4-4 584,3 7-680,-3 1-153,4-3-39,0 3-136,-1-3-40,-1-3 1048,0 0-1152,3 2-113,1-3 33,-1 3 16,10 2 160,-12-3 1056,-2-3-777,14 4 241,-10 0 208,12-1-3008,-17-3 3336</inkml:trace>
  <inkml:trace contextRef="#ctx0" brushRef="#br0" timeOffset="1">740 715 6937,'3'0'1448,"1"0"-592,0 0-415,0 0-217,-4 0-224,0-3 80,3-1-88,-3 0 32,0-1 64,4-1 112,-4 1 96,0-1 0,0-8-32,-2 10-40,0-11-24,-1 11-200,3 4 136,-4-16 8,0 12-56,-1-11 0,-3 12 32,1-3-24,2 4-96,-5-1 128,5-3-32,-3 3 40,-6 3 0,8-4-32,-6 4-104,8 0 144,-2 0-56,-12 0-40,10 0 16,-12 0-48,13 2 16,4-2-32,-13 3 56,2 3-48,8-1 64,-12 1-32,12 1 16,-3-3-56,0 0 112,3 10-56,-12-8-8,12 9 0,-10-10-16,11 12-32,4-15 72,-4 5-16,-10 13-64,11-14 56,-1 10-40,-1-8-40,5-3 32,-3 8-48,-2 2-104,3-1 16,-1-6 72,2 8 24,0-11 40,1-2 16,-1 13-32,0-8-24,2 8 16,0-10-8,0-1 32,4 2-8,-1 1-64,1-3 24,1 1-32,1-4-32,9 0 40,-12-1-56,12-1 40,-9 0-16,8 0-24,-9 0 128,-4 0-72,15-3-32,-10-1 24,14-2 64,-14 1-24,10-1-16,-15 5 56,4-3-8,11-11-40,-10 12 0,12-3 48,-12-9 8,3 13-8,-2 1 40,-3-3-8,11-2-16,-10 1-40,1-1 32,8 1-8,-14 5 0,4-6-8,0 3-16,1-1 24,1 0 8,-1 1 40,-3 3-48,2 0 56,1-4-72,1 0 48,-1 4-56,1 0 40,-3 0-16,-3 0 16,4 0-40,0 2 40,-4 0-16,3 4 8,1-1 40,-3-4-48,2 4 0,0 0 16,1 1 16,0-1-16,0 10 32,-3-13-48,1-1 64,2 7 0,0 7-16,-1-10 16,1 10 0,-4-10-64,0-5 72,0 17 40,4-12-40,-1 10 32,1-9 0,0 1-40,-4-5-64,0 3 120,3 12-72,-3-13 8,4 1 32,-4 2-24,0-3-64,0-2 104,0 5-32,4 1 16,-4-3-32,0 3 8,0-3-7,0-4-57,0 5 16,0 2-24,0-3 56,0 1-32,0-1 16,0-3-32,0 0 88,0 2-104,0-1 72,0 1-40,-2 2 16,0-2-32,2-3 48,-2 5-24,0-3 32,0 1-32,1 0 24,-1-1-8,1-2-40,0 0-8,-1 1-16,0 0 16,-1-2 8,-1 0 16,2 0-16,0 0 48,-3 0-32,3 0 24,-4 0-64,1 0 32,-1 0-8,6 0 16,-14 0-48,10 0 64,-11-4-24,10 4-24,-10-4 64,13 3-48,-2-1 8,-12-2-48,9 4 72,-12-4-56,4 4 16,-1 0 40,-2-3-40,-1-1 16,1 0-8,1 4-24,-1 0-8,15 0 32,-13 0-16,-2 0-16,-2 2 32,1 2 24,1 0-24,8-2 0,0 1 16,-9 1-8,-1 1-8,2 3 8,-1 6-8,3-9 0,14-4 0,-15 6-24,1 8 16,-1-10 8,1 3-56,-1 10 24,13-16 32,-8 4-24,-3 12-8,0-13 48,1 12 32,-1-2-24,5-10-24,5-3 48,-2 16-32,-12-12-48,12 10 8,-9-8-24,10 8 16,-11-1-24,12-8-72,-2 10-16,-8-11 7,11 10-7,2-13 144,-1 0-152,-3 4-72,1 8-8,-1-10-88,1 10-56,2-11 376,2-3-464,-1 16-120,0-13-56,0 1-80,1 1-72,1 1-89,0-6 881,0 4-896,0 0-56,0 1 40,5-5 88,1 1 135,3-1 689,-4 0-448,-1 1 160,13 0-3184,-17-2 3472</inkml:trace>
  <inkml:trace contextRef="#ctx0" brushRef="#br0" timeOffset="853">900 725 4488,'0'3'1969,"0"3"-513,3 1-336,3 8-495,-1-10-281,-1 1-136,2-1-24,-1 3 56,1-1 200,-1-1 56,1 1 72,-4-5-568,1 1 576,12 1-152,-11 0 16,1-2-128,10 1-103,-12-1-209,-2-2 208,4 2-104,1 2 64,10-3-32,-10-1 0,10 0-24,-15 0-112,4 0 88,11 0-40,-10 0 8,10 0 8,-10-3-40,4 1-24,-4 0 96,0-2-24,12 1-24,-12-1-16,12 0-16,-12-1-16,-6 5-8,16-15-8,-10 12 24,9-12 72,-12 11-8,12-11 0,-14 14-72,2-1 56,2-13-96,10 10 40,-12-12 0,1 13 16,2-12 56,-3 12-56,3-11-8,-2 10-32,1-10 0,-1 11 24,-4 4 0,3-14 0,-3 10 0,0-1 8,0-10-16,0 11 24,0 2-16,0 0 32,0-3-8,0-1-16,0 3-24,-1-1 16,-1 1 0,2 2-24,-6-2 0,3-1 24,-3 4 8,1 0 16,-10 0-8,9 0-32,-1 0-56,-10 0 0,12 2 80,-12 0 24,12 1 56,-14 3-32,12-1-64,-11 3 8,1 6 8,10-10 0,6-4-8,-18 8 64,4 6-112,7-8 32,-14 10 8,8-10-40,11 0 48,-2 4 40,-13-4-16,12 9 40,-1-8-8,-8 8-40,11-10-16,3-3 32,-5 16-16,1-12 24,-10 10-24,13-10-8,-1 9-24,1-14 16,-2 5-40,0 11 24,1-12 32,-1 14 24,2-14 0,0 13 56,2-12-80,0 9-24,0-10 40,0 12-64,0-12 32,0-5 8,4 15 8,2-10-80,-1 1 48,1 9 0,-1-13-32,1 0 48,5 1-48,-8 3-88,12-1 32,-11 1-64,12-1-48,-11-1 216,-4-2-200,17 3-120,-12 1-72,16-3-32,-8 1-89,1-2-63,-14-2 576,13 2-568,1 1-40,1-1 40,1 0-64,-1 0-32,-7-2 664,1 0-705,6 2-79,3-2 8,-3 0-48,3 0 8,-5 0 816,-12 0-760,16 0 63,-1 0 233,3-4 160,-1 0 104,1-1-3480,-20 5 3680</inkml:trace>
  <inkml:trace contextRef="#ctx0" brushRef="#br0" timeOffset="854">1909 519 6329,'0'1'936,"-2"1"-416,1 0-288,-5 0-128,1 0-80,-3 1-16,1-1 80,-8 0 88,12-1-176,1 0 336,-17-1 112,14 0-23,-12 0 7,10 0-88,-12 2-32,19-2-312,-14 2 296,-1-2-104,0 0 32,1 0-32,-1 0-8,9 0-184,-3 0 264,2 1-72,-13 1 24,12 0-24,-8 0-16,11-1-176,4 0 152,-14 1-32,12 0-16,-5-1 0,1 3 16,0 0 0,5-4-120,-4 3 144,1 1-64,-1 0 32,1-2 65,3 3-1,-1-4-176,0 0 208,2 1-8,-1 1-104,0 1 32,2 0-16,0 1-8,0-5-104,0 4 144,0 0-64,0 1 48,4-1-40,-1 1-40,-3-3-48,0 0 104,6 2-112,-1 1 72,1 1 8,-1-1-16,-1-1-56,-2-2 104,3 5-72,1-1 16,9 1-48,-12 0 24,12 8-32,-13-13 8,2 2-16,10 10 0,-10-8 64,11 10 24,-12-10-24,5-2-48,-1-1 104,-3 12-72,1-13 24,1 5 0,-1 1 0,-1-3-56,-4-5 56,4 17-24,1-14 32,-1 3-40,-1 8-8,-3-8 0,0-4-16,0 2 0,0 3-40,0 0 40,0-1 16,0 1-16,-1-3 0,1-2 56,-6 3-56,1 1 24,-1-3-16,-1 3-16,1-2 8,6-4 0,-14 3-32,8 1-32,-9 0 48,10-3 16,-12 3-8,14-3 8,-1 0 40,-13 1-96,12 0 88,-14-1-64,14 1-8,-10 0 40,12-2-56,-12 4-256,7-2-112,-10-1-328,13 1-337,-12-2-215,16 1 1304,-4 0-1576,-9 1-144,8-2-25,-1 2 145,0 0 424,-2-1 1176,3-1-753,2 0-3327,4 0 4080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1T07:58:21.46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2.37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311 320 4745,'4'0'1208,"-4"0"48,4 0-224,-4 0-1032,0 0 784,3 0-215,-3-4-193,0 1-80,0 3-32,0-4-264,0 4 232,0 0 24,0 0-16,0-4 16,0 1 8,0-1-24,0 3-240,0-2 272,0 0-104,0-1 16,-1 0 8,-1 1-40,0 3-152,2 0 208,-2-6-8,0 3-24,-1 3 0,-1-4-16,-2 4-32,6 0-128,-5 0 153,1-4-49,-1 4 24,-1 0 0,1 0-32,1 0-96,0 0 144,-3-3-40,-1 3-16,3 0 24,-2 0 24,0 0-136,6 0 144,-13 0-8,8 0-24,-1 1-24,-8 1 16,11 0-8,2-1-96,-3 2 144,-2 0-56,-8 3-8,11-1 56,-3 1-24,-3-3-112,5-1 128,0 4-16,-3-1-24,1 3 0,-8-1 40,10 8-24,-1-11-24,-9 3-64,12 8 32,-3-10 0,1 10-8,2-13-40,0 1 80,-2 3-48,-1 10 48,1-10 0,-1 11-40,2-13-40,3-3 64,-5 16-56,1-12 8,1 10 24,2-8 24,-2 8-32,4-14-32,-1 5 64,1 11-24,0-12-8,0 12 48,0-12-40,0 5-40,0-3 56,3-2-16,3 3 24,-1 8-32,1-10 24,-1 1-56,-5-7 48,6 15-24,9-11 48,-12 3-24,3 0-24,10-1-16,-14-4-8,0 3 0,15 3-16,-14-1 8,14-2 16,-12 1-24,8-2 16,-7-3 40,-1 5-16,17-4-48,-7 1 16,-10-1-40,18 0-16,-21-2 64,1 2-24,17 0-72,-14-2 72,14 0-8,-14 0-72,2 0 104,2 0-72,-5 0-128,14 0 48,-15 0-104,12-4-40,-13 1 296,-2 2-328,13 1-136,-10-3 32,11-1-128,-11 0-64,1 1-112,-1 2 736,9-2-849,-10-1-55,3 1-96,-1-3-48,1 1-105,-1-1-23,1 1-8,9-1-8,-12 1 183,3-1 265,-1 1-3088,-5 5 3832,0 0 0</inkml:trace>
  <inkml:trace contextRef="#ctx0" brushRef="#br0" timeOffset="723">560 418 7329,'3'0'1840,"1"0"-559,1 1-569,1-1-368,-3 0-344,11 0 208,-11 0-152,1 0 16,1 0 88,10 0 16,-13 0-176,0 0 224,3 0 0,1-3-32,-1-1-40,1 0-48,-1 4-32,12-3-48,-13-1-24,1 4 24,10-4-40,-12 1 0,-1 1 16,2 0 0,11 2-112,-12-4 24,1 4-56,2-3-80,4 3 224,-6 0-232,0-4-96,1 4-72,-1 0-32,2-4-40,-3 4-96,-2 0 568,2 0-608,3 0-153,-3 0-55,1 0-40,0 0-88,-3 0 944,1 0-912,2 0 95,0 0 201,-4 0-3208,0 0 3824</inkml:trace>
  <inkml:trace contextRef="#ctx0" brushRef="#br0" timeOffset="724">966 0 9514,'0'4'2440,"0"1"-1024,1-1-1416,2 9 697,2-8-433,1 3-208,-1 8 32,-1-10 24,0 10 72,-1-10 72,-3 9 0,0-10 32,0 12 40,0-10-16,0-7-312,0 19 264,0-5-80,0 3-48,0-3-32,0 5 0,0-12-104,0 4 72,0 8-40,-2-1 0,1 2 16,-1 2 24,0-5-72,2-13 80,-2 18 0,2-2-56,-2 0 8,0 0-16,2 1 16,0-18-32,-1 12 8,1 5-32,-2 0 24,0-1 0,0-1 8,2-8-8,0-3 32,-2 9-48,2 1-64,0-3-48,0 1-112,0-8 240,0-6-248,0 15-136,0-10-56,0 12-104,0-12-160,0 1-105,0-2 809,0 6-976,0-7-168,0 11-136,0-11-193,0 1-119,4 1-8,0-1-441,-1 1-1799,-3-6 3840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1T07:59:17.33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1 256,'0'0,"0"0,81-82,63-81,-136 153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12:20:1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1:4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808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1301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1724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218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3723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4373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494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5361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5917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3815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4895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5995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6868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8132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8692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9168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9600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1408">61 1494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936">87 105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4758">115 126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1446">24 1375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2:4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9858,'-2'3'1560,"0"5"-104,2-8-1456,-4 16 992,1-10-367,-1 10-137,-1-12-120,-1 3 8,3 0-376,-1 1 400,-4-4-40,-6 3 88,8 0-72,-9-1-16,11-1-360,3-4 336,-14 4-160,10-3 16,-10 0-24,9 0-8,-8-1 9,13 0-169,-4 2 144,-11-3-56,8 0 0,-8 0-24,10-4 32,-2 2-96,1 1 152,2-5-64,-10-10-24,10 12-40,-3-2-40,-8-9 16,16 14 8,-4-3 120,-3-14-120,-1 12 128,1-16-24,2 8-88,3 8-24,-2-3 136,-1-10-224,1 5 96,2-3-24,0 1 8,2 4 8,0 7 72,0-13-80,0 3 16,4-3-16,1 1 32,1 2-32,-6 14 8,5-14-40,1 0-56,9 0 112,-12 10-56,3-15 56,12 14 56,-14-9-152,12 12 280,-10-3-208,11 1-8,-13 0 16,-3 4 0,19-4-240,-5 1 184,0 0 96,-10 4-24,17 0 88,-18 0-104,7 0 80,4 0-176,1 0 16,-1 0 56,-10 2 16,8-1 8,-7 0 120,-1 6 16,12 1-112,-13 6 0,10-6-64,-14 10 48,0-17-8,6 13-48,-1 1-80,-1-1 104,0 1-24,-1 3 48,-1-10 0,0 1 72,-2 9-176,0-3 32,0 2 48,0-3 0,-1 0 24,0-11 88,-1 13-24,-3-8 32,1 12-136,-1-5-80,-1-8-160,5-2 280,-3 12-488,-4-11-41,-6 12-55,10-12-64,-3 10-56,-3-13 704,3 0-736,1 4-160,-12 0-64,11 1-209,-12-3-111,14 2 1280,5-6-1320,-17 13-25,10-12 353,-10 4-3457,17-6 4449</inkml:trace>
  <inkml:trace contextRef="#ctx0" brushRef="#br0" timeOffset="1">394 1550 8665,'0'6'1385,"0"8"-17,-2-6-128,0 10-320,2-12-239,-2 12-161,0-11-96,-1 12-56,-3-12 0,3 13-56,-3-14 96,1 12 16,-1-12 16,4-1-440,-3 6 512,-1-5-152,1 10 17,-10-10-9,9-1-64,2 5-304,1-5 296,-12-1-104,10-2-56,-10 3-56,10 1 0,-14-4-16,19-2-64,-5 3 8,-14-1-32,14-2 32,-3 0-24,-8-4 88,14 3-72,-2-1 72,-10-4-80,8 1 96,-1-1-104,-1 1 24,3-8-8,3 9 40,-5 0-72,1-12 32,1 10-16,-1-10 0,1 10-16,4 3 32,-2-12-72,-1 9-16,3-12-8,-1 12 24,2-14 40,0 17 32,0 1 0,0-18-64,0 14 48,3-14-72,3 5 0,-3 10 88,-2 5-40,4-21-72,1 16 32,-1-15 88,1 14-40,-1 1 40,-3 0-8,2-5 24,1 6-112,1 0 128,-1 1-16,10-1-16,-12 1-8,-2 2 56,4-4-96,1 1 40,-1 4-8,10-3 0,-11 3 64,-4 0-56,5 0-40,12 0-16,-14 0 48,14 0-56,-14 0 32,6 0 32,-1 0 8,-4 1-80,12 1 16,-12 0-56,11 4-48,-12-1-8,3 1-65,-1-1-23,1 1-24,-1-1-88,1 1-72,-5-2 440,3 6-504,2-4-144,-6 1-96,4 10-120,-4-12-113,0 6 977,0-5-1040,0 1-96,0 15 48,-2-1-73,-4-5 121,1 6 248,4-20 792,-6 15-4361,7-17 4361</inkml:trace>
  <inkml:trace contextRef="#ctx0" brushRef="#br0" timeOffset="2">346 2920 10546,'-2'6'1864,"-3"1"-352,-3 11-463,1-12-361,6-5-688,-4 14 456,-9-9-248,10 1-64,-11 8 24,10-11 0,-5-1-168,3-1 288,0 4 32,-11 1 48,10 0 0,-8-3-16,10 0-352,6-4 329,-15 2-81,10-2 16,-12 0-72,12 0 0,-3-4-40,3 2-152,-4-2 136,7-1-40,-4-10 8,-1 10-24,0-10-72,3 4-8,2 7 40,-3-10-72,1 8 40,0-18 16,2 8 16,1-1-8,0 16-32,0-16 32,1 0-72,0 1 40,0 1-40,3-2-16,1 1 56,2-3-64,-1 3 0,1 1 8,8 0 16,-14 10 40,0 5 0,6-19 8,10 14-8,-12-15 8,2 16-40,12-1-32,-17 0 64,2-7-16,13 12-80,-12-4 64,11-1 64,-12 5-48,8-3 16,-5 2 64,-1 1-56,14 0-88,-14 0 16,14 2-16,-14 2 0,-5-4 80,17 5-80,-14 1-32,12 8 8,-9-8 24,8 10 32,-12-12 48,0 0-32,4 14-64,-1-3 24,10 0-72,-15-1-57,3-2 201,-3-9-200,4 14-120,0-3-32,-4 3-56,4-1-48,-4 3-40,0-16 496,0 12-536,-2 5-96,0 1-32,-4-1-17,3 2-63,-1-10 744,2-4-776,-3 11-72,-1 1-8,1 0-72,-10-2 7,11 0 921,4-17-888,-5 17 152,-10-3-3569,15-15 4305</inkml:trace>
  <inkml:trace contextRef="#ctx0" brushRef="#br0" timeOffset="3">265 4126 8569,'-2'6'2265,"0"9"-577,2-13-1688,-5 10 1104,-1-4-511,3 10-265,-3-12-168,1 10-88,-3-10 72,-8 10 8,10-10 104,-12 1 104,11 8 16,-11-10-376,17-5 448,-14 15-16,8-11 16,-9 1 16,1 1-8,9-1-80,1-3-376,-4 2 337,3-1-57,1-3-80,-10 0 56,9 0-8,2 0-248,3 0 256,-7-3-48,1-3 24,0-8-120,1 10-16,1-2-16,4 6-80,-4-5-24,0-1 16,3-10 56,0 10-8,0-10 24,1 13-64,0 0 112,1-15-72,0 14 168,0-14-136,0 12-24,4-7-48,-4 11 24,4-3-168,-1-1 264,3-10-96,-2 12 24,1-1-8,-4 0-40,2-7-96,2 12-8,1-5 16,8-1-8,-10 2-24,0 2 120,-2 1-48,14-3-72,-12 0-8,1 1-8,14 3-8,-14 0-32,-4 0 176,13 0-208,-8 0-120,10 0 32,-10 0-24,10 2-40,-13-2 360,0 1-345,15 5-191,-14-1 72,10-1-152,-10 0-24,1 0 640,-4-3-656,4 5-208,1 9 47,-1-10-87,-1 10-72,1-10 0,-4-2 976,2 9-1064,-3-6-41,0 12 89,0-11 216,0 13-3545,0-20 4345</inkml:trace>
  <inkml:trace contextRef="#ctx0" brushRef="#br0" timeOffset="4">278 5802 10562,'-2'3'2176,"0"5"-415,-1 10-721,1-11-432,-2 12-320,-1-14-120,-1 12-88,-1-10-96,-1 12 72,-8-14-8,9 11-48,6-15 56,-17 4 88,11 1 48,-13 8 32,12-12 64,-10 4-16,15-4-272,-2 1 256,-13 3-56,11-3 8,-8-1 57,9 0-49,-4-2-216,6 0 304,0 0-96,-11-4 0,12 1-104,-3-3-64,1-10 32,4 14-72,-4-2-32,0-12 64,-1 1 24,4-2-16,0-1-32,1 9-8,1 0 72,0-12-48,0 5-96,0-4 80,0-1-8,3 4 0,-3 14 8,4-17 72,1 3-64,1 1-16,-1-1 0,10 3-16,-14 9 16,2-5-64,2 4-32,10-10-16,-9 10 40,8 1 48,-11-5 24,-2 5-16,16 1 8,-12 1 0,10-3 16,-10 2 8,12 4 8,-17 0-24,5 0 0,14 0-32,-14 2 32,15 2-24,-14 1-16,1-1 40,3 0 0,-5 11-80,10-10 144,-12 13-160,3-10-24,-1 7 120,-5-12-96,6 12-144,0-8 216,-3 15-88,1-7 0,0 0 40,-4-12 72,0 12-160,0 0 39,0 1-39,0 1-64,0-1-96,-2-6 320,2-3-376,-4 8-128,-1 1-176,-1-1-80,-1-8-208,-1 8 968,8-15-1121,-16 6-175,10 1-240,-8 0-9,8-1-999,-11-1-2201,17-5 4745</inkml:trace>
  <inkml:trace contextRef="#ctx0" brushRef="#br0" timeOffset="5">3430 191 8321,'0'2'1049,"3"0"-1049,-3-2 1184,0 5-232,4 1-232,-4 0-160,0-1-72,4 1-40,-4-5-448,0 5 449,0-1-25,0 1-48,0-1 128,0 1-8,0-2-496,0-3 536,0 5-16,0 9-152,-2-12-48,0 3-48,-2-1 24,4-4-296,-3 6 256,-3-2-136,3 1 41,-1-1-9,-2 1-56,4-4-96,-1 1 208,-3 3-176,1-2-32,-10-1 72,10 1-24,-1-3-48,4 0 120,-12 2-32,8-3-72,-9 0 16,10 0-24,-10 0 8,14 0-16,-3 0 72,-11 0-160,9 0 104,-8-3 8,6-1-24,0 1 0,2 1 112,-2-4-56,-7-9 104,10 12-160,-10-12 16,10 10-16,5 4 16,-8-4-144,1-12 152,0 12-16,1-12 8,-1 12 8,1-14-16,3 14-104,1-12 112,0 12-40,0-15 8,2 16 16,0 2 72,0-16-120,0 12-96,0-10 112,4 10 0,-1-12-8,-2 16 40,2-2 48,3-14-200,-1 14 88,1-12 0,8 10 40,-12 3 24,0 1 64,13-19-112,-12 18 192,14-3-176,-13-9 8,0 15 24,-3 0 16,16 0-200,-14-3 216,12-1-72,-9 4-16,10 0 24,-15 0 32,2 0-96,13 0-32,-10 0 8,10 2 0,-10 3 16,3 0 104,-3-2-17,-3 13-39,12-10 8,-11 1-120,1 10-40,1-10-40,-6-7 248,3 22-368,1-7-56,0 1 72,0 1-56,-1 0-104,-1-11 512,0 4-464,-2 8-240,0-1 32,4 1 39,-4-1-63,0-4 696,0-10-648,0 14-136,-2-2-64,0-1 8,0 1-41,-2 0 177,4-12 704,-3 10-536,-3 4-3569,6-17 4105</inkml:trace>
  <inkml:trace contextRef="#ctx0" brushRef="#br0" timeOffset="6">3371 1537 7897,'4'2'656,"-1"4"96,-3-1-752,0-5 745,4 6-169,0-1-64,1 1-40,-1 1-40,-1 0 0,-3-5-432,0 2 432,4 3-72,-4-1-8,4 9-24,-4-12 17,0 1-345,0-2 432,0 12-48,0-8 104,0 9-96,0-10-40,0 10 0,0-14-352,0 3 256,-4 13-24,-1-10 0,-1 12-16,-1-5-16,0-7-200,-1 1 296,3 7-24,-12 1-16,10-8 25,-12 8-1,6-11-280,12-4 272,-14 15 8,0-10 8,0 1-32,1 1-8,-3-1-16,13-6-232,-7 3 176,-5 2-56,-1-2-24,3-1 0,6-3-24,-10 0 48,11 0-8,-10 0-64,10 0 56,-10-3 24,12-1-24,5 4-104,-15-17 128,9 14-96,-1-3-24,0-12 40,1 14-40,4-2-8,-1-4 96,-1 4-80,0-14 48,2 5 16,1-1-24,-1 3-56,2 9 152,0-11-96,0 10 24,0-19-64,3 9 8,1-1-32,0-3 16,1 5-64,12-1-40,-14 9 72,14-14-56,-15 17 80,0 1-16,14-15-24,-10 12-64,10-14 16,-10 14 56,11 0 32,-16 4-112,14-4 8,-10-1-64,18 1 0,-9 1-16,1 4-40,-10-1 224,5-2-240,-5 3-128,15 0 80,-14 0-40,14 2 16,-16 1 312,-2-2-296,12 4-120,-10 1 56,2 8-113,8-8-87,-14 1-40,0-6 600,6 15-752,-3-9-72,1 12-16,0-5-97,-4 1-87,2-6 1024,0 0-984,-2 6-56,3 2 40,-3 1 63,0-1 137,0 0 800,0-14-552,0 15-3569,0-18 4121</inkml:trace>
  <inkml:trace contextRef="#ctx0" brushRef="#br0" timeOffset="7">3264 3100 8897,'0'4'1393,"0"2"47,0 1-416,0 0-280,0 1-264,0-1-127,0 0-89,-2 10-8,-3-13 48,5-4-304,-7 7 312,-10 9 48,11-12 48,-12 2 0,11 8 24,-12-10-16,3 3-88,1 1 48,0-1-96,-1-1 17,9-2-297,6-3 320,-21 5-64,17-5 104,-14 1-80,14 0-32,-12-2-24,16 0-224,-3 0 136,-13 0 16,12 0 8,-10-5 0,11-1-16,-3-10 8,0 10-8,-1-9 0,3 10-48,-1-12 16,3 12-72,3 5-40,-2-20 24,0 3-24,2 0 16,0 3 48,0-3-24,0 11-40,0-3 88,4-5-96,-1-1 112,1 10-80,2-18-56,-2 19 32,-3 3 56,5-17-128,8 14 128,-10-2-8,2-8-48,10 10-8,-15 3 8,2-4-80,2 0 16,12-1-8,-14 3 16,14-1-24,-11 0-16,12 4-32,-13 0 16,10 0-88,-9 0-48,10 0 248,-16 0-256,6 2-136,10 2 24,-12 1 40,11 3-24,-15-1-24,1-2 376,3 5-425,2-5-95,-1 12-16,-1-1-64,-4-8-32,3 7 632,-2-8-624,2 11-112,-3-1 32,4 3-73,-4-2-95,0 3 0,0-19 872,0 16-904,0 0 8,-2 1 127,0-1 17,0 0 96,-1 1 208,-3-1 80,1 1-3561,5-19 3929</inkml:trace>
  <inkml:trace contextRef="#ctx0" brushRef="#br0" timeOffset="8">3329 4437 12538,'0'6'1825,"0"12"-977,3-3-456,-3 1-208,0-8-128,-1 3-56,0-4 56,-4 10 8,-12-10 48,10 10 0,-13-10 80,5 11 104,15-17-296,-16 4 296,1 9 96,-2-8 32,1 0-56,-3-1-24,12-2-344,-2 0 321,-10 2-65,3-1-32,1-2 40,-1-1-64,3-1-200,11 0 224,-15 0-24,3 0-64,6-3 0,-10-3-32,12-8-40,2 10-64,-8-7 72,6 5-72,1-12 24,-3 3 48,3-1-56,1 4-16,2 5 104,-3-9-64,3-5-32,0 7-8,2-3-24,0 2 40,0 15-16,0-5-8,0-15 24,6 14 8,-1-14 0,1 14 16,-4 0-40,1-4 0,12 4-40,-11-10 56,1 12-40,14-10-8,-15 11 32,-3 2 24,17-5-56,-12-8-96,14 14 80,-14-4-24,14 0-24,-19 4 96,3 0 8,17 0-152,-16 0 0,17 2 16,-7 2-40,-6-1 168,-1-1-128,-3 6-96,17 6 80,-16-8-160,14 9-80,-7-9 384,-11-5-353,3 19-247,15-5 64,-16 1-80,11 1-112,-12 1-96,-1-12 824,2 5-896,0 9-97,-1 2-47,1-2-24,-4 2-16,0-6 1080,0-9-1017,0 16 97,0 3 296,0 0-3593,0-26 4217</inkml:trace>
  <inkml:trace contextRef="#ctx0" brushRef="#br0" timeOffset="9">3296 5717 10066,'0'15'1408,"0"1"-432,0 4-440,0-1-200,0-3-104,-4-1-88,-2 2 201,-8-3-73,6 1 120,-10 2 96,11-3-112,-12 1 112,4-8-8,1 12-16,-1-12 8,4 5-472,5-5 480,-10-2-40,-3 13-160,3-14 57,-2 2-57,3-1-64,15-5-216,-17 2 256,3 0-136,-1 0 0,-2-2-8,3 0 32,8-2-144,-3 0 152,-6-4-72,1-12 8,6 13-16,-8-16 8,11 10-80,4 8 96,-15-1 8,12-16-104,-4 3 40,3 1-8,-1-5-32,6 17 0,-5-16 48,3-3-96,0-1 64,2 0 16,0 0-24,0 10-8,0 2 88,6-12-64,-1-2-8,12 1 16,-12 3-16,11-1-16,-15 22-24,4-21 8,18 0 0,-9 1-16,3 1-8,-3 2-8,-8 12 48,5-5-48,7 6-64,3-15 8,-3 16 40,2-2-8,0 1 56,3 5-16,0-4-48,1 4 24,0 2-8,2 5 16,-25-7 48,22 17-48,1-10-72,0 13 40,0-5 0,-4 5-8,-12-10 88,0 1-56,7 9-32,-9 4 72,12-2-32,-14 4-16,1-1-32,-1 1-80,0 2-24,-1-1-32,-3 3-33,0-3-39,0-20 304,-2 16-328,-1 2-112,-3 1-40,-9 0-56,10-4-64,-5-8 600,3-6-656,0 14-144,-13-2-177,5-1-159,-1-3-176,-3-8-112,19-8 1424,-16 18-1193,-3-13-3488,19-5 4681</inkml:trace>
  <inkml:trace contextRef="#ctx0" brushRef="#br0" timeOffset="10">3180 37 6521,'0'0'328,"0"0"-112,3 2 88,-3 0 56,4-1 48,0 1 8,-1 2-88,1-2 80,-4 3-79,4-1-1,-3-3-328,1 2 384,2-2-128,0 1 112,-1 0-32,-3 0 56,3 1-392,-2-2 440,-1 2-80,0-1 160,4 0-120,-4-2-32,3 2-15,-2-2-353,-2 2 232,1-2-40,0 0 24,0 0-8,0 0-40,0 0-168,0 0 248,-1 0-8,-1 0-120,0 0 120,0 0 48,-1 0-288,2 0 280,-2 0 136,-1 0-112,0 0 16,1 0 0,-3 0-8,4 0-312,-1 0 312,-3 0-95,1 0 167,-1 0-120,1 0 16,-1 0-280,4 0 328,-12 0-200,8 0 32,-11 0 72,12 0-24,-12 0 48,16 0-256,-5 0 296,-9 0-168,10 0 120,-15 1-40,12 1 0,-1-1-208,-2 0 240,-5-1-120,1 2-104,0 2 136,0-1 56,9 1-208,5-4 184,-19 4 112,3-1-208,3-1 33,-3 2-9,2 0-16,11-3-96,-8 1 80,-3 4-128,-3-4 16,-1 1 72,1-1 104,-1 0 64,1 0 0,0 0 16,-1-2-112,-1 1-24,0-1 16,19 0-104,-17 2 48,-2 0-72,2-2 120,1 2 24,-1 0-48,10-1-72,-4 2 168,-7-2-184,1 3 16,-1-2 8,1-2 64,3 1-72,12 0 136,-16-1-48,3 2-40,-3-1-24,1-1 48,0 0 0,-1 2-16,-1-2-96,2 2 8,-1-2 112,-1 2 8,10-1-88,3 0 152,-11 1-40,2 1-112,-3-1 40,1 0 24,2 0-64,15-2 16,-17 2 16,-1-1-168,3 1 112,-3 2 88,3 0-32,10-3-32,-5 1 160,-5 0-272,-1-2 40,3 0 80,-1 2 40,0 0 168,0-2-136,1 2 168,-1 0-208,8-2-56,-14 1 88,16-1-240,-12 0 56,3 0 192,8 0-56,-12 0 32,14 0-56,0 0 160,-12 0-136,8 0-48,-12 2 8,13-2 80,-9 0-64,14 0 80,-6 0 16,-10 0-184,10 0 104,-10 0-40,3 0 88,13 1-64,-3 0 136,-15 1-248,12 0 128,-10 0 56,3-2-8,10 0-64,3 0 184,-16 0-104,10 1-56,-8 1 0,8-2 40,-8 2-32,15-2-32,-6 0 16,-9 0-128,8 0 96,-6 0 72,6 2-40,2-1-16,-4 0 208,4 1-264,-10-1 96,10-1-56,-10 0 32,11 0-16,4 0 121,-4 0-234,-10 0 17,9 0 56,-8 0 8,8 0 24,5 0 8,-5 0 112,-11 0-248,12 0 88,-10 0 112,10 0-56,0 0-8,2 0 136,-11 0-80,6-3 73,-8-1-113,10 4 40,-10 0-56,16 0 32,-6 0-136,-9-4 136,10 4 0,-12-3 24,12 3-40,0 0-16,-7 0 24,5-4-168,-10 4 200,12-4-56,-12 4 32,13 0-32,3 0 128,-14-3-224,11 3 168,-10 0-64,8 0 56,-1 0-16,6 0-48,-15 0-32,12 0-128,-1 0 120,-10 0 40,13 0-8,0 0 8,-1 0 184,-12 2-128,13-1 128,-3 1-168,-10 0-8,12 1-8,2-2 24,-4 2-152,-2-1-16,-1 0 176,1 0-24,0-2-8,5 0 0,-4 2 224,-1 0-360,-1-2 56,3 1 96,-2-1-24,2 0 8,2 0 120,-4 0-40,0 0 32,-1 0-128,1 0 40,-1 0-48,8 0 24,-7 0-112,0 0 0,-10 0 88,14 0 96,-12 0-16,13 0-56,-2 0 152,-1-3-200,-12 3-88,14 0 112,-3 0-8,-6 0 32,9 0 128,0-4-72,-3 4-24,1 0 8,-3 0-32,3 0 40,-3 0-120,1 0-104,2 0 96,-3 0 96,1 0 40,4 1-56,0 0 144,-4 1-56,1-2-64,1 0 8,-1 2 0,-1-1-32,7-1-8,-5 4 24,-1-2-32,0 0 40,1-2 16,-1 2-64,5-2 24,-3 0 40,-2 0-176,-1 0 128,2 1 64,-1 1-80,2 0 24,3-2 128,-7 2-152,3 0-80,-1 0 128,2-2-8,-1 1 24,5 0-40,-6-2 88,1 1-208,-1 0 88,1 0 16,-1 0 16,4 0 0,1 0 112,-3 0-136,-2 0 0,3-3 40,-1 3-16,2 0 0,2 0 16,-3 0 24,-1 0 88,0 0-56,1 0-32,-3 0-64,5 0 24,-2 0-80,0 0-72,-1 0 168,2 0 48,-2 0-72,2-3 8,1 2 112,-3 1-128,0-4 40,1 4-40,-1 0 32,0 0 32,4 0-48,-3 0-40,-1 0-8,-1 0 56,1 0-8,0 2 24,3-2-24,-1 0 96,0 0-152,-2 2-144,0-2 208,1 2 8,1-1-16,2 0 64,-2-1 120,-2 0-240,2 2 64,1-2 24,-1 1 16,1 0-48,0 0 88,-1-1-256,0 0 120,0 0 0,2 0 40,-1 0 8,1 0 136,0 0-152,-2 2-8,0-2 32,0 0 56,0 0-64,2 0 8,-2 0 48,1 0-152,-1 0 64,0 0 64,0 0-64,1 0 32,0 0 120,-1 0-256,-1-5 64,1 5 80,0 0-136,1 0 128,0 0 32,1 0-136,0 0-120,0 0 80,0 0-152,0 0-41,0 0 337,0 0-408,0 0-296,0 0 120,0 0-184,0 0-104,0 0 4208,0 0-7720,0 0 2927,0 0-255,0 0-393,4 1-135,-1 3 2240,-2-4-2369,4 6 105,1-1 368,8 1 319,-8 8 513,10-10-3305,-12-3 4369,-8-2 0</inkml:trace>
  <inkml:trace contextRef="#ctx0" brushRef="#br0" timeOffset="11">438 1587 6785,'-2'0'720,"0"0"256,0 0 137,-1 0-1113,3 0 1080,-2 0-160,2 0-128,-2 2-160,2 0-128,0-1-48,0 0-456,0 0 377,0 1-65,0 0 0,0 0 56,0 0 32,0-1-400,0 0 504,0 0 8,0 5 64,0-2-56,4-3 0,-4 1 9,0-2-529,3 2 456,1 0-80,0 0 80,-1-2-64,1 2-24,-2-2-368,0 0 440,2 0-168,1 0 88,1 0-88,-1 0-16,-1 0-256,-2 0 304,3 0-136,1 0 96,8 0-119,-14 0 7,6 0 16,-5-1-168,3-2 80,2-1 40,9 4 16,-15-3-8,5-1 16,-2 2-144,0 0 248,2 2-32,10-3-104,-11-1 88,1 4-32,9-4-168,-13 4 160,2-4 112,3 1-120,-1 3 64,12-4-48,-13 0-16,1 3-152,4-1 224,-5-2-152,13 0 32,-12-1 48,12 1 8,-13 2-160,-3 1 224,18 1 8,-14-4-128,14-2-8,-5 3-16,1-1-8,-13 4-72,11 0 145,3-4-105,1 4 56,-1 0-72,1 0 0,-8 0-24,0 0 80,11 0-96,-1 0 160,1 0-96,0 0-32,-4 0-16,-13 0 96,15 0-136,0 4 112,3 0 16,-3-1-48,2 1 8,-14-4-48,10 2-8,5 2-96,1-1 96,-2-1 32,-2 4 64,-5-3-88,-6-1 112,14 2-32,-3-2 0,2-1-56,-1 1-16,-1 0-32,-17-2 24,18 4-64,0-2-24,-1-1 152,2 1 0,-1 0-32,-10-2-32,4 0 64,5 0-120,4 0-16,0 0 72,-1-4 16,1 4 16,-4-3 8,2 3 32,2-4-64,-1 0 32,-1 1-16,-17 2-24,14-2-48,1-1 0,3 4 40,-3-3 48,2 3-24,-9 0-16,-3 0 104,8-4-64,3 4 24,-1 0-32,2 0-24,-1-3-8,-18 2-16,20 1-32,-1-3 16,0 3 80,-2 0-8,1 0 16,-1 0-8,2 0-152,-3 2 120,5-2-64,-4 3 80,-4-1-32,-7-2 120,15 2-136,-2 2 208,2-3-168,-2 5-16,-1-1 80,-18-4-88,18 0-160,-3 3 96,3 0 88,1-1-72,-2 1 64,-9-2-16,1 0 40,8 3-88,1-1 48,-1 0 16,0-3-16,-4 1 0,-11-2-32,13 4-24,-1-2 64,0 0-40,1-1 56,-10 1 8,-1-1-32,12 0-56,-2-1 0,-10 0 16,15 0 24,-14 0 24,7 0-8,-6 0 80,-1 2-32,14 0-16,-5-2 0,-10 0-8,15 0 24,-19 0-48,4 0 0,13 0-72,-12 0 24,9 0 8,-10 0 8,1 0 32,3 0 96,-4 0-160,12 0 224,-13 2-88,10-2-72,-11 1 0,-2-1 136,14 0-280,-12 2 112,12-2 40,-11 2-80,1 0 96,-2-2-24,11 2 0,-11 0-88,12 1 144,-11-1-56,1 2 24,5-3-24,-3 0 56,-3 2-64,1-1 88,12 0-96,-14 2 40,3-3-24,-6 0 32,15-1-128,-12 3 128,3-3-56,-1 2 0,14-2 40,-18 0-16,1 0-40,2 0-24,11 0 72,-15 0-24,5 0 32,-1 0-16,-2 0 80,3 0-88,1 0 128,-1 0-144,1 0 48,-1 0-24,-4 0 0,4 0-104,-1 0 32,-1-4 40,1 4 32,0 0 8,-3-1-8,1-1 56,2 2-96,1 0 64,-1 0-40,0 0 64,-1 0-48,-3 0 40,4 0-64,0 0 8,0 0 16,-1 0-24,1 0 24,-3 0 0,3 0 0,0 0-112,0 0 56,-1 0 56,1 0-8,0 0 8,-2 0 96,3 0-16,1 2-16,-1-2-64,-1 0 16,-1 0-16,-2 0 8,2 0-56,1 0-56,0 0 104,-1 0-8,1-4-16,-3 4 24,2 0 96,0 0-208,1-4 120,-4 4 16,4 0-24,-4 0 0,0 0 112,3 0-128,1 0 48,0 0 0,-1 0-72,-3 0 64,4 0-80,-4 0-80,0 0 104,0 0-32,0 0 16,0 0 48,0 0 40,0 0-80,4 0-56,-4 0-32,0 0 128,0 0-176,0 0-112,0 0 48,0 0-56,0 0-49,0 0-39,0 0 2113,0 0-3866,0 0 1649,0 0 48,0 2-24,0-2 8,0 0 456,0 0-416,0 0-112,0 0-72,0 0-89,0 0-31,0 0-32,0 0 4457,0 0-8178,0 0 3665,3-4 48,1 4 7,-4 0 17,2 0 736,0 0-712,3 0-104,-1 0 64,1 0-40,1 0-33,-1 0 825,-5 0-776,6 0-112,-1 0 80,1 0-16,9 2-40,-12 2 47,-2-3 817,2 3-808,12 2 160,-15 9 216,5-12-3545,-5-3 3977</inkml:trace>
  <inkml:trace contextRef="#ctx0" brushRef="#br0" timeOffset="12">2968 2999 7777,'0'0'1384,"0"0"-71,0-3-1313,0 3 1016,0 0-336,0 0-168,0-4-216,4 4-112,-4 0-16,0-1-168,0-2 112,0 3 40,0-4 120,0 4 97,0 0 79,0-1-448,0-1 568,0 2-32,-2-4-16,0 4-56,0 0-16,-1 0-448,3 0 384,-2 0-48,-2 0-40,2 0 8,1 0 17,-5 0-17,5 1-304,-2 0 344,-2 1-88,-1 0 144,-1-1-64,-8 3 32,11-2-368,3-2 352,-7 6-160,-8-1 112,10-3-48,-12 2 40,11-1-16,3-2-280,-11 0 216,0 5-80,8-1 8,-15-1 0,7-1-24,6-2-120,2 0 169,-10 3-41,1-4 88,-3 2-64,1 0 40,2-1-192,15-1 192,-15 4-120,-3-2 128,5 0-96,-3 0 16,-1 0 0,-1-2-72,1 0-32,0 0 80,-1 0 16,1 0 8,3 0-120,10 0 128,-14-4-72,-1 0 104,0-1-88,-1 1 72,1 0-24,18 4-120,-16 0-32,-2 0-8,0-5 104,-2 1-40,1 0 0,10 3-24,0-1 120,-9-2-152,0 4 144,-2 0-72,0-4-16,2 4-24,18 0 48,-20-3-80,-2 3 112,2 0-64,-1-4 40,0 0-56,17 4 0,-11 0-24,-5 0-24,0 0 32,2 0 24,0 0 40,7 0-48,6 0 120,-15 0-56,1 0 24,3 0-128,-2 0 24,0-3 32,19 3-16,-17 0-32,-2-4 56,2 4-16,-1 0-24,3-4 64,8 3-48,-3-1 24,-5-2-8,-1-2 160,2 6-144,-1-3 64,5 0-96,7 2 120,-11 1-184,1 0 192,6-4-104,-10 1 0,11-1 40,3 3-64,-13-3-48,10 0 24,-13 0 16,12 1 56,-10-1 0,10 2-48,1 0 96,0-2-56,-13 1 64,5-1-104,0 4 8,8-3-8,7 2 88,-18 1-168,10-3 88,-12-1 24,13 4-64,-12 0 64,14 0-32,-4 0 0,1-4-64,-12 4 80,5 0 16,10-3 56,-6 3-88,5 0 120,-1 0-40,-10-4-40,12 4 0,-12 0 9,12-4-57,4 4 8,-15 0-16,11 0-65,-10 0 81,9 0 16,-10 0 24,13 0-40,0 0 97,-11-3-81,8 3 8,-1 0 24,-8 0-56,10 0 8,5 0 8,-8-4 48,1 0-40,-8 4 16,11 0-8,-1 0-96,-2 0 32,-1-3-16,-6 3 40,10 0 64,-2 0-48,2 0 0,1 0 64,-4 0 0,-1 0-56,1-4 40,0 4-16,1 0-40,-1 0 56,-1 0-104,-6 0 88,10 0-32,-3 0-8,4 0 8,-2 0 24,-2 0-128,1 0 128,-1 0 24,0 0-8,1 0-40,4 0 48,-12-4-64,10 4-32,-2 0 24,-1 0 56,2 0-24,3 0-8,-4 0 48,1 0-56,-1 0 0,1-3 0,-1 3-8,4 0 16,0 0 64,-3 0-40,1-4 32,-1 4-64,-1-4-8,1 4 16,5 0 40,-6 0-40,1-3 0,-1 3 32,2-4-88,-1 4 48,4 0 8,-2 0 48,0 0-80,-3 0 56,2-4-40,1 4-8,-3 0 64,3 0-8,-3-3 0,2 3-8,1 0 0,-1-4-80,4 4 56,-4 0 32,1 0-88,-1 0 56,0 0 24,-1 0-64,4 0 40,0 0 56,-5 0-104,3 0 80,-1 0-16,0 0-16,1 0 0,3 0 48,-4 2-80,0-2 72,1 0-80,-1 0 8,0 0 32,4 0 0,-2 0-24,-1 0 8,-1 0-24,0 0 64,1 0 8,-1 0 16,0-4-24,1 4-8,1 0-64,0-4 48,-2 4 0,4 0-8,-3 0-8,-1 0-8,0 0 32,1-3 32,1 3-32,1 0-8,0 0 40,-3 0-56,2-4 16,1 4 0,-1 0 16,0-3-16,2 2 32,-2 1-32,0 0 48,-1 0-32,1 0-40,0 0 0,2 0 24,-2 0-56,0 0-8,0 0 112,1-3-16,-1 3-40,1 0 8,0 0 16,-1 0-48,0 0 24,2 0 16,0 0 0,-2 0-8,2 0 40,0 0-8,-2 0-32,1 0-8,-1 0-16,0 0 8,1 0 16,0 0-24,-1 0 16,0 0-8,1 0 24,-1 0 40,0 0-48,2 0 48,-2 0-40,0 0-8,0 0-64,1 0 80,1 0-16,-2 0 24,0 0 8,0 0-48,0 0 48,0 0-72,2 0 40,0 0 56,-1 0-56,-1 0 0,2 0-8,-2 0 8,2 0 0,0 0 40,0 0-24,0-4-40,-2 4-72,2 0-16,0 0 112,0 0-152,0 0-72,0 0-32,0 0-33,0 0-7,0 0 1513,0 0-2770,0 0 1217,0 2-64,0-2-80,0 0 0,0 0-24,0 0-16,0 0-16,-2 0 64,0 0-73,1 0 41,-1 0 504,0 0-512,-4 0-144,1 0 72,-1 0-112,1 0 64,0 0 632,4 0-609,-6 0-79,0 0-72,-1 2-152,1-2-96,-8 2-184,10-2-33,-1 0-103,-9 0 0,12 1 95,-5-1 113,4 1 1120,1 0-800,-4 1 216,1 0-3553,6-2 4137</inkml:trace>
  <inkml:trace contextRef="#ctx0" brushRef="#br0" timeOffset="13">265 4207 7065,'0'0'1216,"-2"0"113,0 0-113,2 0-1216,0 0 968,0 2-272,0-2-224,0 2-168,0 0-72,0-1-232,0 0 176,0 0 24,0 5 185,0-4-41,4 0 128,0-2 80,-4 0-552,0 0 472,3 0 48,1-4 24,-4 4-96,4 0-24,-2-2-424,0 0 448,1 2-87,1-3 87,-4 3-144,5 0 24,-1 0-48,-4 0-280,4 0 216,1 0 32,-1 0-16,1 0-40,1 0-24,-4 0-168,1 0 216,3 0-48,0 0 72,-1 0-48,10 0 0,-12 0-192,-3 0 224,6 0-64,9 0 104,-12 0-96,12 0 32,-11 0-15,-1 0-185,10 3 112,-9-1-16,12-2-16,-10 2 48,14 0-24,-17-1-104,0 0 192,15 1-32,-12-1 64,14 1-96,-15 0-8,16 0-120,-20-2 120,14 0-80,0 0 104,0 0 8,-10 0-32,15 0 0,-14 1-120,5 2 120,4-2-80,-1 1 176,3 0-128,-2 0 32,-2-1-120,-8 0 168,12 2-168,1 3-16,-2-4 48,1 3 16,1-1 16,-16-4-64,15 2 208,3 3-192,-2-3 56,3 4 24,-1-1-80,-11-2-16,0 0 96,10 2-64,-1-3 272,0 2-272,1-2 16,-4 1-48,-12-3 64,16 4-320,-1-2 496,0 0-176,1-1-24,1 1-16,-15-1-24,10 0-152,2 1 72,1 0 16,0 2 80,1-3 32,-7 0-48,-6 0 152,13 1-40,-1-2 96,0 2-280,-1-2 8,1 2 56,-18-2 8,17 2-128,1-1 160,1 1 8,-1 0 8,-1 2-64,1-1 88,2-1-48,-1 4 64,-1-4-48,0-1-16,-3 1-24,-11-2 80,12 2-80,5 0-72,-3 2 96,0-3-8,1 1-16,-16-1 0,10 0 144,6 1-160,-1-2 24,-1 2 56,-1-2-7,-7 0-57,-1 0 112,8 2-56,1-2 32,-1 0-112,3 0 24,-5 0 0,-14 0 16,15 0-88,0 0 16,1 0 80,1 0-40,0 0-8,-12 0 24,6 0 64,4 0-120,0 0 112,1 0-8,-1 0-16,-3 0-32,-8 0 64,15 0-80,-3 0 128,1 0-152,-2 0 40,1 0 32,-1 0-136,1 0 72,1 0 72,-2 1-64,-10-1 8,6 1 16,0 0 104,-5-1-144,14 0 152,-5 0-112,-10 0 0,11 0 0,-13 0 0,2 2-80,13-2 360,-12 0-296,11 2 56,-14-2-80,1 1 40,9 2-272,-8-1 192,12-2 8,-12 0 112,12 0-24,-14 0-16,-1 0 80,13 1 24,-11-1-224,10 2 96,-10-2 32,13 2-48,-17-2 40,3 2 72,12 0-40,-9 0-32,8-1 0,-10 1 72,2-1-72,3 0-8,-6-1-56,12 6 240,-9-3-200,8 1 32,-11-1-8,-2-2 48,5-1-272,-1 1 384,12-1-152,-14 2 32,3 0 32,-4-2-72,10 2-120,-8 0 40,11 0 8,-11-1 72,1 3-24,3-3 24,-1 0 64,-4 1-32,3 3-48,9-3-16,-12 0 0,3 0 48,10-2 8,-12 0-8,2 2 0,12 0-48,-14-2-24,-3 1 56,3 1 8,11 0-72,-11 0 96,1 0 0,10 0-56,-13-1 24,0-1 40,12 2-56,-10 0 80,1 2-32,10-2 16,-11-1-24,-4 0-24,5-2-80,1 1-40,10 2 112,-12 0 0,2-2 8,-4 1 0,1 0 104,3-1-96,-1 0-80,1 0 104,-1 0-8,7 0-24,-9 0-16,-3 2 32,4 0-104,-1-2 24,3 0 88,-3 0 24,-1 0-48,2 0 64,1 0-112,1 0-16,-1 0 64,-1 0 0,0 0 0,-2 0 64,1 0-48,1 0 80,2 0-104,-1 0-16,1 0 72,-6 0-48,3 0-112,3 0 16,-1 0 136,-1 0-80,1 0 8,-2 0 32,0 0 72,3-4-160,-1 4 64,-1 0 40,-1 0-16,2 0 0,-4 0 40,3 0-64,-1-4 336,1 4-336,0 0 48,-4-3 40,0 3-64,3 0-336,1 0 264,0 0 48,-1 0 0,1 0-8,-2-2 32,0 0 72,1 2-120,1 0-185,-4 0 209,4 0-16,-2 0 40,-1-4 128,-1 1-71,4 3-97,-4-4-9,4 4 25,-4 0 24,0 0-168,0 0-24,0 0 96,3-4-24,-3 4-40,3 0 160,-2 0-88,-1 0-168,0 0-176,0 0 120,0 0-24,4 0-16,-4 0 352,0 0-200,0 0-240,0 0-16,0 0-32,0 0-65,0 0 2690,0 0-4866,0 0 1985,3 0-40,-3 0-120,0 0-40,3 0 944,-2 0-993,-1 2-127,0 2-104,4-2-24,-4-1-25,4 1-7,-1-2 72,1 0-72,0 2 63,1 2 273,1-1-2969,-6-3 3913</inkml:trace>
  <inkml:trace contextRef="#ctx0" brushRef="#br0" timeOffset="14">2963 5829 9882,'0'0'1520,"0"0"-1520,0 0 1064,3 2-400,1 2-344,-4-3-128,4 1-72,-4 0-40,0-2 96,0 0-79,0 0 135,0 0 40,0 0 72,0 0-344,0 0 456,-2 0-32,2-4 128,-2 4-128,-2-3-24,-1 3-400,5 0 352,-6 0-120,3-4 72,-3 4-64,2 0 16,-1-4-15,3 4-241,-3-3 240,-10 3-64,9 0 40,-8 0 8,6 0-8,-5 0-216,6 0 288,-8 0-40,1-6-72,-1 6 24,0-3 16,-1 3-32,15 0-184,-17 0 208,2 0-80,-4 0 24,1-4-8,-1 4 16,12-2-160,-4 0 184,-7 2-88,1-3 8,0 3 56,-3 0-24,6 0-136,10 0 160,-15 0 16,1-4 104,-1 4-151,2 0 23,-1 0-16,16 0-136,-16 0-64,1 0 120,-2 0 48,-2 0-48,1 0 56,9 1-112,2 0 152,-10-1-48,-2 2-32,2-1-8,0 1 8,-2-2-24,1 0 64,-1 0 16,2 0-56,-2 0 24,2 0 0,13 0-96,-8 0 40,-6 0 24,1 0-80,-2 0 64,2-3 8,5 0-56,8 2 112,-15 1 16,0 0-160,0 0 64,1 0 24,-1 0-24,21 0-32,-16-4 128,-5 1-136,2 3-24,-1 0 64,1-4 0,11 4-32,-2 0 112,-9 0-48,-2-4-24,0 4 0,1 0-8,-1 0 40,2 0 0,-2 0 48,2 0-80,0 0-40,1 0 40,15 0-40,-12 0-48,-6-4 40,2 4 48,1 0-32,-1 0 16,9 0-24,4 0 48,-15 0-32,1 0 48,1 0-24,2 0 24,1 0-64,17 0 64,-16-3-64,1 3 40,-2-4-64,1 4 40,1-4 48,-1 4-48,1-3 32,-2 3 96,3 0-120,6-4 32,-6 1-56,8 2 32,-1-4-136,-12 1 152,5 1-88,6-1 40,-10 0 32,15 4-32,-9 0-16,-3 0 16,8-3 104,-13 3-80,5-4 0,11 4-24,1 0 88,-16-4-128,14 4-128,-15 0 168,12 0 16,-10 0-16,16 0 24,-5-5 208,-12 5-248,12-4 32,-10 4 8,10 0-16,-11 0 40,10 0-96,-10 0 48,12 0-8,-12 0 24,14 0-16,3 0 32,-18 0-16,4 0 144,10 0-168,-12 0 48,10 0-48,6 0 8,-13-4-136,9 4 72,-3 0 40,-6 0 64,8 0-56,-1 0 16,0 0 80,1-3-72,-9 3-64,10 0 88,-3 0-40,-5 0 8,10 0 8,-3-4 40,-1 4-72,-8 0 48,10 0-8,-3-4-32,5 3 16,-8-1 40,5-2-64,1 4 16,-3-4 72,-6 4-72,11 0 8,2 0 40,-5-3 0,-8 3 152,10-4-160,-2 4-56,-8-4 8,10 4-168,-3 0 104,-1 0 96,-6 0-16,10 0-16,1 0 16,-1 0 104,-11 0-128,9 0 144,1 0-160,-10 0 24,14 0 16,0 0 24,-6 0-64,0 0 168,1 0-104,-9 0 16,12 0-72,2 0 32,-6 0-112,0-3 56,0 3 32,1-4 16,-9 4 40,14-2-32,-1 0 72,-4 2-56,1 0-16,-1-4 24,1 4-32,0-3 8,4 3-32,-4 0 56,-1 0-32,-1 0 56,1 0-72,1 0 8,3 0 16,-2 0 0,-1 0-80,1 0 232,0 0-144,1 0-16,1 0 8,2 0-8,-4 0-144,2 0 152,-1 0-64,1 0-24,0 0-56,2 0 144,-2 0-264,0 0-104,0 0 16,2 0-88,0 0-40,0 0 480,0 0-496,0 0-160,0 0 0,0 0-161,0 0-119,0 0 4497,0 0-8130,0 0 3361,0 2-65,0-2-127,0 0-208,0 0-161,1 0 1769,2 0-1880,1 0 0,1 0 279,10-4-2880,-15 4 4481</inkml:trace>
  <inkml:trace contextRef="#ctx0" brushRef="#br0" timeOffset="15">3330 283 6761,'0'2'32,"0"0"0,0-2-32,0 2 40,0 0-56,0-1 56,0-1 0,0 2-8,0-2-32,0 0 88,0 0-64,4 0 80,-4 0 32,0 0-136,0 0 200,0 0 32,0 0 32,0 2-80,0-2 24,0 2-8,0-2-200,0 2 144,0-2 40,0 2 40,0-2 25,0 0-1,0 1-248,0-1 320,0 2-56,0 0-88,0 0 88,0 0-24,0 0-240,0-2 256,0 1 64,0-1-64,-2 0-8,0 2 8,1 0-24,1-1-232,0 0 224,-2 1-40,2 0 32,-2 0 72,0-1 8,1 2-296,0-2 361,-1 1 7,2 3-104,-1 1 72,-1-1 40,2 1 24,0-6-400,-2 4 488,0-1-136,0 3 16,0-1-8,1 3-56,-1-1 72,2 0-112,0 8 16,-2-9 1,2 1 7,0 7-288,0-11 312,-2 11-64,0-6 88,2 12-80,-2-13-24,1 13-16,0-18-216,0 4 136,-1 16-96,2-6 24,0 3 16,-2-3-8,2 1 152,-2-1-40,2-1 64,0 2-40,-2 1 0,2 0-208,0-18 200,-2 21-80,1-1 16,1-2-16,-2 1 16,0-1-16,1-12-120,0 5 160,1 7-72,-2 4 49,0-4-1,1 1-16,-1-4-120,2-10 144,0 12-48,-2-3 72,0 5-48,2-1 16,-2 0-24,2-15-112,-2 13 80,1 0-56,-1 1 16,0 0 48,0-1-48,2-7-40,0-1 104,0 8-64,-2 3-16,2-3-8,-2 1 8,2-2-24,0-14 32,-1 7-32,1 12 96,-2-13-88,2 13 64,0-12-16,0-3-56,0 8-72,0-6 64,0 8-40,-2-9 24,2 1 80,0 4-56,0-5 56,0-1-32,0 2 24,0 8-72,0-9 48,0-1-24,0 10-8,0-13-48,0 3 56,0 3 24,0 6-8,0-12-16,0 0 96,0 4-128,0 10 184,0-10-152,0 1-8,0 8 48,0-13-176,0 5 96,0 8 32,0-10 16,0 10-16,0-14 8,0 3 40,0 13-88,0-2-16,0-8 64,0 11 0,0-14 0,0-2 32,4 3-8,-4 14 96,0-16-136,0 3 56,0 1-40,0-7 16,0 4-128,0 2 88,0-3 0,3 1 0,-3 0-24,0-4 48,0 1-16,0 1-168,4 0 56,-4-2-104,0 2-112,4-2-56,-4 0-257,0 0-15,0 0-248,0 0-112,3 0-216,-3 0-313,0-4-231,0 4-120,4-3 55,-4-1 129,0 4 1728,0 0-1377,0-4 393,0 4 320,0 0 304,0 2-3529,0-2 3889</inkml:trace>
  <inkml:trace contextRef="#ctx0" brushRef="#br0" timeOffset="16">3248 1784 6985,'0'0'160,"0"0"80,0 0 80,0 0-320,0 0 408,0 0-16,0 0-72,0 0-8,0 0-63,3 0 15,-2 0-264,-1 0 272,0 0-40,0 0 80,-1 2 16,1-2 48,0 0-376,0 1 424,0 1-32,0 0 56,0-2 48,0 2-24,0-2-472,0 0 528,0 2-39,0 0-17,0-1 8,0 5-32,0-1 8,0-3-456,0 4 432,-1 1 0,1 1 8,-2 6-32,0-8-16,1 3-392,0-4 369,-1 3-33,0 12-24,1-13-16,-1 12-16,0-12 0,2-7-280,-4 19 240,2-5-80,0 1 56,-1 2-40,1-3-16,1-8-160,0 5 216,-1 5-96,0 1 24,1-1 16,-1-1-24,2-1-136,0-9 176,0 9 16,-2 5-48,2-3-24,0 1 40,-2 3-88,2-18-72,-2 11 96,2 5-16,-2 0-24,1-1 40,-1 1-8,1-8-88,0-1 88,-1 7-48,0 5 17,0-3-25,1 2 8,-1-3-40,2-15 72,-2 18-24,0-2 0,0 1 8,-1-1-48,-1 0-8,3-13 0,0 7 16,-1 3-72,0 1 48,0-1 48,1-8-40,-1 7 0,2-8 48,-2 9-24,0 4-48,0-5 72,0-6-8,1 8-16,0-15-24,2 4 48,-1 2-120,0 10 64,0-12 40,0 12-8,0-15-24,0 1 80,-2 4-104,2 1 32,0-1-40,0 1 32,0-2 0,0-5 24,-2 14-32,2-12 16,-2 5-48,0-1 56,0 8-16,1-10 16,-1 3-48,0 6 16,2-10 0,-2 3-24,1 3 40,0-3 64,-1-2-48,2 3-48,-1-3 24,-1 1-80,2 1 88,0-7-144,-2 8-40,0-1-129,2 0-23,-2 1-120,2-3-112,-2 1-104,2-1-200,0 1-32,-2-1-233,2 1-191,0-1-224,0 1-201,-1-1 73,1-1 72,0-2 263,0 0 361,0-1 312,0-1 280,3 0-3513,-3 0 3905</inkml:trace>
  <inkml:trace contextRef="#ctx0" brushRef="#br0" timeOffset="17">3102 3082 7001,'0'0'384,"-1"0"88,1-4 184,0 4 40,0 0-103,0 0-41,0 0-168,0 0 8,0 2-24,3 0 32,-3 2 104,1-4-504,2 5 552,-3-1 56,0 1 49,0 3-17,0 6-72,0-11-568,0 0 592,0 12-144,4-8-8,-4 10-144,0-3-112,0 0-184,0-13 176,0 6-120,0 15 80,3-7 24,-3 2 0,0-1 16,0-11-176,0 7 224,0 6-40,0 0 33,0 1 39,0 1-72,0-8-184,0-5 232,0 13-64,0 0 48,0 0-80,0 0-56,0 1 32,0-7-136,0 7 24,0-1 104,0 0-40,0 2 40,0-11-104,0 2 160,0 9-120,0-5 40,0 5-8,0-4 16,0-1-88,0-14 96,0 19-72,0-1 112,0-1-120,0 2 24,0-2 8,0-15-48,0 12-72,0 5 32,0 2 32,0-2 48,-2 0 16,2-8-56,0-6 120,0 14-56,0-1-72,0 1 32,0-2 0,0-2-24,0-18 8,0 22 16,0-1-48,0 1 48,0-4 80,0-1 24,0-12-128,0 6 160,0 6-104,0-1-112,4 1 120,-4-2-24,0-4-40,0-8 112,4 5 40,-4 8-128,3-10 32,-3 8-80,0-8 88,1-5-64,2 3 64,1 4-112,-4-3 80,4 1-56,-4-3-40,0-2 64,0 0-32,3 1-144,-3-2-40,4 0-208,-4 0-112,0 0 536,0 0-632,4 0-232,-4 0-9,3-4-391,-3 1-248,0-1-136,0 3 1648,0-2-1761,0 0 201,0-1 208,0 0 271,0 4 313,0 0 768,0 0-440,0-3 208,0 3-3721,0 0 3953</inkml:trace>
  <inkml:trace contextRef="#ctx0" brushRef="#br0" timeOffset="18">3152 4612 7177,'0'0'160,"0"0"136,0 0 80,0 1-376,0 0 520,0-1-40,0 2-55,0 1-41,0 1-16,0 1 16,0 1 32,0-1 8,0 3 96,0 6 72,4-8 64,-4-3-656,0 1 720,3 13-55,-3-2 95,0-8-136,4 11-32,-4-3 0,0 0-200,0 1 216,0 3-144,0 1-79,0 0 71,0-15-456,0 12 312,0 3 48,0 3 48,0-1-80,0-2 16,0-6-344,0-4 352,0 14-24,0 0 16,4-2-160,-4 0 16,0-1-200,0-20 144,0 17-120,0 4 0,3 2 104,-3-4-48,4 2 72,-4-14-152,0 5 208,0 5-248,4 0-112,-4 3 104,0-1 8,0-2 40,0 1 144,0-3-16,0-1-96,0 1 33,0-8-17,0-6-48,0 14-72,0-10-25,0 10 73,0-10 0,0 1-80,0-3 104,0-1-56,0 3-184,0 0-160,0-5-48,0 1-168,3 0 616,-2-2-816,-1 2-192,0-2-329,0 0-343,0 0-144,0-4-81,0 3 1905,0-1-1848,0-2 256,0 0 455,3-1 385,1-12-3433,-4 17 4185</inkml:trace>
  <inkml:trace contextRef="#ctx0" brushRef="#br0" timeOffset="19">3493 168 6849,'0'0'128,"0"0"56,0 0 64,0 0 40,4 0-64,-4 0-224,0 0 248,3 0-96,-3-3-40,4 3 16,-4 0-16,0 0-112,0 0 216,4 0 16,-4 0 25,4 0 111,-1 0-8,1 0 64,-4 0-424,0 0 408,4 0-120,-1 0 112,1 1-112,0 1 0,-2 2-288,-1-2 320,3 1-136,0 1 72,1 2 0,1-3-40,-3 1-24,-2-4-192,2 4 160,3 1-56,-3-1 89,1 0 7,0 1 0,-2-2-200,1 0 256,3 2-16,-1 1 0,1-3 56,-1 3-48,0-3-248,-4-3 248,4 6 0,-1-1-128,1 1 112,1-2-40,-1 1 0,0-4-192,5 2 264,-6 1-184,1 1 48,1-1 24,9 1 0,-13-1-152,-1-2 232,3 3-80,1 1-32,10-1 0,-11 1 16,1 9 73,-5-15-209,19 7 136,-16 8-80,14-10 8,-13 2-24,12 8 72,-14-12-112,0 0 208,14 15-72,-12-11 32,13 12-88,-12-3 24,11-4-104,-12-9 104,2 14-56,12 1 80,-12 2-80,14-1 8,-15 1-64,-1-16 8,11 14-16,-10 2-24,14 2 120,-14-3 40,17 3-48,-18-11-72,-2-2 144,18 11-120,-14 2 32,14-2 0,-15 1-16,13 0-40,-17-20 48,4 17-40,14 6-24,-14-4 16,14 2 24,-14 0-8,2-14-16,6 6 80,-7 9-88,10-3-16,-10 5 64,14-1 8,-16-6-48,-2-12 64,16 20 16,-12 2-32,14-3-96,-15 3 72,16 1 0,-21-25-24,5 22-8,13 5 0,-12 0 16,12 1-80,-12-1 56,12 0 80,-12 0-56,14 2 112,-15-3-128,14-3 0,-14 2 8,-5-24 40,15 24-64,-9 0 40,12 6 32,-12-2-24,12 2-48,-17-25 24,2 15 40,2 7-104,10-3 16,-12 2 112,3-1-8,4-11-56,-5-9 88,-2 21-8,12-1-56,-11-1-32,1-1 32,1-1 8,-6-26-32,5 24 40,10 1-88,-15 3 112,4-3-64,1 0 8,1 1 80,-1-1-176,1 2 104,-1-3-24,1 1 48,-3-3-40,-3-18 72,4 20-48,0 5-40,0-3 32,-1 3 8,1-1-48,-3-23 24,2 14 24,0 9-96,1-1 16,-4 2 104,0-3-16,2-9-32,0-6 88,-2 17-56,0 0-16,0 1-32,0-3 0,0 1 16,0-26 56,0 27-96,0 1 40,0-1 40,0-1-40,0-1 88,0-17-88,0 8 40,0 9-112,0 3 160,0-3-112,0-1 48,0-5-24,0-14 72,0 17-104,0-2 120,0 2-40,-2-2 8,0 5 0,2-23-56,-2 18 8,2 0-40,0 0 72,-2 0-8,2 0-24,-1-9-8,0-2 64,0 13-24,-1 2 24,0-2-40,0 0 8,0 0 8,0-2-88,-1 0 112,-1 3-40,0 3-8,1-4 0,2-16-16,-2 11 0,-3 9-40,1 0 8,-1-1 120,1 1-80,-1-2 104,1-3-48,-1 3-16,-1 2 16,1-3 0,-1 3-8,7-26-56,-7 24 0,-1-1-56,3 1 80,-2 0 0,1 0 0,3-15-24,-1 3 96,-4 10-96,3 0 16,-1 0 0,1 0 49,-1-2 39,-1 0-32,1 2 32,-1-4-24,2 0-8,-1 1 16,0-7 0,1 5-72,1-1 0,-1 2 56,-1 1-32,4-10-40,1-4 112,-5 10-16,1-1-32,-1 1-16,1-1 24,-1 2-72,6-17 48,-6 17-40,1-1 48,-1-1-40,-1 3-8,2-3 48,2-10-56,-2 6-16,0 7-40,-3-3 40,1 3 40,0-1-16,-8 1 80,11-1-48,-1-3-104,-1 3 96,-1 0 0,-8 3-8,14-20-24,-3 20 80,-4-1-144,1-4 64,0 1 16,-1 1-24,5-9 8,-1-1 96,-3 9-112,-1-1 128,3-1-56,-3 0 0,1-8 24,0 11-112,-1-12 184,1 12-120,0-10-8,1 10 16,4-14-40,-3 7-88,-3-6 40,3 10 64,-3-8-32,1 10 16,3-14 0,3-1 104,-7 17-56,1-14-8,-1 12-16,1-12-48,0 10 40,7-15-16,-8 5 32,3 10-72,-2-9 56,1 8-8,-1-8 24,0 0-32,-1 3 72,4-4-96,-3 2 48,-8 8-56,12-9 24,-3 6 8,4-10 48,-5 4-104,-8 10-144,10-10 184,-3 9-24,1-8 48,4-4-8,-9 9 168,7-5-232,-1 8 8,-10-10 40,10 3 24,2 1-8,1-2 96,-12-1-56,9 1 216,1 8-248,-2-10-80,-1 3 120,1-1-256,0 0 144,1 8 192,1-11-128,-1 1 40,4 0-40,-2 5 96,-1-6-176,-1 1-8,1 1 40,-1 1 64,4-1-16,1-5 72,-5 7 56,1-1-32,-1 1-136,3-1 48,1-2 24,1-4-32,-2 6-80,-1 0 80,1-1-16,-1-1 16,2 1 88,0-4-88,0 1 64,-1 5-8,-1-3 72,2 1-192,-1-1 24,1-2 40,2-2-32,-4 2-72,-1 1 216,3 0-88,-4-1-8,3 1-32,-1 0-40,-2 1 24,3 1 8,-1-1 8,0-1-16,1-2 72,-1 0-16,2 0-88,-2-1 80,1 1-24,1 0 24,2-2-16,-2 2 96,-2 0-160,3 0 64,-1-1-8,0 1-8,0 0 72,2 0-96,-2 0 208,2 0-272,0-2-24,0 0 128,0 0-216,0 1-304,0 1 280,0-2-184,0 0-16,0 0-88,0 0 528,0 0-689,0 0-63,0 0-112,0 0-184,0 0-256,0 0 5961,0 0-10875,0 0 4394,0 0-25,0 0-7,-2 0 208,2 0 1648,0 0-1249,0 0 337,0 0 368,0 0-2233,0 0 2777</inkml:trace>
  <inkml:trace contextRef="#ctx0" brushRef="#br0" timeOffset="20">3397 1658 7129,'0'0'224,"0"0"112,0 0 32,4 0-8,-2 0-360,0 0 296,-2 2-120,4-1 8,-1 1-72,-3 0 8,3-1-120,-2 0 153,3 1 23,-1 0 48,-3-1 64,4-1 16,-4 2 64,1-2-368,2 0 368,-3 0-24,3 0 8,-3 0-48,4 0 24,-2 0-328,0 0 288,-2 0-32,3 0 48,-3 0-104,4 2 16,-4-2 24,4 2-63,-4 0 79,3 0 72,1-1 0,-4-1 40,1 0-368,2 0 360,-3 2-104,3 0-8,1 0-32,0 2-48,-4-2-168,0-1 184,3 3-32,-3-2-24,4 3 32,0-1 16,-1 2 0,-2-6-176,2 5 136,1 1-40,-4-1 56,3 1-40,1-1 32,-2-2-144,0 0 208,2 2-96,-1 1 65,1-1-9,0 1-64,-1-1-104,-3-5 112,0 8 0,6-3 32,-3 1-24,1-1 32,0-3-32,-3-1-120,1 3 80,2 0-48,0 0 24,1 1 0,-1 1 32,-2-3-88,0-1 128,-2 4 0,3 9-80,3-14 48,-2 5 16,1-1-40,-5-4-72,4 4 152,-1 0-144,1 1 104,0 1-24,-1 1 32,0-5-120,0 1 208,1 3-96,-1-1 48,3 9-80,-2-10 32,0 7-112,-3-9 96,3 2-48,1 10 24,1-9-40,-1 8 8,10-8 40,-15-3-80,0 10 72,5-5-64,1 10 40,0-12 8,-1 14 16,-2-16-72,0-1 112,2 17-48,1-1-24,8-12-8,-10 15-32,1-6 0,-5-15 40,6 14 24,0-8-64,8 13 72,-14-3-40,6-3-64,-4-9 32,1 5 48,3 5-112,-1 0 40,1-1 56,-1-6 8,-1 5-40,-2-8 56,3 0 24,1 16-48,-1-7-16,1-6 32,-1 10-56,-4-16 8,4 2 8,0 12-24,-1-8 80,0 8 8,-1-9-24,0 2-48,0-1 65,3-2-73,-3 12-8,1-13 64,1 12 0,-2-11-48,-2-5 56,3 16-8,-1-10-40,1 14 0,0-16-24,-1 13 32,1-12 8,0 12-56,-1-3 48,-3-8 32,4 14-16,-1-12-32,-2-4 64,-1 10-40,4-8-80,-1 15 40,1-5 0,-4-2 24,0-15-8,4 14 96,-4-6-128,3 12 64,1-13 0,-4 14-56,4-14 96,-1 13-112,-3-5 32,4-8 24,-4 12-48,3-14 32,-2-3 72,-1 18-56,3-12 32,-3 10 8,4-3-40,0-1 8,-4-10-24,0 7-8,3 4-56,-3 0 64,4-1 64,-4 3 8,2-9-72,0-2 128,-2 11-64,0 0 56,3-1-96,-3 1 0,4-1-24,-4-16 56,0 15-120,4 3 48,-4-1 80,3-1 8,-3 1 32,0-2 8,0-1-104,0 3 32,4-2-40,-4-1 16,0-3-16,0-5 72,0 1-112,0 12 152,0-5-104,4 1 0,-4 0 56,0-13-64,0 12-96,0 1 56,0-8 32,3 14-16,-3-14 72,0 2-48,0 0 64,0 8-32,0-10 16,0 15-48,4-7 0,-4 0 0,0-13 8,0 16-16,0-11 144,0 14-128,0-7 24,0 3-16,0-12-16,0 10-80,0 0 64,0-1 40,4 1 16,-4 0-64,0-6 24,0-3 88,0 12-88,0 0 72,0-10-16,0 14 0,0-15-8,0-7-48,0 19-48,0-3-8,0-1 32,0 0 32,0-1 8,0-7-16,0 3 48,0 6-72,0-8 88,0 14-24,0-8-16,0-2-24,0-9 56,0 16-112,0-12 48,0 13 0,0-5-8,0 0 24,0-12-8,0 10-40,0 2-24,0 1 56,0 1 0,0-2 32,0-7-24,0-2 96,0 2-96,0 10 72,0-1-56,0-1 16,0-2-32,0-13 72,-2 15-112,2 1 88,0 0-88,-2-3 40,2 1-8,-1-10 8,0 5-24,-1 4-16,2 1 48,-1 2 24,-1-10-24,1 6-8,0-6 56,1 1-64,-2 10 40,0-3-40,0-10 8,-1 15 16,2-17-16,0 9-24,-1 3-40,0 0 80,2-1 16,-2 3-48,1-14 16,1 1 72,-2 16-120,0-5 80,0-8 0,2 14-16,-2-8-16,2-12 80,-2 14-152,0-8 32,2 14 56,0-5-48,0 1 32,0-13 0,-1 8 16,1 5-88,-2-2 136,2-1-40,-2 5-8,1-8-16,0-6 96,-1 12-136,0-1 192,1 1-136,-1-2-16,-2-1 0,4-14 16,-2 15-160,0 0 80,-1-1 64,-1-6-8,0 14 32,3-19-24,-1 1 72,0 16-72,-4-12 72,5 10-72,-3-10 40,1 5-40,2-10 48,-3 3-72,1 8 80,1-8-56,-2 12-24,1-10-8,2-5 32,-2 14-80,-1-12 16,2 10 40,-1-9 40,-1 10 16,3-13-32,0 0 64,-2 13-40,1-10 40,-2 10-48,0-10-40,-1 12 24,5-18 24,-6 6-88,3 12 16,-1-11 56,0 10-48,-1-2 32,3-11 8,-2 6-8,-1 5-48,1 0 120,-1 0-48,1-1-16,3-3 0,0-7 64,-4 3-152,3 14 176,0-7-40,-2-8 0,2 12 16,2-17-64,-3 6-24,-1 9-8,0-1 16,-1-8 0,3 10-8,-1-15 24,0 1 24,2 14-72,-5-12 88,1 10-80,1-10-24,1 8 64,2-11-48,-2 4-152,-3 14 144,0-15-216,-1 10-32,0-9-48,5-5 352,-2 3-512,-1 4 32,-1-1-81,1-2-47,-3 3-56,5-5 664,1-1-648,-6 4-128,1-1 48,2-3-264,-3-2-137,1 0-111,7 0 1240,-15 0-1464,12 0 55,-3-4 81,-1 1 72,-8-3 88,13 0 1168,0-2-1009,-5 4 225,0-13 224,1 12 280,2-17-3673,4 22 3953</inkml:trace>
  <inkml:trace contextRef="#ctx0" brushRef="#br0" timeOffset="21">3423 269 7801,'0'0'592,"0"0"-592,0 0 720,0 0-223,4 0-161,0 0-120,-1 0-120,-3 2-96,0-2 80,4 2-16,0 2 32,-1-1 104,-3 1 72,4-2 88,-4-2-360,0 2 416,4 0-32,-4-1 48,3 3 64,1 0 0,-2-3-496,0 0 497,-2 2-33,3-1-200,1 4 80,0-1-8,-1 1-64,-2-6-272,2 5 352,1-1-200,-1 0 32,-3-1-16,4 1 0,-2-3-168,0 0 200,-2 2-104,3-1 136,-3 0-128,4 0 96,-4-1-200,0 0 240,4 2-144,-4-1 200,4 0-136,-1 0 8,1 0 25,-4-2-193,0 2 88,4 1 0,-1-1 56,1 0 16,-4 2 32,2-3-192,0 0 272,3 4-64,-1-3-8,-1 2-32,1-3 16,0 1-184,-4-2 144,3 6 32,1-3-112,0 3 72,0-1 0,-1 1-80,-2-4-56,2 1 144,2 3-208,1 0 24,-1-1 120,1 2 40,-3-1-120,-2-4 216,2 16-24,1-12 40,0 8-136,1-6 0,1 8-64,-1-1-80,1-8 24,-1 14 160,1-14 56,-1 13-32,2-13-160,1 1 232,-8 7-184,5 1 176,1-1-104,-2 0-7,-1-1-113,-3-12 136,6 13-136,-1 0 48,1 1 24,-1-1-8,1-1-8,-5-9-56,3 7 48,2-5-72,-1 12 16,1-3 32,0-1 56,-3-5-80,-1-3 96,13 9-32,-15-8 40,5 8-104,1-1 16,-3-8 32,-2-7-48,2 20-32,3-5 64,-3 0 56,1-1 0,2 1-16,-4-9-72,1 3 128,12-2-168,-15 17 72,3-9-8,3 0-24,-3-3 0,-2-8 80,4 3-40,1 17 104,-1-9-88,-1 3 8,1-1-8,-1 0-128,0 1 40,-1 0 40,1 1 40,0-1 8,-2-9-56,-1-1 112,3 10-56,0-1-64,-4-1 48,3 1-24,1-4-16,-4-12 40,4 16 8,-4-2-32,3 1 24,-3 1-40,4-10 32,-3 0-32,2 6-16,-3 2-40,4 2 136,-1-1-80,1 1 8,-4-3 112,4 1-136,-1 0 56,1 0-40,-4 3 24,4-3-8,-4-15-16,0 14 0,3 3-16,-3-2-16,4 3 16,-4 2 0,2-12 16,0 1 48,1 9-72,1 1 48,-4-3-8,4 1 24,-1-3-40,-3-12 56,0 13-32,4 1 24,-4 1-32,4 0-16,-4-1 24,1-11-24,1 7 48,2 4-80,-4 1 56,4-3 32,-4 3-80,0-2 128,0-1-32,3 3-40,-3-10-8,0 14-16,0-7 0,0-13-8,0 13 8,0 1-40,0-8 64,0 15-56,0-7 0,0-9 24,0 3 48,0 5-96,-1 1 16,-1-8 56,0 12 0,0-7-24,2-10 72,0 13-8,-2 0-64,0 0 8,1-10-8,-1 14 0,2-18 0,0 5-8,0 14-8,-2-5 0,2 1 24,0-1 24,0 2-16,0-1 32,0 1-32,0-1-16,-2 3 8,2-5-8,0-12-16,0 15 24,0 1-24,0-3 48,0 3 24,-2-1-40,2-12-16,0 6 48,0 4-136,0 0 80,0-1-40,0 1 64,0-4-16,0-7 112,0 11-88,0-1 16,0 1-56,0 0-24,0-1 8,0-8 24,-2 14-32,0-14 56,1 12-32,-1-11 48,1 2-32,0 1 64,-1 5-64,0-8 72,0 11-96,1-10-16,-2 7 40,2-12 0,-1 3-80,0 10 96,-1-1 16,1-8-8,0 13 8,2-15-32,-4 5-40,2-4-40,1 12 24,-1-12 56,0 12 40,-1-13-40,2-3 88,-1 17-24,1-14 32,-1 12-72,0-12-48,0 12 32,2-17-8,-4 5-96,2 14 16,1-14 104,-1 12-16,-2-12 16,3 2-24,0 3 112,-1-5-168,1 12 56,-1-12-48,0 12 24,0-12 72,0 3-24,0-1 168,1 10-192,-1-12 32,0 12-40,0-10-136,0 0 120,0 8 32,1-9 16,-1 1 8,-1 1-32,0-1 48,0-2-32,-1 12 64,-2-12-72,4 3 16,1-2-24,1-5-8,-2 5-88,0-1 96,-2 2-24,1 8 16,1-11 8,1 1 0,0 5-16,-1-5-40,0 1 112,0 1-24,1 0-16,-1-2-16,2-2 88,-2 11-136,-2-10 88,2 2 0,1 1-32,-1 8-8,2-14 0,-2 1 0,0 6-128,0-1 176,2 8-32,-2-10-8,1 1 136,-1 8-168,2-12 144,-2 6-120,2-1 32,0-1-32,0-5 80,-2 16-192,0-12 120,2 12-56,-2-11 0,0-1 88,2-3-40,-1 3-16,-1 12-24,0-12 8,0 12 8,0-11 48,0 1 32,1 0-56,-1-3 96,0 11-112,0-10 40,0 1 8,2-5-32,-2 16-64,1-13-32,-3 1 120,2 3-8,0 6-40,1-12 24,0 0 96,0 3-152,-3 3 88,0-1-8,2-1-24,-1 0 0,3-5 56,-4 5-80,0-1 160,2 1-104,-1 1-32,1-2-32,2-3 32,-2 4-176,-2 1 48,3 1 80,-3-3 88,2 1 16,1-3-56,0-1 120,-1 4-80,-1-1 0,1 1-48,0-1 40,0 0-32,2-4 48,-2 2-80,1-1 72,-1 2-64,0 3 0,0 1 32,1-4-8,0 6-24,-1-8-72,1 0 208,-1 3-96,0 1 8,2-2-24,0-2 112,-2 3-184,0 2 112,0 1-64,0-1 8,1-1 16,1-6 0,-2 5-16,0 3-48,0-3 56,0 2 0,0 1-32,2-5 40,-1 1 104,-1 3-64,0-3 32,0 2-48,0-1-48,0 10 8,1-10-48,-1 3 8,0-3 64,0 1-8,2-1-8,0-3 8,-2 2 32,0 1-128,1 3-40,-1-3 144,2 1-32,0-3 24,0-1 96,-2 4 40,0-4-80,0 1-40,0 3-104,1-1 32,0-4 56,0 4-144,-1-2 48,0 1 104,0-2-16,0 0 32,2-1-24,-2 2 64,1 0-88,-1 3-56,-2-1 72,2-1 24,-1 0-16,3-3 24,-2 1 72,0 0 184,0 2-256,0-1 0,-1 1-32,2-3 8,-2 4-264,1 0 168,0-1 88,0 0 32,1-1-16,-1-1-8,2 0 64,-2 2-24,-2-3-112,2 3 120,1 2-8,-3-3-40,4-3 24,-2 6 72,0-1-176,0-1 80,0-2-8,1 1-40,-1 1 120,0-2-88,0 0 112,0 2-40,0-3-56,1 2 0,1-2 32,-2 3-120,0-2-40,0-1 160,0 5-48,0-2 24,2-4-8,-1 5 96,-1-1-200,0-1 152,0-1-80,-2 2 56,3-3-24,1 0 72,-2 1-104,0-2 176,0 2-136,0-1-16,1 1 8,0-2 8,0 8-136,-1-5 144,-2-1 0,2 2-24,0-1 16,2-2-8,-2 0 32,1 3-40,-1 0 24,0-3 0,0 1-88,1-1 72,0 0 56,-2 1-40,1 0 72,0 0-64,0-1-48,0 1 24,2-2 16,-2 2-88,1 0 80,-1 0-32,0 0 16,0 0 0,1-2 8,0 1 48,-1 1-64,1 0 176,-1 0-152,0 0-24,0-1 16,2 0 16,-2-1-192,2 0 256,-2 0-96,0 0 48,2 0 0,0 0-32,-1 5-112,-1-3 40,0 2-8,0-3-16,0 3-40,1-2 136,0 0-112,1 0-120,-1 3-112,-1 1-32,-2-1-96,2-1 472,2-4-496,-2 3-64,1-1-152,-3 2 79,2 2-79,-2-3-40,3-1 752,-1 2-752,-2 1-288,2-3-24,-1 4-233,-1-5-135,1 2 1432,2-2-1464,-4 5-105,-1-3 209,1-1 64,1-2 159,0 0 281,4 0 856,-3 0-656,1-4 288,0-1 208,0-1-3745,2 6 3905</inkml:trace>
  <inkml:trace contextRef="#ctx0" brushRef="#br0" timeOffset="22">3451 290 7297,'0'0'304,"0"0"88,3 0 0,-3 0-64,4 0-80,-4 0-248,0 1 192,0 3-56,4-2 65,-4 2 39,4-3 64,-4 0-304,0 0 400,3 1-8,-3 2 128,4-2-80,-4-1 8,3 1-448,-2-2 440,2 0-120,1 0 96,-4 0 16,4 2-47,-1-2-25,-2 1-360,2 0 320,1 1-152,-1 0 72,-3-2 64,4 2-8,-2-1-296,0-1 368,-2 0-56,3 2-8,1-2-32,-4 2 40,4-2-8,-4 0-304,3 2 216,1 0-88,0 0 96,-1 1-32,1 1 17,-2-3-209,0 2 296,1 0-224,-3-1 104,6 0-48,-2 2-8,-2-3-120,-1-1 224,5 6-128,-2-2 32,-1 1 24,1 1-40,0-1 24,-4-2-136,3 9 176,1-7-136,1 1 128,1 9-8,-1-10-64,-2 3-96,-2-1 208,5-2-128,-3 10 8,1-9 24,2 10 24,-3-11-136,-3-4 96,6 17 40,-3-12-104,1 12 104,0-11-32,-1 12-48,-1-18-56,2 3 136,0 15-184,-1-14 112,1 10 56,-4-8-40,3 6-80,-2-7 160,2 10 8,-3-8-8,4 10-56,0-11 0,-4 10-40,0-16-64,3 5 8,-3 13 8,0-14 41,4 13-9,-4-12 0,0 3-48,0 2 144,4-5-112,-4 14 24,0-13 0,0 10-16,0-11-40,0-5 80,3 18-32,-3-3 72,0-1-96,0-8-16,0 13 24,0-18-32,0 2-32,4 16 32,-4-5 56,0-8 24,4 15 0,-4-12-80,0-5 128,0 12-48,0-3-80,0 3-16,0-1 48,0-1-24,0-15-8,0 18 72,0-1-40,0-2 0,0 1 56,0 1-104,0-10 16,0 4 112,0 6-104,0 3 168,0-3-88,0-3-48,0 1-40,0-11 104,0 12-184,0 3 144,0-3 8,3-1-8,-3 1 0,0-13-64,4 9 40,-4 5-96,0-3 80,4 1 8,-4 0 24,0-7-56,0-1 136,3 7-88,-3-8 0,0 14-40,0-13 24,4 9-32,-4-15-16,0 15 32,0-1 24,0-8-32,0 14 40,0-16-16,0 1-32,0 5 24,0-4-80,0 12 88,0-12-32,0 11-48,0-7 48,0-7 72,0 3-112,0 10 8,0-2 40,0-8 40,0 11-40,0-16-8,0 4 16,0 14-72,0-15-8,0 16 64,0-7-24,0-6 64,0 10-40,0-1-24,0-3 72,0-6 16,0 6-64,0-12 56,0 4 16,0 8 0,0-6-56,0 8 32,0-10-48,0-2 0,0 7 0,0-6-48,0 12 64,0-12 32,0 14-64,0-12 80,0 10-96,0-12 0,0 10 64,0-8-16,0 7-16,0-13 16,0 6-24,0 10-40,0-12 72,0 3 24,0 8-8,0-10 32,0 8-144,0-8 40,0 9 48,0-10-16,0 7 0,0-9 48,0 4-40,0 10-24,0-12 32,0 3-16,0 8-8,0-15 8,0 4 40,0 0-136,0 10 48,0-11 56,0 1-40,0-1 32,0-1 72,0 12-8,0-7-40,0-1-32,0 8 8,0-14 0,0-1 8,0 2-16,0 4 16,-2-1-40,2 1 8,0 8-24,0-12 48,-2 2 8,2 2-40,-1 1 40,-1 8 8,2-12 0,0 5 56,0-1-16,0 8-32,0-12-40,-2 3-8,0 1-8,2-6 32,-2 4 24,2 0-88,0 1 112,0-1-24,-2 1-32,2-4 8,0 1 72,0 3-80,0-1 8,0 1 0,0-1 40,-1-1-40,1-4 40,0 2-40,0 3-16,0 1 24,0-1-40,0 1 32,0-4 48,-2 1-80,2 3 8,0-2 72,0-1-24,0 1-24,0-2 72,0 2-32,0-3-64,0 3 16,-2 0-24,2-1 32,0-3 40,0 4-80,0 0-24,0-1 80,0 3-40,0 0 40,0-1 16,0 1-48,-2-5 24,2 3-8,0 2 80,0-2-80,0-3 16,0 5-24,0-1 56,0 2-128,0-3 80,0 2-8,0-6 8,0 3 8,0 3-8,0-1 48,0 1-16,0-1-32,0-3 0,0 0 32,0 4-24,0-3 0,0 1-48,0 1 40,0 1 0,0-6-24,0 6 24,0-1 40,0-1 8,0-1-24,0 1 16,0-3-40,0 0 0,0 1-56,0 0 24,0-1 16,0 1 48,0 0-32,0-2 24,0 2 16,0-2-48,0 2-16,0 1 40,0 3-48,0-5 32,0 3-8,0 0-32,0-2 80,0 2 16,0-2-32,0-1-24,0 1 80,0 0-152,0 4 48,0-5 0,0 3 8,0 0 48,0-2-40,0 3-32,0 2 96,0-1-56,0-2 48,0-4-48,0 3 64,0 1-192,0 2 96,0-1-8,0-1 32,0-1 8,0-1 64,0 2 32,0 1-56,0 1-32,0-1 16,0-1-56,0-4 32,0 4-32,0 0 8,0 1 32,0-1 0,0-1 56,0-2-64,0 0 24,0 3-56,0-2 32,0 0-72,0-1 112,0-1 32,0 2-88,0 2 64,0-2-64,0 0 8,0-1 8,0-1 0,0 0 8,0 0-48,0 2 16,0 0 56,0 0-24,0-1-8,0 0 8,0-1 24,0 0 32,0 2-64,0-2 48,0 3-56,0-1-56,0 0 48,0 0 0,0 0 24,0-2-8,0 2 32,0-1-128,0 1 96,0 2-16,0 0 16,0-3 0,0-1 80,0 2-96,0 0 56,0 0-72,0 0 16,0-2 8,0 0 8,0 2-40,0-1-24,0 1 80,0 0-8,0 0-8,0-2 0,0 0 104,0 0-128,0 0 104,0 0-40,0 0-48,0 0-184,0 0 408,0 0-272,0 0 160,0 0-128,0 0-216,0 0 360,0 2-168,0-2 72,0 2-24,0-2 8,0 1-8,0-1 88,0 0-112,0 0 168,0 2-120,0 0-16,0-2-8,0 0 24,0 2-160,0 0 72,0 0 72,0-1-40,0 1 56,0-1-24,0 0 56,0 1-136,0 0 160,0 2-80,0-3-24,0 1 24,0-2 80,0 2-136,0-2 112,0 2-48,0-2-16,0 0-8,0 2-56,0 0-8,0-1 32,0-1 72,0 0-24,0 0 88,0 0-24,0 0-24,0 0-56,0 0 8,0 0-160,0 0 288,0 0-128,0 0 32,0 0-160,0 0 280,0 0-216,0 0 112,0 0-56,0 2-8,0-2 24,0 0 104,0 0-160,0 2 88,0 0-24,0 0-16,0 0 0,0-2 8,0 0-32,0 0-40,0 0 64,0 1 16,0-1-16,0 1 8,0 0 64,-2-1-96,2 0 80,0 2-40,0-2 32,0 2-40,0-2 64,0 2-96,0-2 96,0 0-88,0 0-8,0 2 8,0-2 24,0 1-80,0 1-16,0 0 64,-2-2 48,2 2-16,0-2 0,0 0 96,0 0-56,0 0 64,0 0-88,0 0-48,0 0-192,0 0 440,0 0-328,0 0 72,0 0 80,0 0-24,0 0-136,-1 0 288,1 0-256,0 0 144,0 2-64,-2-2 0,2 0 8,0 0 72,-2 0-128,2 0 104,-2 0-40,2 0-24,0 0 16,-2 2-56,2-1 8,0 1 40,-2-2 32,2 2-16,0-1-8,0 0 56,-1 1-56,-1 0 0,0 0-8,0-2 8,2 0 0,-2 1-8,2 3 96,0-2-80,0 0 16,0-2-24,0 0-72,-2 2-8,0-1 136,1 1-56,-1-2 0,2 2 0,0-2 64,-2 0-184,0 2 144,0 0 8,0 0-32,1-2 24,0 0-24,-2 0-40,1 1-72,0-1 128,0 2-8,-1 0 24,1-1-32,0 0 144,-2 1-152,1 0 104,1-1-80,-2 3-120,1-1 104,3-2-16,-4 4-152,0-1 192,0 0-24,1-1-32,1 1 64,1-4-32,-2 2-96,0 0 8,-3 1 8,1-1 64,1 2 24,2-2-8,0 0 104,-1-1-48,-1 5 24,-2-4-88,3 1 0,-1 1 48,4-4-40,-4 2-56,-1 0-32,-1 0 64,3-1 8,-3 1 0,4 0 16,-1 0 48,-3 0-80,1 0 128,-1 0-88,1-2 40,-1 1-8,0-1-128,1 2 112,-1-2-56,1 0 48,1 2-8,4-2-8,-5 2 0,1-2-80,-1 2 72,-1-2-8,2 2-8,1-1 24,1-1 72,-4 2-88,3-2 96,-1 0-80,0 0 0,1 0 24,-1 2-104,0-2 96,-1 0 0,1 0 0,0 0 0,1 2-48,-1-2-24,2 0 8,0 0 48,0 0 8,1 0-8,1 0 72,-4 0-40,2 0 32,-2 0-88,3 0 0,-1 0 32,2 0-8,-2 0-80,0 0 32,0 0 48,2 0-16,-2-4-24,2 4 40,-1 0 64,-1 0-104,0 0 152,0-3-88,2 3-80,-2 0 40,0 0-232,2 0 184,0 0-128,0 0-48,0 0-24,0 0 264,0 0-424,0 0 0,0 0-64,0 0 16,0 0-104,0 0 2960,0 1-5313,0-1 2321,0 0-72,0 0-56,0 2-88,0-2-56,0 0 880,0 2-1017,0 0-95,-1 0-56,1 0-40,0-1 7,-1-1 1201,0 0-1080,-1 0 40,0 2 128,0-2 88,0 0 55,-1 0 769,3 0-664,-2 0 128,0 0 216,-2 0 128,2-3 112,1-1 0,0 3 80,0-2-3873,1 3 3873</inkml:trace>
  <inkml:trace contextRef="#ctx0" brushRef="#br0" timeOffset="23">3424 1791 5681,'0'0'2096,"0"0"-1560,0 0 48,0 0-184,0-1-400,0-2 273,4 3-137,-4 0-40,4 0-8,-1 0 56,-3 0 112,4 0 80,-4 0 96,4-3 64,-1-1 40,1 4-536,-4 0 552,0-4 24,4 4-40,-1-3 1,-3 3-65,4 0-72,-3 0-400,2 0 384,0 0-128,1-4 16,-4 4 24,4 0-24,-1 0 64,-3 0-16,4 0-16,0 0-24,-1 0 8,1 0-64,-4 0-224,4 0 232,-1 2-23,1 0 39,0 1-32,0 1-16,-3-1-200,1 0 200,2 0-120,0 3 24,1-1 0,-1 1 40,-1-2-144,-3-3 120,4 5 72,0 1-32,-1 1-16,1-1 16,-4 8-80,1-15-80,2 1 96,0 5-64,1 1 40,0 8 16,0-9 0,-1 8 0,-3-8 0,4 1 24,0 0-48,-1 8 40,-3-9-104,0-6 80,4 14-24,0-6-16,-1 6 56,-3-8 0,4 11-8,-3-15-88,2 1 136,0 14-72,1-10 8,1 8 40,-1-8-32,-1 6-80,-2-9 96,3 1-8,-1 17-64,1-16 72,0 12-8,-1-11 8,-2-6-96,2 15 80,1-11-88,-1 14 8,3-14 56,-3 16-32,-1-14-24,0 0 89,2 1-41,-1 12-16,1-5 32,0-10-16,-1 12-48,-2-15 56,4 5-56,-1 9 8,-1-8 64,1 10-56,0-12 56,-3-2-72,3 8 72,0-6-152,0 1 136,-1 8-16,1-10-48,-2-1 8,0-2 104,-2 5-64,3-1-56,-3 1 64,4 8-48,-4-10-16,0-4 16,4 13 16,-4-10-96,3 1 64,-3 3 24,4-1-32,-4-4 24,0 1 72,0 4-72,0-1 16,4-2 32,-4 1-32,3 0-16,-3-5 8,0 5 8,4-1-32,-4 3 40,0-3-8,4 3-48,-4-7 32,0 3 40,0 4-96,3-3 48,-3 1 32,0-1-56,3-2 32,-2 0 72,-1 2-48,0 1 16,4-1-8,-4 1-32,0-1 0,0-5 16,0 6-24,0-1-16,0-1 24,3 1 16,-3-3-8,0 4 16,0-3-48,0-1 0,0 2 48,0-2 16,0 2-40,0-3 32,0 5 0,0-1-32,0 1-32,4-4 56,-4 3-16,0-4-8,0 2 32,0 1-56,0 1 24,0 1 32,4 8-16,-4-12-16,0 0 56,0 2-16,0 1 0,0 1-24,3-1 24,-3 1-32,0 1-32,4-1 32,-4 1-24,0 0-8,0-1 48,0-4-24,0 3-24,4 1-16,-4 1 56,0 0-8,0-1 48,0 4-56,0-5 112,0-2-104,0 3 32,0-1-64,0 1 0,0 1 48,0-6-24,0 6-64,0-2 40,0 1 64,0-3-32,0 1 24,0 0 0,0-1-96,0 3 80,0-2-32,0-1 16,0 0 0,0-2 40,0 1-64,0 3 40,0-1 8,0 0 16,0-3-16,0 0-24,0 0 0,0 3-88,0-2 16,0 3 96,0-1 8,0-2-32,0 0 120,0 1 0,4-1-40,-4 2-8,0 0-104,3-3 32,-3-1-16,0 4-32,0 0-8,0-2 96,0 3 8,0-1 0,2-2-48,0 1 72,-2 1-88,0 1 88,0 1-88,0-2 40,0 0-24,0-3 48,0 3-88,0 0 120,0 1-56,4 1 32,-4-3-32,0-2-24,0 2-48,0 1-24,0 1 72,0-3 24,0 3 8,0-3-32,0 0 104,0 0-112,0 2 120,0-1-160,0 1 24,0-2 24,0-2-8,0 4-104,0-3 160,0 1 8,0 0-56,0-2-16,0 2 8,0-2-88,0 0 160,0 2-48,0-2-48,0 1 32,0 0 48,0-1-96,0 0 136,0 0-8,0 0-16,0 0-72,0 0 8,0 0-40,0 1-56,0 1 80,0 0 64,0 0-96,0-1 48,0 0 72,0 1-112,0-1 64,0 1 24,0 0-16,0 0-32,0-2 48,0 0-88,0 2 152,0 0-128,-2 1 16,2-1 72,0-1-72,0 0-112,0 3 48,0-3 24,-2 3-16,2-2 80,0 0-24,0 0 96,0 0-40,0-1 24,0 1-104,0 0 24,0 0 0,0-2 24,0 4-72,-2-3 32,2 1 24,0 0 8,0 0 0,0-1-16,0 0 40,0-1-104,0 0 56,-2 2-16,2-2 56,0 1-32,0-1 64,0 2-88,0-2 32,0 0-48,0 0 24,0 0 40,0 0-16,0 0-64,0 0 80,0 2-16,0-2-32,0 0 24,0 0 72,0 0 48,0 0-104,0 0 24,0 0-16,0 0-120,0 0 152,0 2-88,0-2 16,0 0-16,0 0 32,0 0-48,0 0-16,0 0 120,0 2-40,0-2 16,0 0-32,0 0 96,0 0-152,0 0 168,0 2-144,0-2 64,0 0-32,0 0-80,0 0 40,0 0 48,0 0 0,0 0 40,0 0 8,0 0-16,0 0-64,0 0 32,0 0-40,0 1-24,0-1 56,0 0 32,0 0-32,0 0 40,0 0-56,0 0 64,0 0-152,0 0 176,0 0-144,0 2 56,0-2-8,0 0 48,-2 0 96,2 2-104,0-2 48,0 0-96,0 0 72,0 0-40,-1 2-56,1-2 16,0 2 24,0 0 32,0-2-16,0 0 56,0 1-96,-2-1 48,2 0 16,0 2-8,-2-2-16,2 0 64,0 2-96,0 0 8,0-2 16,0 2 8,0-2 8,0 0-8,0 0-32,0 0-32,0 2 80,-2 0-16,2-1 0,0 0 0,0 0 72,0-1-64,0 0 80,0 2-32,0-2-64,0 2 8,0-2 24,0 4-104,0-4 136,0 1-16,0 1-72,0 0 64,0 0-88,0 0 0,-2 0 56,2-1 16,0 3 0,0-3-16,0 0 88,0 4-32,-2-3-16,2 2-32,-2 1 0,2-3 24,0 2-96,-1-2-24,1 2 72,0-1-32,0 1 56,-2 0 64,2-1-112,-2-1 176,2 2-120,-2-2-16,2 1 40,-2 3-176,0-3 192,1 3-16,1-2-24,-2-1-40,1-2 24,0 0-48,-1 3-64,0 0 104,0-1 88,1 1-56,-1-2-24,2 0 120,-2 3-96,0-1 40,0 1-56,2 1-8,-2-3 0,1 3-120,-1-1 56,0-1 40,0 2 16,0-1 32,1-3-24,0 2 64,0 1-64,-1 1 88,-4 1-80,4-1 56,-1 1-16,-1-1-136,0 1 176,-1 0-136,3 8 48,-2-11 16,1 1-88,-1 2 8,0 8 48,-1-11 32,3 3-24,0-3 8,0 0 64,-3 10-40,1-12 16,-2 13-24,3-10 16,-1 9-32,4-13-8,-5 14-40,-1-12 96,2 12-88,-1 0 72,-1-8-24,5-1-8,-1 8-48,-2-8-56,-1 1 0,1 10 48,0-12 16,2 5 40,0-5 80,-1 1-32,-1 10 32,-1-10-48,3 1 8,-2 8-40,4-14 0,-4 3-40,1 4-32,-1 6 48,-1-8 88,1 1-72,1 1 8,0 1 88,-2-4-112,1 12 136,-1-12-112,-1 12 16,3-13-16,2-3 24,-4 16-136,1-12 288,-1 12-192,1-11 40,-1 8-56,-1-6-144,1 10 120,-1-13 0,2 12 64,-1-11 8,4 2-16,0-2 96,-3 0-96,1 9 48,1-10-72,-2 10-24,-1-10 88,5-5-40,-4 17-32,0-12 0,1 12 104,-1-12-32,0 14 8,2-17-48,-1 1 72,-1 14-160,0-12-16,1 12 56,-3-10 64,3 7-16,2-9 8,-2 0 32,-1 10-208,-1-11 104,1 10 72,0-8 0,3-4-8,-3 10 184,-2-6-224,2 1 88,-1 8-16,1-9-24,2-3-8,1 1 112,-3 11-128,-2-12 24,3 3-8,-3 9-32,1-12 48,1 12 0,-1-11-24,1 3 0,-2 8 24,3-12-8,2 0-8,-2 2 16,-1 2-40,1-1 64,-1-1-56,0 1 72,2-3-56,1-1 88,-3 4-136,0 1 232,2-1-224,1-3 16,-3 2 24,4-4-8,-2 1-136,-2-1 88,3 3 64,-3 0 0,2-2-40,0-1 112,0 1-104,0 0-8,1 0 32,-1 0-40,0-1 40,2 0 32,-2 4 16,0-5 0,2 2-56,-2 0-16,2 0-40,0-1 64,-1 3-152,1 0-56,-2-2-56,0 0 16,2-1-8,-1 0 256,0 0-208,1 1-64,-2-2 80,2 2-184,-2-2-16,2 2 392,0-2-392,0 2-241,-1-2 49,1 1-64,-2-1-192,2 0-104,0 0 944,0 0-1112,-2 0-289,2 0-79,0 0-88,-2 0-9,2 0 1577,0 0-1400,-2-3 96,2-1 191,0-1 225,0-1 264,0-9 232,0 15 392,0-3-256,4-3-3689,-4 6 3945</inkml:trace>
  <inkml:trace contextRef="#ctx0" brushRef="#br0" timeOffset="24">3268 3144 6801,'0'0'56,"-1"0"-56,0 0 112,-1 0 24,0 0 112,2 0 8,0 0 32,-1 0-288,1 0 288,0 0-72,0 0-24,0 0 24,0 0 0,-2 0 16,0 0 65,2 0-9,0 0 32,0 0-8,0-3-24,0 3-288,0 0 288,0 0-40,0-4 24,0 4 0,0 0 0,0-4-32,0 4-240,0 0 224,0 0-80,0 0 8,0-3 48,0 3-32,0 0-168,0 0 232,0-4-8,0 4 16,0 0-15,0 0-1,0 0-224,0 0 200,0 0-24,0-4 0,4 4 40,-4 0-24,0 0-16,1 0-176,1 0 216,-2 0-96,4 0 128,-4 0-24,0 0 8,3 2-232,-2-2 328,-1 2-96,3-2 48,-3 0-40,4 2-16,0 0 16,-4-2-240,3 5 184,-3-1-8,4 0 8,0-1 17,1 3 39,-3-4-240,0 1 256,2 3-56,-1-1 88,1 3-168,1 6 32,0-9-152,-4-4 160,4 4-144,-1 12 184,0-11-88,-1 12-24,1-13 24,-2-1-112,2 7 80,-1-5-24,3 12 96,-2-3-40,1-1-40,-2-4-72,-2-5 136,2 10-64,3-10 64,-2 16-40,1-7-16,1 3-8,-6-16-72,5 16 24,1 0-16,-3 1 56,3 1-16,-1-1 0,-3-10-48,0 2 96,4 9-88,-1 1 40,1 0-48,-3 4 16,2-5-16,-4-16 56,4 17-24,1 2 24,-1-3-8,10 3-32,-15 0-64,1-17 48,2 14-8,2 5-56,1-2 16,-1 0 96,1 0-8,-4-6-40,0-6 64,3 14 16,1-2 0,-3 3-96,3-1 40,-3 0-24,-3-24 8,4 30-48,0-5 64,1 3-32,-1 1 32,0-3 8,-3-17-32,1 10 48,2 10-32,0-1 272,-1 3-224,1-3 24,-1-7-88,-2-13 152,2 21-288,-3-1 360,4 3-192,-4-1-15,4-3-9,-4-23-8,0 24-145,3 1 113,-3 0 104,0 3-8,0-5 9,0-12-73,0 0 112,0 12-88,0-1-24,0 3 56,0 1-24,0-2-32,0-25 56,0 28 16,0-3-184,0-2 152,-1-1 16,-1-1-32,1-16-24,0 10 136,-3 4-184,-1 0 32,3 0 40,-2-1-40,2-8 16,1-6 80,-3 15-72,-2-4 136,1 2-80,1 1-40,-1-1 24,4-19-48,-4 16-96,0 3-8,-1-1 104,1-3-8,-3 3-16,2-10 24,-3 2 96,4 7-144,-1 1 152,-8 1-88,8-3-24,-6-2 8,9-12 0,-2 15-104,-12 3 120,12-3-16,-12 2 40,12 0-80,2-15 40,-9 9 0,7 2-40,-10 3 8,9-5 8,-8 3-56,10-7 80,2-3-24,-5 0-72,-8 13-48,11-12-72,-1 10-113,-2-11-103,1 1-120,-1 8-192,-1-10-128,3-1-176,-1 3-201,4-6 1249,-1 3-1392,-3 2-224,3 1-73,-3-3-31,2 1 32,2-2 1688,1-3-1361,-1 1 361,0 4-2145,2-6 3145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3:23:18.055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2362 0 13450,'0'2'2585,"0"4"-1065,5-3-680,-1 3-503,2-1-281,-2 0-56,-3-4-121,3 4-271,-1-3 32,-3 0-48,0 0 88,0 0 128,0-2 192,-1 0-160,-1 0 24,-4 0 40,1 0 48,-3 0-16,0 0 64,2 0 40,0 0-16,-9 0 48,10-4-64,-13 4-24,11-3 16,6 2-8,-21 1-64,7-3 144,1 3-104,-3-4 0,1 0 0,10 4 32,-5 0-120,-5-3 72,-1 3 40,0-4-8,1 0 0,4 2 16,7 1 24,-15-3-48,0 0-64,-2 4 96,0 0-32,0 0 48,20 0-24,-20 0 48,-2 0-120,0 0 64,-2 0-24,-1 2 24,1 4 64,-2 8-48,1-8 168,-1 10-96,1-10 16,3 10-96,20-14 144,-24 4-168,1 12 200,-1-1-72,1-1-40,-3 5 8,24-17-72,-15 12 8,-7 6 0,-1 2 56,-1-2 24,1 2 0,11-9-88,6-5 192,-19 16-32,2 2-40,-1-1 48,-1 3-24,0 1 40,30-30-184,-28 31 216,0 1-80,-1 0 9,1 2-33,0 0-24,18-21-88,-6 7 120,-9 16-72,1 2-16,1-3 32,0 3 16,5-10-80,14-21 104,-17 27 64,0 7-24,0-3 8,1 1 0,1 0-48,17-32-104,-14 25 128,-3 13-64,0 0 56,-1 0 16,3-2-24,7-20-112,4-6 184,-10 26-72,0 4 144,1-4-120,1 1-24,1-2-112,13-41 64,-13 43-168,6-1 96,-10-2 24,11 0 32,-12-1 16,17-29-64,-1 13 40,-5 11-56,-6-3 56,10 1 0,-3-1 32,1-11-72,4-13 80,-5 18-56,1 3 40,1-4-128,-1-1-8,3-3 0,2-19 72,-2 17-184,-1 0 8,1-2-16,1 1-32,0-5-16,1-6 240,0 1-264,-1 5-48,0 1-56,1-9-56,-1 10-16,0-13 440,2-2-529,-2 4-87,0 3-72,0-3-128,1 1-104,-1-1-112,1-3 1032,0 2-1169,-1 1-111,2-1-48,-2 0-17,0 1 113,0-1 1232,1-2-904,-1 5-3465,2-7 4369</inkml:trace>
  <inkml:trace contextRef="#ctx0" brushRef="#br0" timeOffset="358">815 2280 14139,'-1'6'3400,"-1"-1"-1311,0 12-1161,0-11-472,0 8-456,0 1-168,-3-10-152,1 12-72,0-13 392,3-2-304,-14 3 16,9 10 200,-10-10 8,1 12 48,0-12 16,14-4 16,-12 6-56,-6 7 0,3-10 40,-4 3-8,1-1 16,10-3 8,0-1 32,-8 4-56,1 0 24,-1-5 0,2 1-8,2-2 8,10 0-16,-12 0 0,-1 0-32,-1-5 40,2-1-8,1-9 24,10 14-8,-7-3 16,-4-13-40,1 12 40,-1-15 8,-2 14 32,8-7-56,4 4 96,-10-9-48,0 1 48,8-3-96,-12 0-24,14 1 8,5 19 16,-20-22-72,12 0 0,-8-2 0,10-1-128,-10-1-113,14 16 313,-2-6-360,-3-12-120,-12-1-16,14 3-40,-12-1-24,12 7 560,3 14-600,-16-22-112,10 1-56,-10-4-113,3-1-71,-1 5-72,13 22 1024,-13-23-1128,-4 0-73,-2 0 81,0 1 280,0 1-3497,22 26 4337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4:50.702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2275 0 6185,'0'0'1112,"0"0"-24,0 0-328,0 1-760,0 0 481,0 1-209,0 0-96,0-1-64,0 1 24,0-2 56,0 0-192,0 2 200,0-2-24,0 2 16,0-2-64,-2 0-32,1 0-96,1 0 88,-4 2-64,-2 0 0,5-2-24,-3 1 24,1 1-24,2-2 24,-3 0-16,1 0-8,-3 0 24,3 0-24,-1 0 0,3 0 0,-2 0 8,1 0-48,-1 0 24,-1 0 0,2 0 16,0 0 0,1 0-16,-3 0-32,2 0-48,-2-3-72,2 3-40,1 0-104,1 0 312,-4 0-424,0 0-144,1 0-137,1 0-103,0 1-64,1-1 872,0 0-888,-1 2 136,0 0 208,1 0 200,-1 0-3521,2-2 3865</inkml:trace>
  <inkml:trace contextRef="#ctx0" brushRef="#br0" timeOffset="1035">1889 4 7001,'0'2'1224,"0"2"-1224,0-3 888,0 5-495,-2-3-257,0 1-72,1-2-80,-1 0 0,0 0 8,-4-1-24,3 1 48,-1 0-24,0-2 16,2 0-8,1 0 24,-5 0-16,1 0-8,-1 0 0,1 0-48,0 2 48,4-2-104,-6 0-40,1 0-73,1 0-39,-1 0-24,1 0-56,3 0 336,-2 0-376,0 0-120,1 0-72,-3 0-64,3 0-24,0 0 656,2 0-512,-3 0 127,2 0 145,1 0-3576,1 0 3816</inkml:trace>
  <inkml:trace contextRef="#ctx0" brushRef="#br0" timeOffset="1036">1242 98 6697,'0'1'1320,"-2"1"-240,-2 0-503,1 0-321,-1 0-152,0 0-64,-1-1-32,1 1 24,-1 0 8,-1 0 16,3-2-56,1 0 64,-4 0-8,0 0-56,1 2 8,-1-2 8,1 0-16,5 0 0,-7 0 40,1 0-80,1 0-8,-1 0-24,1 0-72,2 0 144,-2 0-136,0 0-96,-1 0-40,1 0-97,-1 0-111,2 0 480,3 0-584,-5 0-144,1 0-64,-1 0 8,0 2 136,1-1 199,4 0 449,-4 0-280,2 1-3624,3-2 3904</inkml:trace>
  <inkml:trace contextRef="#ctx0" brushRef="#br0" timeOffset="1037">677 162 6649,'0'0'1352,"-2"0"-288,1 0-423,-1 2-289,0 0-168,2-2-184,-2 1 72,0-1-40,0 0 8,1 0-8,-3 0 32,2 0-64,0 0 96,-1 0-32,-1 0 16,0 0-56,0 0-16,-1 0-8,5 0 16,-6 0-104,1-3 0,-1 3-56,1 0-80,-1 0-16,3-4-56,-1 4-129,0-4-55,-1 4-112,1 0-96,0 0 688,3 0-720,-5 0-32,1 0 32,-1 0 136,2 0 191,1 0 145,2 0 248,-2 0-3816,3 0 3816</inkml:trace>
  <inkml:trace contextRef="#ctx0" brushRef="#br0" timeOffset="1038">105 188 8305,'-1'1'1825,"-1"1"-689,-4 0-512,6-2-624,-3 2 288,-1 2-184,0-2-16,-1-1-56,1 1-24,0 0 24,-1 0-16,-1-2 8,1 2-32,-1 0-8,1-1 16,5-1-112,-6 0-144,1 0-136,1 2-240,-2-2-224,1 0-225,4 0 1081,-4 0-1272,2 0-64,-1 0 176,0 2 327,3 0-3383,1-2 4216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19.803"/>
    </inkml:context>
    <inkml:brush xml:id="br0">
      <inkml:brushProperty name="width" value="0.05" units="cm"/>
      <inkml:brushProperty name="height" value="0.05" units="cm"/>
      <inkml:brushProperty name="color" value="#3165BB"/>
    </inkml:brush>
  </inkml:definitions>
  <inkml:trace contextRef="#ctx0" brushRef="#br0">338 1 5625,'0'3'1344,"0"3"40,0-1-287,0 1-281,0-1-264,4 3-112,0-1-96,-4-1-40,0-1 16,0 3-8,0-3 16,0-4-328,4 15 320,-4-11-56,0 3 0,0 6-16,0-6-23,0-1-225,0 2 224,0-2-56,0 16-32,0-16 56,0 13-24,0-5-168,0-11 192,-2 10 8,0 6-8,0 1 32,0-3-16,0 2 8,2-16-216,-2 13 192,1 5-56,-1 0 64,2 0 16,0 2-24,0-10-192,0-4 256,0 15-64,0 5-32,0-1 24,0 1-64,0-2-120,0-27 152,0 30-40,0 2-24,0 0 40,3 1-64,-3-3 41,4 0-33,-4 0-64,4 1 72,0 1-24,-1-4-8,0-6-48,-2-15 120,-1 22-80,4-1-16,-1-1 0,-3-1-24,0 1 8,0-24-8,4 16 32,-4 4-56,0-2 32,4 0 16,-4 0-24,0-12 0,0 0 32,0 9-64,0-3-88,0 1-24,0-3-128,0 0 272,0-13-377,0 14-15,0-8-152,0 12-16,-2-12-72,2 8-88,-2-10-56,0 2-113,0 1-87,0-1-24,1-1-80,-1-3 1080,2-1-1152,-2 4-25,0-4-55,0 3 96,2-1 208,0-2 279,0-2 649,0 1-2344,0-1 2344</inkml:trace>
  <inkml:trace contextRef="#ctx0" brushRef="#br0" timeOffset="552">688 1036 6777,'0'0'1464,"0"0"-295,0 0-473,0 0-696,0 0 440,0 2-216,0 0-96,0 3 0,0-1-16,0 1-112,0-5 144,-2 6 24,0-1 32,0 1 40,-1-1 16,-3 3-8,4-4-248,-1 7 216,-3-6-80,1 2 24,-3 10-16,3-12-8,-3 10 40,1-9-16,-8 12-8,10-12 24,-1 10 25,-8-9-33,12-6-168,0 13 224,-4-6-80,-1 8 8,-8-10 8,10 10 0,1-13-160,0 0 192,-10 4-8,8 8-40,-9-10 0,10 12 16,-9-12-160,13-5 152,-4 6 32,-3-1-80,-8 3 8,10-3-8,-8 1-48,12-4-56,-2 3 120,-12 1-80,10-1-24,-9-1 64,10-2-16,-8 0-64,7-1 80,1 1 24,-12 0-56,12 0-32,-12-2 16,3 0-56,6 0 16,-12 0-24,13-4 24,-10 0 32,12-1-16,-4-1-8,-1-3 72,3 6-80,-12-12-8,12 11 32,-11-12-48,12 11 32,4 4 16,-16-15 8,11 1-40,-14 9 0,14-16 40,-11 8-64,16 10 40,-4-9-40,-12-4-160,12 3-184,-10-5-136,10 5-240,-3 4 760,2 3-968,1-9-217,-1 10-223,-1-18-176,3 8-33,-2 0 1617,7 15-1664,-4-19 296,2 0-3297,2 20 4665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2692 193 4937,'0'0'400,"0"0"96,0 0-8,0 0-488,0 0 432,0 0-48,0 0-48,0 0-16,0 0 16,0 0 0,0 0 0,0 0-40,0 0 57,0 0-25,0 0-8,0 0-4097,-2 0 7906,2 0-3833,0-3 16,-2 3 48,1 0-32,-1 0 16,2 0-344,-2 0 336,0 0-56,0 0 32,0 0-40,1 0 32,-1 0-8,-2 0-15,2 0-9,0 0-24,1 0-8,-1 0-240,2 0 192,-4 0 8,2 0-32,-3 0 0,1 0-8,0 0-16,3 0-144,-3 0 152,0 0-64,0 0 24,-1 0 0,1 0 16,1 0-128,1 0 152,-2 0-24,-1 0-24,-1 0 16,2 0-24,-1 0 24,5 0-120,-6 0 104,1 0-48,-1 1 48,-1-1-56,0 2 56,4-1-104,-2 0 80,0 1-72,-10-2 72,11 0-40,-3 2 8,1-1-48,5 0 56,-14 2-16,9-1 24,-1 0 8,0 0 8,-10 0 24,16-2-104,-3 2 40,-4-1 0,-6 1 32,8 0 0,0 0 16,-2-1-88,2 0 97,0 1-17,-1-1-40,-10 1 8,12-2-40,-2 2-8,6-2 16,-15 2-40,10-2 8,-12 0 48,13 2-16,-12-2 8,15 0-24,-2 0 72,-14 2-96,13-1 112,-12-1-48,11 2-32,-5-2-8,6 0 88,-1 2-128,-12-2 104,11 2-80,-12 0 8,12 0-8,6-2 16,-15 1-40,11 1 56,-12 0 0,10 0 16,-11 0-8,14-1-24,0 0 56,-12 0-32,10 3 0,-10-2 0,8 0-32,-6 1 8,12-2 24,-4 0 8,-12 3-24,12-2 24,-1 0-16,-10 0 8,16-2-24,-3 1 32,-13-1-40,10 2 48,-8-2-8,10 2-8,-6-2-24,5 0 56,1 2-40,-10-2 8,9 0-8,-8 2 0,8-2-16,6 0 8,-18 0-24,12 2-24,-10-2 48,10 1 8,-1-1 8,-10 0 56,12 0-104,-3 0 8,-8 0 24,9 0 24,-6 0-32,9 0 40,-3 2 0,-8-2-24,8 0-56,-10 2 64,11 0-16,3-2-8,-12 2 8,10 0-8,-12-1-16,12 1 16,-14-2 0,16 1 0,1 0 40,-6 1-24,-8 0 56,12 0-64,-11-2-8,10 0 0,5 0-8,-15 0-56,10 1 48,-10-1 16,9 2 0,-1 0 8,2-1-8,-5 0 16,5 1-56,-10-2 40,10 0 16,-12 0 0,13 0-16,2 0 32,-12 0-48,8 0 16,-8 0-8,8 2 32,-11-2 0,16 0-24,-3 0-32,-3 0 8,-8 0 0,9 0 24,-1 0 0,0 0 0,-1 0 40,3 2-40,-3-2 40,-8 0-24,10 0-8,-6 0-8,10 0 40,-4 1-96,-1-1 16,-8 2 32,10 0 0,-10-2 32,13 0-24,-2 0 40,-12 0-80,10 0 40,-8 2-24,8-2 24,-3 1 0,3 0 24,1-1-24,-10 0 88,10 0-112,-10 0 40,9 0-24,6 0 8,-16 0-56,8 0 24,-10 0 16,11 0 16,-10 0-8,14 0 8,-1 0 48,-13 0-24,12 0 40,-15 0-40,12 0 0,-6 0-24,10 0-16,-2-4-32,-10 4 72,8 0-64,-10 0 56,11 0-16,3 0 0,-9 0-24,8 0 0,-10-4 24,9 4 24,-8 0-24,10 0 0,2 0 72,-13 0-64,10 0-24,-10 0 0,10 0 8,-11 0 8,15 0 8,-4 0 24,-3 0-40,1-3-16,-8 3 32,10 0-48,2 0 40,-2 0 24,-11 0-40,10 0 0,-8 0 24,8 0 24,1 0-32,3 0 32,-15 0-16,13 2-16,-3-1-8,-9-1 24,12 0-24,2 0 8,-11 0 32,8 0-88,-3 0 56,-8 2 0,12-2-16,1 1 16,0 0 40,-11-1-48,10 0 96,-3 0-96,-1 0 32,1 0 16,0 2-120,-1 0 152,-6 0-72,10-1-16,-2 1 16,5-2 0,-5 0-64,-1 0 24,1 0 24,-1 0 8,1 0 40,2 0-32,1 0 24,-12 2-16,12-2 80,-3 0-96,1 2 16,-3-2 16,8 0-24,-5 0-64,-3 0 0,1 0 80,1 0-56,-1 0 0,5 0 40,-1 0 24,-5 0-80,1 0 88,1 0 8,-1 0-32,1 0-8,5 0 48,-5 0-96,-9 0 80,12 0-64,-3 0 32,-1 0 24,6 0-24,-4 0-24,-2 0 48,0 0-32,-8 0-32,11 0 40,0 0 0,1 0 16,-4 0-8,1 0 40,-1-4-48,1 4-8,1-3 8,5 3 0,-6 0-16,1 0-48,-1-4 56,1 4 8,-1 0-48,4-1 48,-1-2 40,-3 3-96,1-3 64,3-1 16,-4 4-32,4 0 8,0 0 80,-1 0-96,-1-4 40,0 4-16,3 0-64,-3-4 64,4 4-8,-4 0-8,2 0-56,-3 0 80,1 0 0,1-3-24,1 3 8,0 0 72,0 0-72,-2 0-24,1 0 24,-1 0 8,-1 0-8,4 0 0,-2 0 8,-3 0 24,3 0-40,-1 0-8,2 0 16,1 0 0,-2 0-40,-2 0-16,1 0 64,-1 0-32,-1 0 8,4 0 16,0 0 24,-3 0-24,3 0 0,-2 0 8,1 0 8,-3-4-8,6 4-8,-3 0 0,-1-4-56,0 4 40,2 0 0,-1 0 0,1-1 16,0-1 48,-2 2-72,1 0 8,-3 0-8,2-4 24,2 4 0,1 0 16,-3 0-32,0 0 112,1-4-136,1 4-8,0 0 40,2 0 8,-2 0-96,-1 0 48,1 0 40,0 0-8,0-3-24,1 3 40,0 0 16,-1 0-24,1 0 48,1 0-24,0-4-48,0 4 32,0 0 24,0 0-64,0-4 16,0 4 72,0 0-56,0 0-16,-1 0 24,0 0 16,1 0-88,0 0 112,0 0-48,-2 0 24,1-2-16,0 1 40,1 1-112,0 0 112,-2 0-72,2 0 24,-2 0 32,2 0-24,-1 0-40,-1 0-32,0 0 64,-2 0-8,2 0 0,1 0 16,0 0 40,0-4-64,-1 4 48,0 0-8,0-4-48,-1 4 32,2 0-16,-2-3-24,1-1 8,0 4 48,0 0-24,0 0-8,2-1 16,-1-2-24,1 0-48,-2 3 56,0-4 0,2 4-8,-1-2 24,0 0 40,1-1-24,0 3-32,0-4 0,0 4 0,0 0 16,0 0-32,0 0-16,4-4 56,-1 4-16,-3-1 8,0-1 56,4-2-104,0 4 96,-1-4-64,1 4 32,-1 0-16,-2 0 48,2 0-80,1-3 104,2-1-120,8 4 32,-10-4 16,-3 4 0,4 0-96,0-3 64,12 3 24,-14-4 8,12 4 48,-12 0-48,0 0 56,11-4-24,-10 4 56,12-4-40,-12 4-8,12-3-40,-15 3 32,4 0-72,10 0 56,-11-4 40,10 4-48,-8 0 40,-1-1-48,6-2 24,-5 3-88,12-3 88,-12-1-24,10 4 8,-12-3-8,-2 2 56,18 1-24,-14 0-16,12 0-16,-12-3 24,12-1-32,-17 4 8,13-4 40,-9 4-96,17-3 56,-7 3 32,0 0 8,-13-2-40,1 0 96,19-2-24,-7 4-16,0 0-104,1 0 48,-2-3 0,-11 3 0,15-4 0,1 0 72,-3 1-40,2-1-24,-1 4-16,-13-1 8,9-2 0,5 0-48,-2-1 56,1 0 24,1 1 16,-7 3-48,-5 0 88,11-4-72,1 0 16,-2 1-32,1-1 16,0 0 16,-3 4-56,1-3-32,0-1 56,1 0-8,3 0 16,-14 3-8,4-1 48,8-2-88,-2 0 72,-1 4-48,3-3 0,-4 0 16,-10 2 80,14 1-96,-2-4 56,1 1-32,1 3 0,-1-4-32,-13 3 24,11 2 24,2-1-64,-1 0 16,2-4 56,-3 4-56,-3-2 24,-3 1 64,8 1-48,1-4-16,1 0 0,-1 4 16,-1 0-16,-16 0 24,17 0 16,1-3-16,-1 3-24,-1-4 8,1 4-24,-12-1 16,7-2 24,4 0-56,2 3 40,-1-4 24,1 4-40,-6-3 8,-7 2 40,11 1-48,1-3-16,1 3 24,-3-4 8,4 4 16,-18 0-24,12 0 16,2 0-24,1 0 16,-1 0 0,2 0 8,-10 0-16,0 0 56,8 0-40,2 0 32,-12 0-32,17 0-24,-9 0 8,-11 0 32,13 0-40,1 0 24,1 2-8,-1 0 0,1-1-40,-13 0 32,7 0 32,3-1-56,1 2-8,0 0 64,-1-2-48,-4 0 16,-5 0 48,10 0-32,0 0 16,1 0-16,-1-4-16,-10 4 24,-4 0-24,20-3-48,-15 3-8,16-4 64,-7 4-40,-10-4 24,3 4 8,4 0 32,-6 0-72,16-3 56,-16 3 0,16 0 8,-11-3-24,-8 2 24,3 1-16,16 0 8,-7 0-32,-1 0 8,3 0 8,-15 0 0,11 0 16,1 0-64,3-4 48,-2 4 8,3 0-40,-9 0 32,-1 0 56,10 0-8,0 0-24,1 0 16,-3 0-16,3 0-24,-18 0 8,18 2-8,-1 0-16,1 0 24,-3 0 0,1-2 0,-12 0-8,6 1 24,6-1-56,-1 2 24,-1-2-8,2 0-16,-13 0 32,-3 0 40,23 2-16,-18-2 0,14 0 8,-15 0 0,12 0-40,-16 0 8,3 0 16,15 0-40,-14 0 8,12 0 48,-12 0-24,2 0-8,1 0 32,-2 0 8,-1 0-48,10 0-24,-12 0 8,3 0 8,11 0 16,-14 0-16,3 0 56,10 0-56,-12 0-8,-3 0 24,4 0 24,9 0-104,-14 0 88,6 0 0,8 0-8,-11 0 0,-2 0 56,3 2-88,1-2 0,1 0 0,-1 0 32,-1 0-16,-4 0 16,4 0-16,-1 0-40,1 0 0,-4 0 40,4 0-8,-3 0 24,1 0 48,-2 0-64,4 0 16,-4 0-8,0 0 8,0 0 32,4 0-8,-4 0-40,0 0-8,0 0 16,0 0 8,0 0-40,3 0 24,-3 0 40,0 0-24,0 0 40,0 0-24,0 0-40,0 0 8,0 0 0,0 0 16,4 0 24,-4 0 0,0 0-32,4 0 0,-4 0 8,0 2 0,3-2-40,-3 0 16,0 2 24,4-2 8,-4 0-8,0 0 32,4 0-24,-4 1-16,4-1 24,-4 0 0,0 0-16,3 0 0,-3 0-32,0 0-24,4 0 80,-4 0-16,0 1-8,0 0 32,0-1-24,4 0-16,-4 0-16,0 2 24,0-2 40,0 2-56,0 0 16,0-2 8,3 0 8,-3 0-48,0 0 32,0 2 0,4-1-24,-4 1 8,0 0 64,0 0-64,0-1 16,0 0 24,0 1-24,0-2 8,0 1 16,0 1-8,0 0 24,0-2-40,0 2-48,0 0 0,0 0 24,0 0 0,4-1 40,-4 0-16,0 0 40,0-1-80,0 0 32,0 2-24,0 0 24,0-1 8,0 0 32,0 1-64,0-1 40,0 1-48,0 0 24,-2 2 0,1-4 16,0 3-24,-1 3-24,-2-2 8,1-3 16,-1 1 0,-1 0 32,1 2-24,0 0 8,-1-1 8,-1-1-16,1 2 16,5-4 0,-4 2 0,0-1-32,-1 1 40,-1 2-8,3-2-8,1-2 8,-2 2 32,-1 1-72,1-1 16,-2 0 0,3 0 48,-1-1-24,2 0 72,-3-1-48,1 1 8,2 1-64,-3 0-8,1 0 16,3-2 24,-4 2-8,-2 0-40,2 1 40,-3-1 16,1 0-40,3-1 32,0 0 32,-10 1-32,10 0 24,-3 1-40,-10-1 24,12 0-8,5-2 16,-19 4-96,12-3 80,-12 1-40,12 0 16,-11 0 16,15-1 8,-9 2-24,-3-2-32,1 1-8,-3 0 72,1 0 8,-3 2 16,1-3 0,-2 1 24,-1 0-40,-1 0 0,-2-2-8,24 0-8,-24 2-96,-1-2-8,-1 2 88,-2-2 8,1 0 72,16 0-64,-6 0 80,-12 0-120,-1 1 32,3 1-32,-3-2 32,6 0 8,17 0 24,-22 0-24,-1 0 72,-1 0-88,2 0 16,-5 0-16,29 0 16,-21 0-104,-7 2 80,0 0-8,0 0 16,-2 0 24,15-1-8,3 0 24,-20 0-40,2 1-8,-1 0 8,3 2 8,1-3 8,29 0 0,-29 2-8,1-1 0,0 0 0,1 0 24,1 0-40,20-2 24,-10 1 16,-6 1-88,-3-2 72,1 0-16,1 0-8,8 0 24,10 0 24,-18 0-40,1 0 48,-1 0-32,2 0 8,-2 0 8,24 0-16,-18 0 0,-4 0-8,0 0 16,2 0-8,2 0-8,10 0 8,-2 0 16,-10-3 0,2 3 64,-2 0-72,1 0-8,4 0 0,14 0 16,-17 0-120,3 0 128,-1 0-16,0 0-56,1 1 24,13 0 24,-9 0-80,-3 1 0,1 0 32,8 0 16,-12 0 40,16-1-8,1-1 24,-16 2-24,12 0 56,1 0-88,-10 0-8,13-2 24,2 0 16,-6 0-112,3 0 80,1 2 16,-2-2-16,2 0 8,2 0 24,-1 0-24,1 0-56,0 0 96,0 0-80,0 0 56,0 0 8,0 0-16,3-4-64,3 4 104,-1-4-96,1 4 48,9-3-8,-15 2 32,3-2-80,12-3 16,-11 3 32,12-1 0,-10-1 8,6 3 24,-2 0 8,4-2-32,3-1 16,0-1-32,1 2 24,-1-1 16,-16 5-56,23-4 24,0 1 40,0-1-24,4 0 32,-1 1-32,-17 1 16,11 0 32,11-4-72,3 3 56,1-1-24,1 0-16,-10 2 24,-13 1 24,26-3-8,2 0-16,1 1 40,-1 3-24,0-4 0,-39 4-16,37 0 48,2 0-96,2-4 88,-2 4 0,2-3-24,-23 1-16,1 0 88,24 2-56,0-6-16,0 6-8,0-3 24,-7 3-32,-32 0 40,37 0-24,0 0 72,2-4-48,-2 0-24,0 1 8,-34 2-24,22-2-16,9 3-24,-3-4 32,-3 4 48,0-3 16,-14 3-56,-9 0 88,20-4-8,-1 0-48,-3 1-16,-1-1 24,-1 0-16,-26 4-24,24 0 32,-2-3-56,-4 3 16,2-4 24,-3 4 32,-10-2-48,3 0 80,4-1-56,1-1 40,-10 4-64,14 0 8,-15-3-8,-3 2 64,14 1-72,-11-3 48,10 3-8,-14 0-16,6 0 8,-5-1-24,2-2-8,0 3-40,-3-4 40,4 4 48,-4 0-16,0 0-24,0 0 80,0 0-88,0 0-8,0 0 32,0-4-8,0 4 8,0 0-8,0 0-24,0 0-24,0 0 64,0 0-24,0 0 8,0 0-32,0 0 16,-2 0-8,-3 2 8,1 0 8,2-2 88,-3 2-80,-3 0 24,-6 0-32,8 1-8,-11-1 8,17-2 0,-5 2-16,-15 2-40,5-1 0,-2-1 40,-1 2 8,9-3 8,-2 0 72,-9 2-40,-4-1-64,0 0 0,-2 2 0,2-3 32,21 0-8,-25 0 32,-3 3-40,-2-2 24,-4 0-24,2-2-24,26 0 40,-21 2 0,-8 0-80,-3 1 64,1 1 40,-3-2-32,16-1 8,10 0 56,-27 0-72,0 1 24,-2 0-8,0 0 0,-2 3 8,48-5-8,-49 4-40,1 0-40,0-1 64,2 1-8,0 0 8,27-3 16,-10 1 72,-15 4-104,2 0 8,-2-1 0,1-1-40,10 0 64,24-3-8,-35 5 8,2 1 88,-1 0-72,3 8-32,-1-11 16,35-3 0,-24 3-80,-7 4 48,0-1 40,4-1-24,2-1 48,13-2-32,5 0 48,-17 2-16,4 1 8,-1-5-72,5 1 32,1 0 0,20-2 0,-20 2-24,1 0 8,0-2 8,3 0-56,1 0 56,11 0 8,-5 0 32,-5 0-104,8 0 88,-11 0-16,12 0 0,-5-3 0,6 2 56,-1 1-32,1 0-8,-3 0-32,3 0 16,-1-4-40,6 4 40,-2 0-48,1 0-16,-1-3 32,2 3 0,0 0 24,0-2 8,0 0 24,0 2-56,5-4 56,1 1-64,8-1-32,-9 1 72,-4 2 0,14 1-72,-10-5 72,15 1 24,-14 1-56,18-1 64,-21 3-32,9-2-8,4 0-56,2-1 56,1 0-24,3-1 32,-10 1 0,-4 2 32,14-2-8,-2 1 24,4-1-16,-2 0 0,2 1-40,-24 3 8,24-6-8,2 1-24,-2-1 24,2 3-8,-2-1 8,-15 2 8,5 0 8,12-2-48,2 1 104,-1-1-88,1 0 48,-6 0-24,-15 3 56,21-3-96,1-1 72,1 1-24,-3 0 0,1 1 8,-24 2-16,20-2 16,3-1-32,-1 1 48,1-1-32,-1 4 8,-13-2-8,-2 0 72,15 2-80,1-3 32,-1 3-24,-2-4 8,-2 4-8,-20 0 16,22 0 40,-2 0-32,-2 0 8,-1 0 24,-5 0-16,-9 0-40,7 0 64,-7 0-56,17 0 0,-16 2 8,9-2 16,-15 0-32,0 0 56,3 0-40,3 0-32,-3 0-8,-3 0 48,0 0-24,0 0 16,-1 0-48,-1 0 8,-4 0 0,1 0 32,-2 0-8,-1 0 56,3 0-56,-14 0 8,4 0-48,1 0-8,-3 0 48,14 0-8,-20 2-40,0-2 40,-5 1 8,0 1 8,-3 0 8,24-1-16,-17 0-24,-7 1-24,-2 0 0,-1 1 8,1 1 64,11-2-24,8 0 56,-21 0-8,-2-1-24,0 3-48,0-2-8,-1 2 32,38-4-24,-37 1-24,0 3 16,-2-2 40,5 0 8,-1 1-8,21-2-8,-7 0 32,-12 1-48,-1 0-8,5 0 16,-2 0 40,7 0-32,17-1 8,-23 1 8,1 0-16,1 0-32,2 2 48,1-3-8,20 0-8,-18 2 8,-3-1-32,2 2 32,0-3-8,2 3-16,11-3 16,2 0 32,-11 1-24,2 0-32,1-2 40,0 1 16,2 1-32,14-2 0,-14 2 16,1-2 8,-1 0-8,9 0 16,-12 0-16,16 1-16,-2 0 8,-12-1-64,10 0 24,-1 2 16,0-2-8,2 0 24,2 0 16,-2 0-16,-1 0 32,1 0 0,-1 0-16,4 2-24,2-2 8,-3 0-32,1 0-32,0 0 72,2 0-16,0 0 32,0 0-24,0 0 8,0 0-64,0 0 96,4 0-56,-1 0 24,2 0-8,-4 0 48,14 0-104,-12 0 64,12-4-32,-10 0-24,16 4 72,-18-1-24,8-1-40,4-2-8,4 0 16,1 1 0,0-3 48,-6 3-16,-6 1 32,16-4 16,2-9-48,-2 15-24,1-5 32,1-1-32,-26 6 24,26-5 24,1-1-48,-1 1 0,0-1 32,1 1-24,-19 3 16,7-2 40,7-1-48,2-1 40,-4 1 0,4 1-32,-9 1 0,-10 2 48,17-2-56,0-1-8,0 0 0,0 1 16,-2 3 56,-16-1-56,14-2-8,3-1-16,-1 4 0,0 0-24,0-4 88,-9 4-40,-1 0 48,10 0 32,0 0-104,0 0 8,0 0 16,-3 0 0,-15 0-16,16 0 40,1 0-24,-1 2 32,0 0-40,-1-2 32,-13 1-24,7 0 16,3-1-64,-8 0 88,10 2-32,-10-2 48,4 0-56,-5 0 80,0 0-72,1 0-8,8 0-48,-14 0 56,4 0 16,-4 0-24,4 0 24,-1 2-40,-3-2 32,0 0-8,0 2 16,0-2-24,0 1 48,0-1-24,0 2-24,-1-2 0,-4 2 0,4-2-32,-4 2-8,-10 0 8,9 0 40,-12-1-24,3 1-8,12-1 24,-10 0-24,-8 1-56,1 2 40,-4-3 24,-1 1 8,8 1 8,8-2 32,-19 1-32,1 0 24,-3-1-24,-1 1 0,0 0 24,30-2-24,-31 2-24,-3-2-40,0 2 40,0 0-16,-2-2 32,24 0 8,-9 2 48,-13-1-56,2-1 40,0 2-48,0 0 8,8-1 8,17 0-8,-25 1 0,1 0 8,3-1-8,3 1-8,1 0 16,21-2 0,-15 2-24,-3 0-56,0 0 80,0-2-16,2 1 56,10 0-40,2 0 56,-13 1-64,3 0-24,0-2-8,1 2 24,3-2 16,13 0 24,-13 2-24,6-2 0,-10 0 40,11 0-64,-10 0 32,15 0-8,-3 1 8,-12-1-72,12 0 88,-3 0-48,1 0 24,2 0 0,3 0 24,-6 0-48,3 0 24,-1 0 32,2 0-24,3 0 8,0 0-16,0 0-24,-1 0-40,2 0 48,0 0-16,0 0 16,2 0 16,0 0 16,1 0-48,3 0-8,9 0 40,-10 0-32,8-3 32,-11 3-16,3 0-16,14-4 0,-5 0-8,3 4 24,1-3-16,-14 3 32,9 0-24,7 0 0,2 0-8,0 0 32,2 0-40,-7 0 40,-6 0 8,16 0-8,3-4-8,1 4 16,0 0-16,4 0 0,-34 0 8,35 0 16,1 0-40,1 0 32,-3 0-8,2 0-16,-23 0 16,9 0 56,10 2-72,2 0 16,-2 0 0,-2-2-24,0 1 56,-1 1-32,-1 0 32,-3 0 0,2 0-16,-4-2-16,-21 0 0,17 2-8,3-2 0,-3 0-16,0 0 40,-3 0 8,-8 0-24,0 0 24,7 0 0,1-4-8,-2 4-16,-1 0 16,-8-3-16,-6 2 8,18 1 24,-12 0-24,10 0-16,-12 0 0,11-3 8,-14 3 0,1 0 8,4 0-24,9 0 40,-15-4 8,3 4-8,0 0-24,-2 0 48,3 0-56,-4-4 0,0 4 24,0 0 16,0 0-32,0 0 16,0 0-64,-2 0 48,-2 0 8,-1 0-24,2 0 16,0 0 48,-4 0-80,-10 0 40,12 0 0,-12 0 8,11 0-16,5 0 8,-19 2-8,5 0 8,-3 0-8,-1 0 40,-1-1-80,15 0 40,-10 0 16,-7 1-72,-2 0 16,2 0 80,-4-2-40,10 1 0,6 0 88,-16 0-48,1 1-16,-1 0-56,-2 0 24,3 0 32,-3-2-32,0 0 0,3 0 8,-1 2-24,0-1 24,16 0 0,-6 0 48,-9 1-72,-1 0 16,2 0-8,0 0-8,6-1 24,12 0 8,-18 0 0,-1 1 8,3 4 0,-1-4 40,1 1-64,20-2 8,-14 2-16,-1-1-24,-1 0 0,3-1 40,-1 1 32,12-1-32,0 0 8,-14 1-16,3 0 56,10 1-96,-14 1 96,14 0-48,5-4-8,-7 3-32,-8-1 72,11 0-48,-1 0 56,-3 0-24,7-2-16,-3 2 0,-2 0-40,3-1 24,1 1 24,0 0 8,1-1-16,0 0 48,-1 1-56,2-2 32,-2 0-32,2 0-8,0 0 16,0 0-16,0 2-32,4-2 32,0 0 32,-1 0-64,-1 0 48,0 0 48,4 0-56,-1 0 40,1 0 8,-1 0-48,0 0 8,-4 0 16,4 0-56,1 0 56,8 0-32,-10 0 0,2-4-16,-2 4 32,10 0-24,-8-4-16,10 1 16,-10-1 40,14 4-48,-15 0 88,17-4-24,-3 4 8,-3-4-8,5 4-8,-3-3-40,-18 3 16,22 0-32,-2-4-8,4 0 16,-2 4 32,2 0-8,-15-1 0,6-1 48,9 2-72,2-4 64,1 4 8,-1 0-32,-5 0-16,-14 0 80,20 0-104,3 0 32,-1 0-8,0 0-16,-1 0 32,-23 0-16,19 0 0,4 0-56,0 0 112,1 0-32,-1 0 0,-14 0-24,-1 0 96,13 0-120,0 0 40,-1 0 0,1 0-16,-3 0 0,-22 0 8,21 2 16,-2-2 16,-1 0-24,-1 2-8,-1-2 0,-3 0-32,-8 0 8,12 0 40,-12 0-16,9 0 0,-12 0 16,3 0-16,-1 0 0,-1 0 0,0 0 24,-1 0-24,-3 0-8,0 0 32,4 0-72,-4 0 32,0 0 16,0 0-24,0 0 16,0 0 64,0 0-88,-2 0 56,0 0-32,-1 0 0,-2 0 0,4 0 24,-4 0-56,-3 0 88,-6 0-72,8 0 16,-11 2-32,16-2 32,-5 1-88,-14 1 24,5 0 40,-3 0 48,-2 0-24,7-2 0,5 0 8,-14 2-8,-3-1 8,1 1-40,-2-2 40,-2 2-8,28-2 0,-25 2-24,-3 0 16,0 0 40,1 0-48,1-2-8,17 0 24,-6 1 16,-11 1-56,1-2 72,-1 2-8,2-2-8,5 0-16,12 0 16,-17 2-40,-1 0 24,-1 1 8,0-1 8,0 0 0,23-2-16,-18 2 16,-2 0-72,-3-2 56,2 2-16,0-1-24,11 0 40,2 0 48,-13 1-56,2 0-8,2 0 24,0 0 16,4-2-24,15 0 24,-15 0 0,-3 1-8,3 1-24,-1 0-40,1 0 40,13-2 8,-2 0-16,-13 0-24,12 0 88,-12 0-48,12 0-8,-8 0 32,8 2-56,-9-2 24,10 2 48,-2-1-32,-8-1-8,14 0 0,-2 2 16,-2 0-88,-3 0 80,3 0 0,-1 0 24,4-1-32,-1 0 56,-1 2-80,2-1 48,-1 0-40,1 0 8,0-1 8,2 0 48,-2 0-56,2 1 16,0 0 8,0 0-56,0 0 48,1-2-8,2 2-32,2-1-16,-1 1 48,1 0-24,10 0 32,-13 0-8,0 0 40,3-1-40,14 3 56,-14-2-48,14 0-16,-14 1 8,-5-3 32,22 2-96,-7 0 56,2 0 16,-3 0-48,3-2 8,-12 0 32,4 0-8,8 0-40,1 0 32,-1 0 48,0 0 0,-5 0-32,-8 0 40,13-4-16,-1 0 72,3 1-104,-1-1 0,2 0 24,-16 4-16,12 0-96,5-3 40,-1-1 32,0 0 16,0 1 16,2 3 48,-1-4-16,1 0 16,0 1-72,0-1-8,-2 1 24,-18 2 0,22 1-56,2-3 72,-1 3 0,-1-4-8,2 0 16,-19 4-24,10 0 24,9 0-56,-1-3 72,1 3-48,-2 0 40,-6-3-32,-10 2 48,14 1-128,-2 0 64,0 0-24,0 0 24,1 0 88,-20 0-72,16 0 8,0 0-80,-1-4 96,-1 4-72,0 0 72,-13 0-24,1 0 88,15-3-96,-12 3 96,11 0-56,-14-4-32,2 4 0,-4 0 16,13 0-88,-10 0 88,0 0-24,1 0 24,1 0 0,-5 0-16,2 0 0,0 0-32,1 0 16,0 0 48,-4 0-8,0 0-24,0 0 56,0 0 0,0 0 8,0 2-56,0-2 24,0 0-32,0 2-40,-2-1 0,-2 1 56,-1 0-48,-3 0 0,2-1 32,-3 0 32,4 2-104,-12 1 88,3 0-56,-3 0 32,3-3 8,10-1 16,-15 4-56,-1 0 56,-2-2-56,-2-1 24,0 1 32,19-1-16,-19 0 0,-4 1-32,1 0 24,-5 0-16,5-1 24,11 0 0,2 0 32,-17 1-24,0-2 40,-2 0-56,0 0 8,6 0 0,24 0-32,-26 0 0,-2 0 32,1 0 8,1 0 8,-3 0-56,24 0 40,-13 0-40,-8 2-40,-3 0 72,3-2-32,1 2 24,11-2 16,9 0 8,-18 0-64,2 0 72,2 0-32,0 0 32,0 0-24,20 0 8,-16 0-56,-1 0-8,1 0 48,1 1 8,1-1 0,9 0 8,-1 0 48,-7 0-88,10 0 104,-12 0-64,12 0-24,-1-3 24,4 3 0,-12 0-104,8 0 64,-1 0 0,-1 0-16,-6 0 8,13 0 48,0 0-32,-3-4-64,0 4 72,3 0-8,-1 0-24,1 0 56,0 0 8,1 0-32,0-4 0,0 4 0,0 0 8,4 0-24,-4 0 40,3 0-32,3-3-16,-1 3 16,10-4 0,-11 0 16,1 4 16,4 0 16,-3-3-64,11-1 128,-3 0-88,1 1 0,-4 3 8,-7 0 32,14-4-96,-1 4 64,3 0 8,-2 0-16,4-4-16,-18 4 24,14-3 16,4-1-24,0 0 40,2 4 24,0 0-16,-11 0-40,-2 0 56,15 0-32,1-3 0,-1 3-16,2 0 0,-6 0-8,-20 0 16,23 0 8,-1 0 8,2 0 0,0 0 0,1-4-24,-18 4-8,8 0 16,9 0-64,2 0 56,-1 0 24,1 0 32,-8 0-64,-11 0 104,19 0-104,3 0 8,-2-4-64,4 4 56,-1-3 32,-30 3-32,27 0-16,6 0 0,-4 0 0,4 0 24,0 0 48,-19 0-56,3 0 72,16 0-48,0 0 48,-2 0-24,2-4-32,-6 4-16,-23 0 40,31 0-24,-2 0 56,1 0 0,1 0-24,0 0-8,-29 0-40,23 0 16,7-4-24,-1 4 32,-2-3 8,0 3-32,-16-3 0,-7 2 64,19 1 8,-1 0 8,-1-4-40,-1 4-8,-1-3-32,-27 3 16,28-4-40,-1 0 24,-1 4 72,-2-4-72,-2 1 16,-13 1-16,6 0 32,5-2-96,1 4 104,1-3-24,-4 3 32,-3 0-48,-10 0 24,14-4 0,1 4 48,-4-4-32,3 4 0,-3 0-32,-14 0-8,11 0-24,2 0-24,1 0 64,-1 0-40,-9 0 24,4 0 0,0 0 56,-5 0-32,12 0-32,-12 0 32,12 0-24,-12 0 0,-5 0-8,19 0 80,-14 0-72,10 2-16,-9-2 24,8 2-16,-12-1 8,2 0 16,10 1-32,-10-2 24,2 2 0,10-1 8,-13-1-16,-2 0 80,3 2-80,1 0-40,10 0 40,-15 0 0,3-2 16,-2 0-16,4 0 48,0 0-88,-1 0 24,2 0 16,-3 0-8,-1 0 8,0 0 16,4 0-32,-3 0 32,1 0-40,0 0 56,-1-3-32,-3 2 16,4 1-32,0-4 48,-1 4-64,1 0 32,0 0 8,-3 0-8,3 0-16,0 0-32,0 0 16,-1 0 16,1 0 16,-1 0 0,-1 0 40,4-3-16,-1 3 48,1 0-56,-1 0-16,1 0 24,-6 0-24,6 0-88,-1 0 96,1 0-8,-3 0-24,3-4 56,-4 4-32,1 0-16,3-4 0,-3 4-16,1 0 8,0 0 8,-4 0 16,0 0 16,0-3 8,3 3-32,-3 0 24,4 0-32,-4 0-16,0 0 32,0 0 24,0 0-64,0-4 16,0 4 40,-1 0-16,0 0 24,-1 0 8,1 0-72,-3 0 8,-2 0 24,2 0 8,3 0-8,-5 0 8,1 0-24,-2-4 32,-8 4-40,9 0 24,1-1 8,-10-1 0,8 2-72,-19-4 48,8 4-8,-4 0 24,4-2 8,10 0 16,-18 2-56,-2 0 0,-5-3-8,-2 3 16,-3 0 8,35 0 24,-36 0-16,-6 0-48,-2 0 16,-3 0 32,2 0-32,27 0 48,-6 0 0,-22 0-16,1 0 24,-4 2 8,3-2 8,8 1-24,34-1 40,-43 2-64,2 0 32,-3 2-16,-1-2 0,5-1-24,38 0 32,-30 2-40,-5 1-24,0-2-24,3-1 88,1 3-64,17-2 64,9 0-16,-23 1 32,4-1-32,2 0 8,0 0-32,3 0 40,28-2-48,-28 2-16,4 1 8,2-1 80,2 0-32,0 0-8,14-1 16,-5 0 40,-3-1-96,-1 0 64,8 2 32,-10-2-16,13 0-24,3 0 40,-5 1-40,0-1-8,1 0 16,1 0-16,2 0 16,2 0-8,-1 0-32,1 0-40,0 0 64,3 0-24,1 0 40,-1-2-8,-1 1 16,15-3-16,-11 0 40,12 4-80,-3-3 40,-2-1 0,-12 4-32,18-4-48,1 1 152,2 3-72,4-4 16,1 4 32,-18-1-48,12-2-48,8 3 32,4-3 24,2 3 8,0 0 16,-7-3-32,-15 2 56,25 1-16,6 0-24,1 0-16,-1 0-16,5-4 16,-45 4 0,42 0 8,2 0-16,1 0 48,-3 0-32,-1-3 8,-26 3-16,4 0 48,19 0-64,-1 0 48,-1 0-32,-1 0 24,-8 0-24,-26 0 56,30 0-40,0-4 32,-2 4 0,2 0-40,-3-4 16,-26 4-24,17 0 24,8-3-64,-3 3 48,-1-4 0,-3 4 8,-10-2-16,-6 0 56,14-2-8,-1 1-8,-3-1-16,-1 4-16,-3-4 32,-13 4-40,4 0 24,13-3-32,-14 3 56,11 0-48,-12 0 32,-1-2-32,2 0 32,1 2-64,1 0 48,-1 0-32,1 0 40,-2 0-24,-3 0 32,3 0-24,0 0-24,-4 0 40,3-4-8,-3 4-56,1 0 40,2 0 8,-3 0-72,0 0 56,0 0 32,0 0-8,0 0-16,0 0 56,0-3-32,0 3-32,0 0-16,-2-4 0,0 4 40,-1 0 8,-3 0-32,1 0 32,-10 0 0,13 0-24,-2 0-8,-12 0-16,9 0-40,-12 0 0,1 0 40,5 0 24,7 0 16,-16 0 8,-3 0-48,-1 0 8,-2 0 16,-3 2 0,29-2 0,-29 0 32,-4 0-56,-4 2 8,-1 0-16,1-2-8,19 0 40,-4 1 0,-18-1-32,-2 0 72,-2 2-56,2 0 40,5 0-24,32-2 32,-39 2-56,2 0 72,-2-1-56,0-1-40,0 2 32,35-1 16,-24 0-48,-9 1-32,3 0 88,2 0-32,3-1 24,12 2 0,9-2 48,-20 1-40,0 0 32,2 0-40,2 0 8,-2-1-8,33-1 8,-30 4-24,1-2-16,1 0 72,4 0-32,-1-1-32,16 0 24,-6 0 32,-7 1-96,1 0 64,3 0 8,2 0 56,3-1-64,9-1 40,-11 2-56,8 0 112,-10-2-136,12 2 64,-1 0-16,5-2-8,-3 2-40,-2-1 8,3-1 16,1 0 24,0 0-16,1 0 8,0 0 48,1 0-24,0 0-32,0 0 0,4 0-8,1 0 16,-5 0-8,17 0 24,-13 0-24,12 0 32,-1 0-16,1 0 16,-10 0-24,7 0 16,7 0-56,2 0 56,2 0-48,5-3 16,-8 3 16,-10 0 24,22 0-56,2 0 24,1-4 48,3 4-16,0 0 8,-36 0-32,34 0 32,5 0-80,4 0 80,0 0-8,2-4 24,-26 4-48,4 0 104,24 0-104,-1 0 48,-1-3-40,-2 3 0,-7-3-8,-32 2 16,35-3-48,1 1 56,-1 3-24,-3-4 0,-3 4-32,-28-1 32,21-2 16,6 3-48,-2-3 0,0 3 104,-2 0-64,-11-3-8,-8 2 32,19 1 56,-2 0-56,-1-4-8,0 4-16,-3 0-8,-25 0 8,26 0-32,-2 0-24,0-3 40,0 3-8,-4 0 32,-13 0-16,4 0 56,8 0-40,-3 0 0,1 0 0,-2 0 0,-11 0-16,-3 0 40,19 0 0,-14 0-32,9 0 16,-12 0-24,3 0-16,-6 0 16,5 0-8,1 0-48,-1 0 48,-1 0 24,0 0-16,-2 0 0,-1 0 40,-1 0-32,0 0-48,0 0-8,0 0 48,0 0-8,0 0-8,-3 0 0,-3 0-16,1 0 32,1 0 0,-7 0 32,5 0-88,-10 0 40,1 1-8,-1 1-8,2 1 32,7-2 0,-17 1-32,1 0-8,-5 0-16,-3-1 48,-6 3-56,34-4 64,-33 2-32,-6 0-48,-4 0 40,-2-1 16,-3 5 8,27-4 16,-4 0 40,-23 1-96,-4 3 72,1-3-64,1 1 8,5-1 40,39-2 0,-44 2-64,-4-1 56,1 2-24,-1 0-8,2-1 24,43-2 16,-29 2-16,-11 1-32,3 1 40,3-1-8,2 0-16,19-3 32,9-1 32,-24 6-48,3-4 32,-2 1-16,4 1-24,-1 0 32,36-4-8,-33 3-16,0 1 32,1 0-8,5-2 32,-3 1-48,21-2 8,-6 0-16,-9 3-16,1-2 24,4 0 40,-1-1-24,6 1-8,10-2 56,-13 2-64,2-2 48,1 2-32,8-2 16,-10 2-8,15-2-16,-4 2-24,-2-2 16,1 0-48,1 0 40,1 0 0,3 0 16,0 0 16,-1 0 32,2 0-16,0 0-24,0 0-24,0 0 16,0 0-24,4 0-8,0-4 48,1 4-24,1-4-8,10 4 0,-14-1 16,2-3-16,10 0 0,-8 0 56,14 1-8,-14-1-48,9 2 16,-8 0 48,-2-1-40,17-3 32,-7 1-40,2 1-24,-1 0-16,-15 4 40,17-3-40,0-3 32,0 1 32,3-1 0,-1 1 8,-11 3-32,2 0 24,11-4-32,2 1 32,2-1 0,-2 3-8,-3-2-16,-17 4 56,24-3-16,0-1-24,-1-1 32,3 1-32,-3-1-8,-21 6-8,18-3 8,7-1-32,0-2 8,4 1 48,0 1 0,-12 2-32,-7 1 64,22-3-24,4 0-40,3 1 8,-1-1-8,1 0 0,-44 4 16,43 0 0,0 0-48,-2 0 48,2 0-16,0 0-8,-28 0 8,11 0 32,15 0-40,-1 0 0,-1 0 40,-1 0-40,-12 0 8,-18 0 56,28 0-24,-2 0-32,-2 2 56,-2-2-48,-1 0 32,-26 0-40,18 0 16,2 2-40,-1-2 24,-1 2-24,-1 0 16,-12-2 8,0 0 48,8 0-16,-1 0 16,-10 0 0,12 0-32,-15 0-16,-2 0 16,13 0-32,-10 0 32,2 0-8,10 0-40,-12 0 32,-2 0-8,1 0-48,1 0 56,-4 0 8,0 0-16,0 0 8,0 0 48,4 0-40,-4 0-56,0 0 40,0 0-32,-2 0 24,2 0 16,-2 0-16,-3 0-88,-10 0 72,9 1 0,-10 1 16,9-1 16,-1 0 32,-10 1-64,-3 0 8,-1 0 0,-1-1 16,-2 1 8,20-2-16,-26 2-16,-2 0 40,-4 0-24,-2 0 24,-1-1 16,30 0-24,-24 0-56,-9 1-32,-1-2 40,2 2 24,-4 0 16,20-1 8,10 0 32,-30 1-24,0-2-16,2 1 24,-4 1-24,2 0 8,46-2-32,-48 4 32,0-2-64,1-1 32,1 1 72,3 0-72,28-1 32,-12 2-8,-14 0-56,3 1-8,-1 2-8,4-3-40,10 1 120,17-2-88,-27 3-104,4 1-8,-2-1-16,2 1-80,1 1-33,26-6 329,-21 4-384,-1 2-16,-2-1 16,5-1-24,2 2-48,9-4 456,2 0-536,-10 3-96,2-1-80,1-3-113,1 2-79,9-1 904,6-3-1048,-17 4-128,12 0-88,-10 1-145,10 1 9,-1-1 232,5-3 1168,-3 2-4481,5-4 4481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39.34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94 107 4817,'0'2'1240,"0"-2"-1240,0 5 1136,4 3-384,0-3-296,1 3-240,-1-3-112,1 1-64,-1-3-64,0-1 56,-1 2 0,1-2 64,-4 1-96,0-3 208,4 4 24,-4 0 65,3-1 39,1 1-32,-4-2-48,0-2-256,0 2 224,4 0-80,-4-1-16,0-1-24,3 2-24,-3-1-80,0 0 112,0-1-48,4 2 24,0-2 0,-4 2-8,3-2-80,-3 0 144,0 2-16,0-2-16,4 1 48,-4-1 24,4 0-8,-3 1-176,1 0 208,-2-1-80,4 0 32,0 0-8,-4 0 8,3 0-160,-3 0 200,4 0-32,0-3 8,-1 3-15,1 0-17,2 0-24,-6 0-120,3 0 128,3 0-8,-2 0 8,1-4-8,1 4-16,-4-2-104,1 0 112,3 2-32,8 0 48,-14 0-40,6 0-16,9 0-72,-14 0 88,3 0-16,2 0 88,-1 0-40,1 0 16,10 0-32,-12 0-48,11 0 24,-12 0-8,14 2 40,-14-2-8,7 1-104,-5 0 104,1-1 16,-1 0 8,12 2-8,-14-2-8,14 2-40,-16-2-72,2 1 56,11 1-24,-8 0 88,9 0-24,-10-2 8,2 1-104,3 0 152,-7 1-56,14-1 80,-13 3-72,10-2 8,-11 1-112,-2-2 64,14 0-32,-12 3 40,12-2 16,-11 2-8,10-1-16,-10-1 0,11 2-104,-12-2 88,3 0-24,11-2-7,-15 1-17,-1-1 72,5 2-56,8 0 0,-10-2 24,11 0 0,-12 2-40,-2-2 16,13 2-8,-10 0-24,1-2 16,10 0 0,-11 1 0,-2-1 0,1 0 24,14 0-80,-13 0 96,1 0-24,10 0-16,-12 0 64,12 0-88,-11 0 56,11 0-8,-12 0-32,12 0 0,-14 0 8,2 0 8,2 0-56,12 0 96,-14 0-8,12 0-48,-12-1 8,0-1 56,2 2-56,12-4 24,-14 4-32,14-4 16,-12 4-8,-5 0 16,17-3-48,-13 3 40,12 0 0,-12-4-16,11 4 40,-10-4-24,10 4-40,-11-3 16,12 3 24,-12 0 16,12-4 48,-12 4 8,13 0-48,-14-4 8,12 4-16,-10 0-24,-5 0 32,15-3-16,-11 3 0,11 0 32,-10 0-8,10 0 24,-13 0-64,1 0 64,14-4-32,-14 4 56,12 0-48,-11 0 0,8-3-40,-9 2 48,0 1-64,12 0 64,-11-3 0,12 3-56,-12 0-16,-1-1 24,9-2-24,-9 3-24,12 0 72,-10 0 24,10 0-24,-13-2-24,0 0 64,13 2-40,-12 0-16,12 0 8,-11 0-16,10 0 0,-14 0-8,6-3 24,9 3-16,-10 0 8,12 0 16,-12 0-16,1 0-8,3 0 16,-5 0-48,14 0 0,-13 0-8,12 0 56,-13 0-16,-2 0 24,14 1-8,-10 1 24,12 0 8,-12 0-8,10 0-32,-13-2-8,0 0 8,19 0-72,-17 2 72,15-1 32,-14 1-32,4-1-8,-2 0 88,-2-1-56,12 0-64,-12 0 72,14 2-24,-15 0-16,-5-2 8,17 2 40,-11-1-96,14-1 64,-15 0-8,14 0 0,-18 0-8,3 0 64,13 0-96,-14 0 72,14 0-24,-12 0-8,6 0-8,-5 0 40,0 0-72,10 0 64,-10 0-24,10 0 16,-12 0-16,-4 0-8,16 0-32,-10 0-16,10 2 48,-10-2 16,11 2-8,-15-2-8,1 0 48,12 0-64,-10 0 56,12 0-32,-12 0 48,8 0-56,-11 0 24,4 2-64,12 0 72,-13-2-80,12 2 24,-12-2 8,-1 0 16,9 1-48,-7 1-24,12-2 48,-13 0 40,14 0-16,-16 1 0,-1 0 56,17-1 0,-14 2-104,16-2 56,-16 0-16,15 0 8,-14 0 8,12 0-16,-12 0 40,12 0-48,-12 0 56,1 0-40,6 0 24,-8 0-80,14 0 72,-14 0 16,14-4-8,-15 4-24,-3 0 56,16 0-32,-12 0-16,12 0-16,-12-3-16,10 3-16,-13 0 40,0 0-48,14 0 0,-10-4 96,10 4-32,-10-4 16,-3 4-32,-1 0 16,15 0-72,-13-3 40,10 3 8,-10-4 40,10 4-32,-12 0 48,4-4-40,0 1 0,10 3 8,-12-4-16,10 4-24,-10 0 24,-4 0 16,6-4-64,10 1 48,-12 3 32,1-4-32,6 4 0,-5 0 88,-2 0-88,1-4 56,12 4-40,-14-3-56,3 3 32,-6 0 8,15 0-48,-12 0 16,3 0 40,10-4-16,-12 4 8,3 0 0,1 0 16,-5 0-48,3-4 40,9 4-32,-12-4 16,2 4 8,-4 0 48,4 0-56,1-3 8,-1 3-8,10 0 0,-11 0-32,-4 0 40,14 0-8,-8 0-8,-1-4-8,10 4 88,-11 0-56,-1 0-8,-1 0 48,4-4-40,9 4 8,-12 0-16,3 0-56,-1-3 56,-5 3 40,6 0-48,9 0-16,-12-4 96,1 4-88,1-4 16,1 4 40,-1-3-128,1-1 112,-1 4-24,1 0 24,5-3-24,-7 2 56,-4 1-88,3-3 32,1 3-64,0-4 56,-1 4 8,3-4-16,-1 1-24,-1 3 40,0-4 0,-1 4 0,-1-2 0,0 0 64,2 2-80,0 0 24,-1 0-8,1-3-8,-1 3 8,-2 0 16,4-4-48,1 0 24,-3 4 24,1-3-16,0-1 0,-3 4 0,1 0 32,2-4-112,0 4 24,1-3 72,-1 3-24,-2-3 8,0 2 40,1 1 8,1-4-40,0 1-16,1 3 32,-1-4-24,-4 4 0,3-4-24,1 4-48,0-4 48,-1 4 24,1 0 16,0-3 72,0 3-104,-1 0 16,1-4-16,0 0-48,-1 1 64,-3 3 16,6 0 0,-3-4-24,1 4 24,0-4-40,-1 4-8,-2 0 32,2-3 0,3 3-40,-3-4 56,1 0-16,0 4 24,-2-2-24,-1 1 56,3 1-40,2-4 8,-3 4-32,3-4-8,-1 4 16,-5 0-32,4 0 24,1-3-8,-1 3 32,0-4-8,-1 4 0,-1 0-8,0 0 32,4 0-96,-3 0 88,1-4-32,0 4-16,-2 0 24,-1 0 56,5 0-48,-1 0-8,-1-3 0,2 3-16,-3 0 40,-2 0-24,2 0-8,1 0-24,-1 0 16,3 0-24,-2-4 80,-3 4-40,1 0 40,2 0-24,0 0 0,-1 0-56,1 0 48,-4 0-8,0 0-16,4 0-24,-1 0 0,-3 0 32,4 0 16,-4-4 0,1 4-8,2 0 8,-3 0-96,0 0 40,3 0 16,-3 0 24,3 0 8,-2 0 16,-1 0-40,0 0-8,0 0 8,0 0-32,0 0 56,0 0-40,0 0-16,0 2 72,0-2 8,0 1-24,0 0 32,0 1-88,0-2 72,0 2-80,-2 0 32,1 1 32,0-3 16,-1 4-64,1 0 80,-1-1-16,0 3 16,2-3 24,0-2-56,-2 2 32,2 1-56,0-1-8,-2 3-8,2-1 24,-1 0 16,0-2 48,0 4-16,-1-1-16,0-1-24,0 1-8,0-1 16,2-5-32,0 8 40,0-3 8,-2 2 0,2 1 0,0-1-16,0-1 0,-1 3 0,-1-7-48,0 3 56,0 1-16,2-1 8,-1 6 0,0-7 48,-1 2-8,2 1-32,-1 0-8,-1 8 0,2-10-48,0-4 48,-2 4-24,0 12-16,0-12 32,0 1 16,0 8 0,2-12-8,-1 0 24,-1 13-8,0-12-48,0 5 40,0 6 24,1-11-32,0-2-8,0 14 64,-1-12-40,0 3-16,0 9 0,0-12 0,2-1 0,-2 4 0,1 1-40,1 0 56,-2 1-16,0-1 8,1 2-8,0-3 24,-1-1-8,2 1 8,-2 1-24,1 8 16,1-11 0,-2 3-24,0 8-8,0-12 16,2 5-32,-2-1 24,1-1 8,0 3 32,0-6-48,1 3 72,-2 1-64,0 1 8,0-2 0,2-5 16,-2 16-64,2-16 136,-2 7-88,2 7 8,-2-12-16,2-1 8,-1 4-88,-1 8 40,0-10 24,0 3 40,2 1-8,-1 0-8,0-2 56,-1 0-16,1 1-8,-1 8-8,0-11-40,0 1-16,0 2-8,0 8 32,1-11 40,-1 3 8,0 1 0,2-1-48,-2 0-80,2 1 112,-2-1-56,0 10 16,2-15 16,0-1 56,-1 14-96,1-10 72,-2 1-16,0-1 8,2 10-40,0-13 16,-2 0-32,2 3 8,-2 3 0,0-1 16,2 0 16,-1-3-8,1 0 48,-2 3-32,0 8 24,0-11-40,0 1-24,1 0 24,0-4 0,1 4-32,-2 1 40,1 1-16,-1-2-24,0 3 80,1-6-48,0 3-24,-1 1-8,0 1 24,1 0-16,-1-1 40,1-1-16,0-3 32,-1 6 8,0-3-32,0 1 8,1 1-16,-1-1-8,2-6 8,-2 7 0,2 0-64,0-1 88,0 1 0,0-1-48,0-4 24,0 1 48,0 5-80,0-1-8,0 0 24,0-1 8,0 6 8,0-10 8,0 0 8,0 4 16,0 1-40,0-1 16,0-1 0,0-3-8,0 4-24,0-1-16,0 1 8,0 1 80,0 0-56,0-3 8,0-2 64,0 5-16,0-1-32,0-1 8,0 1-32,3 1 8,-2-7-8,-1 7-40,0-1 16,0-1 56,3-1-24,-3 0 0,0-3 0,0 2 40,0 0-112,0 1 96,4 0-8,-4-1-24,0 0 8,0-2 64,0 3-64,4-3 48,-4 3-16,3 0 0,-3-1-40,0-2 8,0 4-48,0-1 16,0-1-16,4 1 48,0 0 24,-4 1-32,0 1 48,3-3-40,-3 3 0,0-2-8,0-1 8,0-3 8,4 6 8,-4-3 24,0 3-48,0-1-24,0 1 0,0-5 32,4 4-64,-4 0 32,0 1 16,0-1 16,0 1 32,0-3-32,0-1 64,0 4-80,0-1 88,0 1-104,0-1 16,0 1 48,0-6-32,0 5-72,0 1 32,0-1 0,0 1 24,0-1 32,0-2-16,0 0 56,0 2-40,0 1 128,0-1-136,0 1-64,0-2 56,0-3 8,0 3-152,0 2 200,0-1 8,0 1-48,0-1 0,0-1-80,0 1-24,0-3 64,0 2 0,0-2 32,0-1-8,0-1 72,0 2-32,0 0 72,0 0-104,0 0 0,0 0-8,0-2-8,0 3-104,0-1 80,0 0 40,0-2 8,0 0 0,0 1-16,0 0 8,0-1-64,-2 2 88,0-2-40,0 0-8,1 0 16,0 0 40,-1 0-88,1 0 80,-3 0 8,2 0-56,-2 0 24,4 0-8,-3 0-16,-1 0-48,0 0 40,1 0 24,-1 0-32,1 0 32,1 0 48,-2 2 0,-2-2-40,1 1 0,1-1 8,-1 0-16,5 0-8,-6 2 16,1 0 8,-1 0-24,1 0-8,-1 0-40,5-2 56,-3 0-16,-2 0-48,1 1 64,-3 1 24,3 0-32,0-1 8,2 0 48,-2-1-48,-3 0 32,1 2-48,2-2-16,-3 2 0,8-2 32,-15 1-48,12 1-8,-5 0 80,1-2 0,-8 0-32,13 0 8,-1 0 32,-12 0-48,10 0 112,-1 0-88,-9 2 24,11-2-32,3 0 16,-14 0-120,10 0 168,-12 0-120,10 0 24,-12 0 64,18 0-32,-5 0-112,-12 0 64,12 0 48,-12 0-32,12 0 56,-10 0 48,1 0-72,8 0 112,-14 0-152,14 0 40,-12 0 0,18 0-32,-7 0-104,-12 0 176,13 0-48,-12 0 24,3 0-16,11 0 0,-5 0-40,-5 0-24,-1 0 24,1 0 24,1 0 48,2 0-32,7 0 64,-10-4-16,-1 4 40,-1 0-88,1 0 16,-1-3 24,15 2-40,-13-2-40,-1-1-8,-2 1 48,1 3-32,0-4 32,8 2 0,0 0 56,-7 2-56,-1-3 112,0-1-96,1 4 24,-3-4-8,1 4-120,0 0 80,-1-3-24,-1 3 16,2-4 8,13 3 8,-9-2 16,0 3-48,-5 0 72,3-4-32,-3 1-16,9 3 8,4 0 32,-11-4-72,1 0 152,-1 1-88,1 3-16,-1 0 16,16 0-24,-16 0-104,2 0 24,-2-4 80,1 4-24,-1-4-16,10 4 40,-2 0 56,-8-3-88,2-1 104,-1 4-48,1 0-16,3 0-8,9 0 32,-13 0-144,1 0 232,0-4-152,-1 4 8,1 0 96,13 0-72,-12 0-104,-1 0 120,0-3 0,-1 3-56,1 0 32,11 0 8,1 0 32,-18-4 0,7 4 24,6 0-56,-10 0 16,11 0-16,7 0 8,-19 0 0,4 0 40,8 0-56,-11 0 8,10 0-24,2 0 24,-6 0-16,5 0-16,-10 0-40,2 0 64,8 0 72,-7 0-64,10 0 72,-4 0 16,-10 0-8,12 0-88,-12 0 0,11 0 24,6 0-16,-15 0-32,9 0-64,-12 0 104,14 0 0,-12 0-48,15 0 40,-1 0 80,-16 0-48,12 0-40,-10 0 32,10 0-8,-7 0-16,12 0-8,-4 0 48,-12 0 0,12 0-56,-10 0 8,8 0 16,4 1-8,-6 0-16,4 1 0,-11 0 0,12-1 24,-12 1 8,14-2-16,1 0 40,-15 2-8,10-2 32,-10 2-64,12 0 8,-10 0-8,8-1-72,-10 1 24,10 0 40,-11 0 48,12 0-32,-1-1-8,-3 0 40,5 0-48,-10 1 24,10 2-8,-12-2-16,13-1 8,3 0 16,-14 0-48,9-1 48,-1 0 16,-9 0-8,10 2-8,5-1-16,-13 0 0,9 1-40,-3 0 8,-6-2 40,8 0 8,-2 0-16,2 0 64,0 0 0,-9 0 72,10 0-144,-10 0 32,10 0-24,5 0-32,-15 0-72,9 0 152,-8 0-40,8 0 32,-1 0-40,2 0 0,-5 0 8,4 0-56,-8 0 88,8 0-8,-1 0-16,2 0-16,3 0 96,-13 0-104,9 0 48,-1 0-32,-8 0-32,12 0 40,2 0-16,-6 0-16,-7 0-64,8 0 64,-1 0 0,-8 0 0,13 0 16,0 0 80,-3 0-80,-10 0 160,13 0-144,-3 0-40,-8 0 24,11 0 32,-2 0-176,-1 0 192,-1 0-32,-8 0-56,12 0 8,0 0 32,-4 0-80,-1 0 16,0 0 128,-1 0-40,1 0 24,2 0-48,3 0 48,-4-4-80,1 4 120,-3 0-120,1 0 8,1-4-16,6 4 40,-5 0-136,-1 0 80,1-3 104,-1 3-8,1-4-56,2 4 16,0 0-16,0-4-160,-3 4 96,1-3-56,1 3-16,-1-3 152,4 2-120,-2-3-112,1 1 184,-2-1-128,0 0 16,1 1-48,-3-1-128,3 4 24,-1-4-1,-2 1 17,3-1-32,-3 0 0,1-1-8,-3-1 16,1 1-80,0-1-16,-8 1 416,15 5-472,-4-15-128,-10 11 40,8-1 0,-9-1 79,10 1 17,-1 3 464,-5-2-640,4-1-288,-10-10-312,10 11-257,-11-12-79,12 12 1576,4 2-1472,-16-14 191,12 10 393,-12-8-296,12 10-1208,6 4 2392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6.131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288 310 5593,'0'0'1200,"0"0"-72,0 0-280,0 0-239,0 0-145,0 0-64,0 0-32,0 0 0,0 0-8,0 0 32,-2 0 0,1 0-392,0 0 384,-1 0-48,0 0-88,0 0 24,1 0-8,0 0-264,0 0 264,-1 0 33,-2 0 23,1 1-64,-1 1 8,-2 0-264,6-2 280,-3 4-120,-3-1 96,1 1 32,-1 0-16,1 1 16,3-2-288,-2 2 232,-1 0-48,-3 10 24,3-10 8,-10 3 8,12 5-224,2-10 224,-4 3-56,-10 9 24,10-10-96,-1 12 32,-1-3-48,6-11-80,-4 11 40,-9 1 0,10 1 16,-3-1 1,-8 1-33,13-7-24,0-1 80,-5 8-80,-1-1 80,3 2-64,-2-3-8,0 0-8,6-13 8,-6 16-80,-1-3 168,3 1-80,-1 0 32,1-10-64,3 1 16,-2 9-104,-1-10-32,-1 10 23,5-10-39,-3 10-48,2-9 0,0-1-144,-2 2 16,3 1-144,-1-3-56,2 1-128,0-6 656,0 5-792,0-1-56,0-2-105,0 0-103,0 0-176,0-2 1232,0 1-1368,0-1-113,3 0 9,1 0 232,0 0 335,0 0 905,-3 0-4168,-1 0 4168</inkml:trace>
  <inkml:trace contextRef="#ctx0" brushRef="#br0" timeOffset="614">643 69 4817,'0'0'656,"0"0"-656,0 0 736,-2 0-192,2 0-136,0 0-160,0 2-96,0-2-16,0 0-40,-2 0 40,0 0 48,0 0 40,0 0 16,2 0-240,-1 0 224,-1-4-24,0 4 8,-2 0 17,2 0-9,1-2-216,0 0 232,-2 2-32,-1-4 8,0 1 8,1 3 0,-1 0-216,4 0 232,-5 0-24,1 0 48,-2 0-32,3 0 40,-3 0-24,5 0-240,-1 0 200,-4 0-16,0 0 8,1 0-24,-1 2-48,4-1-120,1-1 176,-3 2-80,0 2 24,-1 0 8,1-1-72,1 1 40,2-4-96,-2 4 80,-1 1-40,1 1 64,1-1-56,-2 1-16,2-4-32,0 1 48,-1 5-31,-1-1-1,2 0 8,0 1 8,1 3-32,0-8 48,-2 5-24,1 8 24,0-8 8,0 6-56,2-8 56,0-2-56,0 10 16,0-8-40,0 10 40,0-10 0,0 10 16,0-12-32,0-2 48,4 13-8,1-10 32,1 3-112,0 6 40,-1-10 0,-5-4 16,6 5-64,8 3 80,-14-3-16,6 3 0,10-3 0,-14-4-16,2 2 16,11-1-32,-10 1 24,10-1-16,-12 0-16,9-2 24,-9 0 8,1 0-32,11 0 8,-12 0 16,3-4-8,-1 1 16,-4 2-8,4-2 0,0-1-32,1-1 40,-1-10-56,1 11 32,-4 2 16,0-1 8,1-12-48,1 10 24,0-10-8,-1 9-16,-3-10 40,0 14 0,4-3-32,0-14 56,-4 14-16,0-17-24,0 16 24,0-12-72,0 3 16,0 0-24,0 1 40,0-1 32,0 11 0,0 2 24,-2-18 32,-2 15-104,0-12-81,1 12-55,-3-12 184,6 17-240,-3-4-40,-3-1-64,0-10-32,1 11-48,-1 1-8,4 1 432,-1 0-416,-3-2-48,1 1 0,-1-1-48,3 0-1,0 4 513,2 0-504,-5 0-16,3-3 40,-1 3-8,0 0 40,1 0-8,2 0 456,-2 0-464,-1 0-16,1 0 8,1 1 79,0 1 97,1-1 296,0 0-176,1 3 80,0 0 32,0-1-3624,0-3 3688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5:57.339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0 361 5065,'4'2'1008,"0"4"8,1-1-224,-2-1-792,0 0 536,2 3-208,1-2-72,-1 3-48,1-3 1,-1 0-209,-5-4 272,4 4 16,0 1 16,1-1 32,-1 1-32,0-1 0,-3-3-304,1 2 272,2 3-56,2-3-32,-3 1-24,3 1-72,-4-2-88,-1-3 80,3 5 0,0 0-48,-1-3 48,1 1-8,-4 0-24,1-4-48,2 3 56,-3-1-32,3 0 48,-3 2 32,0-3 24,2 1-128,0 0 128,-2 0 0,0-2-16,4 2-48,-4-2 8,0 0-72,0 0 32,0 0 0,0 0 16,0 0-40,0 0 8,0 0-152,0-4 312,0 0-200,0 1 80,0-3-8,0 1-40,0-7-8,0 7 72,0 1-24,0-1 8,0-13 32,0 14-56,0-2-8,0 6-24,0-14 33,0 10-25,0-13 48,0 12 16,0-12-24,0 12 32,0-10-16,0 10-16,0-16 48,3 16 0,1-9-96,-4 11 96,4 0-8,-4-14-32,4 12 0,-1-12 8,3 12 16,-6 2-80,3-9 64,3 8-40,-1-11 0,-1 12 24,2-12-8,-3 13-40,-1 0 72,4-3-24,10-10 24,-12 15-32,1-5-16,1-1-24,-6 6 40,15-5-32,-12-1 0,3 1 40,9-1-56,-12 1 24,3 2-16,5 0 16,-8-1-80,14-1 32,-11 1-32,12 0 0,-14 4 64,-3 0-80,18 0-80,-16-3-24,14 3-56,-13 0-16,12-4-64,-15 4 320,4 0-393,9 0-111,-10 0-56,11-4-24,-11 4-96,-2 0 680,1 0-712,14 0-112,-17 0-97,5 0-71,1 0-8,-3 0 1000,-3 0-976,6 0 168,-2 2 239,-1 0-3599,-3-2 4168</inkml:trace>
  <inkml:trace contextRef="#ctx0" brushRef="#br0" timeOffset="432">1028 1 6633,'0'2'1008,"0"0"-288,0-1-256,4 1-144,-4-1-320,0 0 273,0 1-25,0 0 16,0-2 24,0 2 40,0-2-328,0 0 336,0 1 24,0-1-40,0 0 24,-2 0-40,0 0-8,0 0-296,-1 0 288,-1 0-104,0 0 24,1 0-16,-3 0 8,2 0-200,3 0 224,-5 0-8,1 0-15,-3 0-25,-6 0 16,8 0-8,-9 0-8,10 0-48,-2 0 32,-1 0-24,1 0-8,-2 0-128,1 0 168,3 0-40,-12 0-24,12 0-40,-12-3-8,12 3-16,-12 0-16,12 0 0,-10 0 24,9 2-40,-10-1 8,14 0-16,-2 2 32,-10-1-64,8 2 16,-9-1 32,10-1-40,0 2 24,3-2-80,-13 3-88,9 3-144,-1-3-192,-10 1-168,12 1 672,5-7-849,-8 5-167,1 3-176,-8-1-144,12 1-145,-5-1-111,2-4 1592,-2 1-1272,4 13-3385,4-17 4657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08.16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3182 0 3560,'0'0'1337,"0"0"-721,0 0-120,0 0-152,3 0-144,1 2-72,-4 0-88,4 0 8,-1-2 0,-3 2 16,2-1-64,0 0 96,2-1 0,-4 1 40,4-1 16,-4 0 16,2 0-168,-1 0 160,-1 0-8,4 2-8,0-2-24,-4 0-24,3 0-16,-2 1-80,2 0 72,-3-1-56,4 2 8,-1 0 32,1 0-16,-2-1-40,0-1 88,3 2 8,-1 0-8,-1 0 24,1 0 48,1 0-160,-4-2 160,2 1 0,1 1-15,2 0 7,-1 2-8,1 0-16,-5-4-128,3 1 120,2 1-64,8 2 40,-14 0 0,6-1 16,-2 0-112,-3-2 128,14 1-24,-15 1-8,15-1-16,-12 2-8,3 1 16,-5-4-88,13 2 80,-11 1-40,3 0 56,10-1-16,-12 3 24,3-5-104,1 1 152,-5 2-48,14 0 40,-11-1-32,10 3 40,-11-3-152,-4-2 144,15 4-16,-10-1 24,8 1-72,-8-3 48,12 4-40,-17-5-88,2 3 88,15 2 0,-14-1-8,13 1 8,-14-1 8,7 0-96,-5-2 72,-1 2 16,10 1-8,-10 1 16,11 8 8,-12-12-8,-2-2-96,4 6 72,10-2-80,-12 3 64,1-1-56,2 8 32,-4-14-32,1 1 48,12 4-56,-12 1 56,1 1-40,2-1-8,-2 5 0,-3-9 16,3 2-40,1 1 48,1-1 8,-1 3-32,1-1 0,-5-6 0,2 5-16,2 2-32,1-1 40,-1-2 8,1 1 8,-3-2-8,-1-1 24,2 5-16,1-3-16,1 10-8,-1-13 8,1 5 8,-1-1 24,1 1-24,9-1 40,-12-1-32,1 10-8,-2-13 0,2 1 25,1 5-41,1-1 24,8 8 0,-10-12 0,-1 8-8,-2-7 56,4 2-32,1 1 8,-1 8-16,1-10-40,-1 3 56,-4-8-32,4 14 32,0-6-56,1 8 72,8-10-32,-14 12-32,2-15 16,0 0 40,4 13-40,-3-10 32,3 12-8,-1-12-24,0 8 0,-4-12 24,3 4-32,-1 10-24,1-10 32,0 12-16,-1-11 32,-2-6-16,2 17 32,1-11-48,-4 12 24,3-12-24,1 8 8,-2-11 8,0-1 16,-2 14 8,3-12-24,1 13 0,0-12 8,-4 12 0,0-17-8,3 6-16,-3 7 8,4-8 0,-4 9-8,4-8 32,-3-1-16,1 5-8,2-4 16,-4 11 0,4-12 0,-4 12 32,3-12-40,-3-4 24,4 14-8,-4-10 40,4 10-80,-4-8 40,0 10-8,0-15-8,3 9-32,-3-5 16,0 11 16,4-10 40,-4 10-40,2-15 0,0 0 48,-2 17-8,4-13-48,-4 12 48,0-12 0,0 11-40,0-18-24,0 6 24,0 12-16,3-12 16,-3 14 24,0-13-8,1 0-16,2 5 32,-3-5-72,0 11 48,4-3-16,-4-9 16,0 7-8,0-8 64,0 10-64,0-8 72,0 12-88,3-5 8,-3-8 24,0-4-16,0 16-56,0-11 24,0 12 32,0-5-8,0-6 32,0 12 56,0-13-56,0 12 32,0-12-64,0 13 8,0-7 0,0-11 32,0 4-48,0 14 0,0-13 32,-2 12-8,2-12 8,0-3-16,-1 8 64,-1-6-96,0 12 24,2-10 24,-2 10-16,1-13 0,0-3 80,-1 15-32,1-10 24,-1 10-40,0-10-8,0 10-8,2-17-16,-2 15-16,-2-8 8,3 11 8,-1-3 24,0-10-8,0 3-16,0 3 64,0 4-16,1-10 24,-1 15-56,0-14-16,0 9 0,2-12-8,-2 12-48,0 2 168,2-1-112,0 1 40,0-3-8,0-11-32,-1 9-104,-1 3 88,0-8 0,0 15 40,0-5 24,1-9-48,0-2 112,0 9-40,-1 0 16,0 0-32,0-1-56,0-1 0,2-11 56,-3 13-64,-1-8 0,-2 13 64,3-12-96,-1 12 72,2-13 64,-3 13-104,1-5 144,-2-8-112,1 12-16,1-14-8,2-3 64,-3 18-96,-1-12 168,1 12-136,-1-5-8,1-1 24,4-12-16,-4 11-104,0 2 56,-1-8 56,1 12-48,-1-12 48,4 2-8,-1 0 56,-3-1-64,1 10-16,-1-12 48,1 10-8,0-11-16,4-4 16,-4 6 32,-1 8-16,1-10-32,-1 10-8,1-9-8,3-5 16,-2 5-56,-2 1 0,3 8 8,-3-11 72,3 3-56,-1-2 32,2-3 32,-3 6 16,1-1-24,-2 0 16,3 8-24,-1-9-16,4-6 0,-5 7-32,1 0-32,0 1 72,-1 6-8,1-12 16,3 0-16,-2 2 72,-2 3-96,1 8 128,-1-12-120,1 3 8,-1-2 8,4-2 16,-2 3-104,-3 1 176,3 1-72,-3-2 0,2 1 8,3-5-24,-3 3-80,0 2 48,-1 1 16,-1-1-16,1-1 24,2-1 8,2-2 32,-5 3-24,3 1-64,-3-1 80,1-1-32,1 1 8,4-4 16,-6 4 64,1-1-56,-1 1-24,3 1 0,-3-1-8,5-3 8,-1 2 0,-4 1-32,1 1 128,1-1-104,0-1-8,0 2 64,-1-1-144,1 1 144,1-3-32,-3 3-16,2-1 16,4-4-16,-3 4-48,-3 0-40,3 1 88,-1-1 8,0 1-8,2-3 0,1-1 96,-5 4-120,2-1 64,1-1-32,-1 0-16,1 1 8,2-5 40,-2 4-104,-1 2 120,2-3-56,-3 3 0,-1-3 8,5-2-8,-3 0-40,0 1 0,0 2 24,1-1 40,-1 1-24,1-3 0,2 0 48,-4 1-24,1 0 88,2-2-88,-2 2 0,1-1-24,3-1 0,-4 2-88,2 0 32,-1 0 40,-1 0 40,0 0-24,3-2 0,0 1 72,0 1-72,-3 0 64,0 0-48,2 0 8,-1-1-24,3 0 32,-4-1-96,2 0 176,0 0-112,0 1 24,-1-1-8,2 1-16,-2 0-104,-1-1 32,3 0 64,-3 0 8,2 2 24,0 0 56,0-2-48,-1 2 48,-1-2-88,2 0 8,-1 0 0,3 0 16,-4 0-80,2 0 136,-2 0-56,1 0-24,1 0 24,1 0-16,0 0-56,-1 0 0,0 0 152,0 0-88,-1 0 8,2 0-16,0 0 64,1 0-136,-2 0 128,0-4-24,0 4-16,1 0-8,0 0-8,0 0-32,1 0 0,-2 0 56,2 0 8,0 0-24,0 0-8,0 0 72,-2 0-64,2 0 160,-2 0-160,0 0 8,1 0-16,1 0-152,0 0 288,0 0-128,0 0 16,-2 0 8,2 0-32,0 0-88,-2 0 56,0-4 40,2 4 16,-2 0 0,1 0-24,0 0 72,1 0-40,-1 0 48,-1 0-64,0 0 8,2 0 8,0 0-32,-2-3-80,0 3 24,0 0 32,1 0 8,-1 0 8,1 0 8,0 0 56,-1-4-88,0 4 176,-2 0-112,3-4-8,-3 4 16,0 0-160,2 0 224,1-3-112,-1 3-8,-2 0 24,3 0-8,-2-4-104,0 4 48,-1-4 56,-1 4 8,1-3-16,2 3 8,0 0 48,-3-4-24,1 4 8,-2-4-32,1 1-16,1 3 16,4 0 0,-5-4-40,-1 0 72,1 4-40,-1-3 0,1 3 24,-1-4-24,1 0-8,-1 4 0,1-3 16,-1 3-32,1-3 32,3 2 32,-6 1-8,1-4 96,2 4-112,-3-3 0,3-1-32,4 4 24,-6 0-136,0-4 88,1 0 16,-8 1 48,10-1-8,1 4-8,1 0 64,-6-4-32,1 4 16,-1 0-48,-6-3 16,10-1-16,4 4-8,-5-4-40,-3 1 176,-7-1-168,12 4 24,-12-4 40,14 4-24,-3-3-120,-4-1 72,-8 0 16,12 1 32,-3 3-16,-3-3 16,5 2 56,-1-3-40,-8 1-112,8-1 64,-10 0-16,10 1 64,6 3-16,-15-4 64,10 0-80,-10 1 8,10-1-8,-12 0 8,15 3 8,-1-1 0,-12-2-16,9 0 128,-10 1-104,12 3 32,-7-3-40,7 2 40,-1 1-128,-10 0 128,10 0-40,-14-4-8,14 4-32,4 0 40,-13-4-48,9 4-8,-1-3 64,-9 3 8,10 0-8,-3 0-8,1 0 64,2 0-80,-10 0 24,9-4-24,-1 4-32,-8 0 16,10 0 8,-10 0 16,10 0 40,-3 0-8,-8 0-56,14 0 32,-2 0 32,-3 0-88,-10 0 24,12 0 64,-3 0-72,-3 0 40,6 0 56,1 0-16,-11 0 112,10 0-136,-2 0-8,-8 0-16,14 0 8,-4 0-128,-9 0 120,8 0 8,-1 0 8,-8 0-16,12 0 8,1 0 24,-13 0-48,9 0 88,-1 0-88,-8 0-16,10-3 40,5 2-16,-8 1-48,-8 0 80,10 0 8,-8 0 0,8-3-32,5 2 8,-13-2-8,9-1-40,-3 4 0,-6-3 56,8 3-24,-3 0 16,4 0 16,-3-4 0,-7 4 16,8 0-8,-8-4 16,10 4-40,5 0 8,-15-3-64,10-1 0,-10 0 48,9 1-8,-8 3 72,11 0-56,0 0 48,-12-4-64,10 4 88,-10 0-72,10 0-8,-7-3 8,9 2 32,-2 1-88,-3 0 32,-8-3 24,10 3-24,-9 0 24,14 0 0,-3 0-8,-11-4-40,10 4 72,-12-4-64,12 1 32,-5 3 8,3 0 48,2 0-64,-3 0 88,-7 0-64,10 0 16,-9 0-24,13 0-8,-4-4-32,-12 4 112,12 0-56,-3-4-8,-6 4-16,12 0 8,-2 0-80,-3 0-8,-8 0 128,9 0-24,-1 0 8,-5 0-24,8 0 80,-2 0-128,-10-3 168,8 3-128,-7 0 0,10-4 48,4 3-40,-15 2-120,11-1 64,-10 0 64,10 0-24,-10 0 32,12 0-16,0 0 64,-13 0-80,9-4 112,-12 4-104,14 0 8,-10-3 0,13 3 0,-3 0-104,-10 0 56,9 0 24,-10 0 24,8 0-16,-8-4 64,8 4-80,-8 0 80,10 0-48,-10 0-24,12-2 24,2 0 24,-5 2-120,-10 0 248,12 0-120,-12 0-16,12 0-16,5 0 40,-15 0-200,10 0 128,-3 0 32,-8 0 32,10 0 8,1 0-40,-4 0 16,3 0 0,-9 0-24,10 0 0,-10 0 32,11 0-24,3 0 32,-14 2 8,9 0 152,-1-2-184,-8 2 0,10-2 8,2 0-16,-9 0-136,7 0 128,-10 2 32,9-2 8,-8 1-16,10-1-16,2 0 72,-14 0-48,10 0 32,-9 0-24,10 2-24,-9-2-8,13 0 32,-6 0-72,-8 0 72,8 0-16,-10 0-48,10 0-8,0 0 40,-6 0-80,7 0 8,-12 0 200,10 0-80,-10 0 24,7 0-72,7 0 80,-3 0-168,-13 0 176,14 0-112,-11 0 0,10 0 8,7 0 16,-16 0-88,8 0 32,-10 0 96,12 0-48,-12 0-8,14 0 16,1 0 56,-16 0-64,14 0 112,-14 0-80,14 0-16,-9 0-8,11 0 0,-2-3-104,-12 3 176,12 0-88,-14 0 16,14 0 16,1 0-16,-11 0-64,10 0 40,-10 0 24,10 0 24,-12 0-24,14 0 0,1 0 56,-13 0-40,9 0 48,-10 0-72,8 0-32,-9 0 40,16 0 0,-6 0-80,-10 0 56,12 0 48,-14 0 40,14-4-24,-3 4-40,-3 0 80,6 0-96,-14 0 112,14 0-72,-12 0-40,12 0 56,-12 0-168,12 0 304,-12 0-152,12 0 16,-12 0 8,12 0-192,-12 0 72,12 0 32,-10 0 16,9 0-16,1 0 72,-12 0-8,12 0 24,-3 0-40,-8 0 48,11 0-56,4 0 8,-13 0-8,10 0 40,-3 0-48,-1 0 24,-6 0 0,12 0-16,-2 0-24,-2 2-8,-8-2 24,8 2 8,-1-2 48,-3 1-48,5-1 40,3 0-8,-5 2 16,0-2-64,-8 2 48,9 0 16,6-2-48,-7 0-48,-8 0 0,10 2 64,-3-2-48,-6 0 32,11 0 0,0 0 48,-11 2-72,8-2 56,-11 0-40,12 0 40,-2 0-32,7 0 8,-15 0-16,9 0 136,-8 0-152,8 0 8,-1 0-40,3 0 56,-7 0-176,6 0 32,-10 0-72,9-4 40,1 4 0,0-2 176,2 0-192,-4 2 32,0-3-32,-1 3-224,1 0-224,0 0-312,6 0 952,-4 0-1337,0 0-143,-1 0-104,1 0-89,1 0-47,2 0 1720,0 0-1560,0 0 343,1 1-3071,1-1 4288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4.760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565 0 8209,'0'0'1377,"0"0"-569,0 0-352,0 0-456,0 0 280,4 2-184,-4-2 48,0 0 24,0 0 64,0 0 56,0 0-288,0 0 312,0 0-8,-2 0 32,0 0-32,0 0-40,-3 0 8,-1 0-39,1 0 23,-1 0-88,-1 0 8,-7 0-176,13 0 168,-5 0-72,-10 0 88,10 0-40,-10 0-64,10 0 16,1 0-96,-6 0 48,3 0 0,-12 0 88,5 0-16,-1 0-40,6 1-80,5 0 128,-13 1-64,-1-2 40,1 2-32,0 0 0,-1-1-72,17 0 0,-16 4-16,-2-3-16,0 0 40,1-1 32,1 3-32,9-3-8,-1 0 56,-6 1-72,-1 0-32,-1-1-40,11 1-80,-10-2 168,13 0-288,-3 2-176,-10 0-168,12 0-297,-10 0-167,10-2-184,-3 1-208,-6-1-65,8 0-71,-1 0 344,-1 2-3361,8-2 4641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13.19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135 485 3840,'0'0'312,"0"0"104,0 0 57,0 0-25,0 0-32,0 0-8,0 0-408,0 0 400,0 0 0,0-4 24,0 4-24,0 0-8,0 0-392,0 0 416,0 0-40,0 0 129,0-4-65,0 4-8,0 0-432,0 0 456,0-4-96,4 4 56,-4 0-8,0 0 16,0 0-24,0 0-400,0 0 408,0 0-32,0 0-7,0 0 31,0 0-40,0 0-2273,-2 0 4194,0 2-1921,0 0-32,0 2-8,1 0-16,-1 1-304,2-5 288,-4 6-16,0-1 24,3 2-48,-3-1-32,0 9-8,2-14-208,-1 3 184,-1 11-8,0-10 32,-1 10-55,1-9-49,0 5-104,3-6 128,-5 3-128,1 12 104,-1-6-72,1 1 0,-1-7-16,6-8-16,-6 18-64,3-11 48,-1 12 16,0-12 32,1 11 8,1-11-40,0 1 64,-2-1-80,1 12 16,-1-12-40,0 10 24,1-13 16,3-3 24,-2 14-32,0-9 128,0 10-128,0-10-104,1 1 16,-1 0-160,2 1-65,0-3 41,-2 1-96,2-1-64,0-1 440,0-2-400,0 3-120,0-3-8,0 0-208,0 0-152,0 1-137,0-3 1025,4 2-1280,-1-2-40,1 2-113,0-2-31,-1 0 16,-1 0 1448,2 0-1200,1-4 327,1 1-3295,-6 3 4168</inkml:trace>
  <inkml:trace contextRef="#ctx0" brushRef="#br0" timeOffset="646">652 231 3784,'0'0'184,"0"0"48,-2 0 64,2-4 25,0 4-25,-2-3-296,2 2 296,-2 1 8,0 0 8,1-3 8,-1 3-16,2 0 16,-1 0-320,0 0 312,-1-4-24,0 0 40,0 4-56,2-3-16,-1 3 8,-1 0-40,0 0 24,-2 0 9,2-4-1,1 4 0,0 0-256,-2 0 232,-1 0-40,0 0 8,1 0-32,-3 0 24,5 0-192,-1 0 176,-4 0-24,2 0-48,1 0 0,-3 0 0,3 0-104,3 0 104,-6 0 32,1 2-48,3 0 24,-4 0-24,2-1 0,4 0-88,-3 2 112,-1-1-56,0 2 32,1-3 24,-1 1-24,-1 4 48,3-3-48,-2 1 96,2 2-88,-1-3-16,-1 3 64,4-6-144,-2 5 8,-2-1 64,3 2 24,-1-1-56,0 2 16,1-4-56,0 2 40,1 0-48,0 1 96,0-1-64,-2 1 40,2-2-64,0-3 96,0 5-96,0-1 104,0 1-55,4-1 31,0 1 0,-4-5-80,0 3 0,3 4 16,1-3-16,0 1 24,-1-1 24,3-1 40,-1 2-56,12-3 56,-17 1-56,5 0-48,9-3 16,-13-1 24,3 4-88,1 0-8,1-2 80,-1 1-16,1-1 16,-1-1-8,4 0 40,-9-1-96,6 0 80,0 0-24,-1 0 40,-1 0-40,-2 0 32,3 0-80,1 0 152,-1 0-152,1-4 16,-1 4 32,-4 0 0,4-3-152,0 3 112,1-4 40,-3 0-32,1 1 40,-2 1-8,0 0 48,1-2-16,1 1-32,0-1 0,-4 0-8,3-1-24,-3-1 48,4 2 24,-4-1-48,0-1 8,0 1 16,0 1-16,0-7-40,0 11 16,0-3 24,0-3-24,0 1-8,0 1 32,0 2 16,0-13-8,0 12 88,0-3-72,0-9-48,0 12 16,0 3 8,-2-6-112,2-9 64,-2 12 48,1-3 8,-1 1-24,1 3 16,0-2 40,-1-10-72,0 14 88,0-6-48,1 1-32,-1 0 24,2 4 32,-2-3-112,0 1 88,0-1-8,0 0-32,1-1-16,0 2 48,0-9-40,-1 12-89,0-5 1,0 1-48,2 0-104,-1 2 280,0 1-304,-1-3-56,1 0-16,-1 4-64,-4 0-24,3-3 464,3 2-496,-4 1-80,2 0-24,0 0-129,0 0-143,2 0-64,0 0 936,-1 0-1048,-1 0 72,2 0 263,-2 0 193,2 2-3400,0-2 3920</inkml:trace>
  <inkml:trace contextRef="#ctx0" brushRef="#br0" timeOffset="1270">849 155 5601,'0'2'1136,"0"2"-72,0 1-232,0 1-280,0-3-552,0-1 409,3 4-97,1-1-56,-4 3-32,0-1 32,4-1-8,-4-6-248,0 5 240,0 3 32,0-1 56,0 9 24,0-10-24,0-3-328,0 1 376,3 13-112,-3-12 64,4 3-96,-4 6-24,3-9-208,-2-4 249,-1 5-113,0 1 72,3-2-8,-3 3 0,4-1-16,-4-6-184,0 5 168,4 2-24,-4-3 8,3 1 8,-3-1-48,0-2-112,0 0 112,0-1-16,0 0 64,0-1-96,0 1 24,4-2-88,-4 0 24,0 0-104,0 0 232,0 0-160,0 0 16,0 0-32,1-1 24,2-1-112,-3-2 56,0 0 88,0-1-8,0-1-72,2-4 48,-1 5 48,-1 2-144,0-3 192,4-10-72,-4 10-48,0-9 40,4 10-112,-4-13 0,3 12 80,1-14 8,2 14-16,-4-2 24,1-2 80,1 4-56,-1-14 24,1 15-24,0-12 0,1 12-24,-5 5-8,6-19-40,-1 14 48,1-12-16,-1 12 8,10-14 32,-15 18-24,0-1-24,6-13-24,-1 11 48,10-11 32,-11 12 48,-2-1-80,-1 2 104,5-3-16,8-10 40,-10 11-120,2 1 0,-1-1-8,-5 4 56,15 0-160,-11-4 72,10 1 24,-10 3-80,11-4 24,-13 3 64,1-2-64,12 0-160,-11 3 40,10 0-80,-10-4-80,7 4 344,-7 0-312,-1-4-96,12 4 8,-11 0-89,1 0-71,12 0-104,-17 0 664,3-3-816,3 3-32,10-4-32,-12 4-49,2 0-7,1 0 936,0 0-952,-3 0-64,11 0 176,-12 0 175,12 0-3455,-15 0 4120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4.54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2858 60 5321,'0'0'752,"0"-4"-144,3 4-304,-3 0-304,0-4 144,0 4-80,4 0-32,-4 0-8,0 0-8,1 0-16,2 0 16,-3 0-40,0 0 16,0-2 8,0 1 32,0 1-16,0 0 24,0-4 0,0 0 8,0 4-8,0 0-40,0-3 16,0-1 8,0 0 16,0 4-16,0-3 16,0 1-40,0 0 32,3 2-8,-3-4 16,0 1 0,4-1 8,-4 1-48,0 2 88,4 1 24,-4-3 16,4 3 16,-1 0 16,1 0 8,-3 0-168,2 0 128,2-4 8,-1 4-16,1 0 0,-1 0 32,0 0-152,-3 0 153,5 0-9,-1 0-40,1 0 0,11 2-8,-14 0 0,-3-2-96,6 0 96,-1 1-32,12 1 40,-14 2 0,14 0 32,-15-3-136,2 1 160,14 4-40,-13-4 32,14 3-40,-14-1-8,11 0-104,-13-3 136,2 5-32,14-1 32,-14 1-16,14-1-48,-5 1 24,-12-4-96,2 3 96,18 1-24,-17-1 16,17 3-8,-16-1-8,7-2-72,-4-3 136,-3 13-24,16-11-16,-6 1 16,-1 10-40,-1-10-72,-13-4 112,15 4 0,-10 12-24,18-12-32,-10 10-8,3-10 16,-11 1-64,4 5 56,5-6 8,2 12 16,-1-10-32,-1 12-16,-3-14-32,-8-3 40,13 17-48,0-12 8,-1 13 8,2-13 8,-1 16 16,-14-20-32,11 1 48,2 16-56,1-13-8,-1 14 16,1-5-24,-8-8 24,0-1 40,8 8-16,-1-10 56,1 15-72,-1-12 0,-1 10-8,-13-16 24,13 16-72,1-3 80,1 2-24,-3-3 0,1-6-16,-11-2 8,7 10 8,5-2-40,-1 3 16,2-2 56,-3 1-48,-4-6 8,-5-5 32,10 12 0,1-1-40,-1-1 40,0 3 8,1-1-32,-15-17-8,4 16 8,19 5-32,-10-3 24,1 0 32,-9 1-24,3-11-8,4 4 48,-8 8-48,15-1-8,-14 1 8,12 0 8,-13-3-8,-4-14 16,19 16-32,-16 1 48,14-4-48,-12 3 16,12-1 24,-15-14-24,9 11 0,-7 3-24,10-2 32,-9 1-16,8 1 0,-10-7 8,-2-3 32,16 8-8,-12 3 33,10-3-33,-12 1 0,11 1-24,-15-18 8,3 19-56,14-1 23,-13 0-7,1-1 24,1 1 8,-1-11 0,4 5 32,-5 6-48,1 0 57,1 1-50,-1-1-15,7-4 24,-9-9 41,-3 15-114,4-2 105,0 4 1,-1 0-33,1 0 40,-4-18-40,0 18-16,0 2-41,4 0 33,-4 2-24,3-2 32,-3-9 16,0-3 32,0 16-40,0-1 64,0-1-64,0 2 16,0-4-16,0 1-56,0-1 120,-2 0-56,1-2 24,-1 0 9,1-16-33,0 9-33,-1 7 1,0-2 56,0 2-24,1-2 8,-1-1 41,0 3-74,0-4 74,-2 2-81,-1 0 15,1-3-7,4-16 24,-2 20-48,-1-1 24,1-1 16,-2 3 40,2-4-40,1-9 8,-1 2 32,-2 10-40,0-1-8,1 0 16,-1 0-8,1-4 8,2-12 16,-2 17-16,-1 1 40,0 0-16,2-2-48,-1-2 40,2-13-16,-2 11-32,-1 4-16,-1 2 72,1 0-40,0 0 16,1-9 0,1-4 48,-2 13-24,-1 2 1,-1-2-9,3 0-8,-3 0-24,1 0 0,-1 0-65,0 1 65,-1-1 24,0 2 8,5-16-16,-2 7 73,-1 7-114,-1 2 41,1-2 0,-3 1-8,3-7 8,3-10 32,-4 14-40,-1 0 41,2 0-17,-1-1-8,-1-1 32,6-16-40,-4 14-40,0 5 24,-1-3 8,1 0-25,-1 1 33,3-10 0,1-2 41,-4 10-49,1 1 72,-3 1-56,3-3-16,0-2 8,4-13 32,-6 16-64,1-3 88,-1 3-32,1-3-24,-1 1 40,6-11-40,-3 7-16,-11 4-40,9 1 72,-1 1-40,0-1 48,-3-6-24,5-5 88,1 10-88,-1-8 40,-10 13-56,10-5-16,-3 2 32,-7-3-32,10 3-8,-10-3 48,10 3-8,-3-10-32,1 2 32,-2 3 64,3 4-72,-1-1 8,-10 0 0,12-8-32,-7 8 32,9-12-8,-2 5 0,-12 12 40,12-5-16,-3-8-24,-6 11 0,12-16 8,-2 4 0,-3 12-48,-8-11 48,9 14 16,-1-14-16,-3 4 0,4-4 48,0 8-32,-1-7 40,-8 10-32,9-13 0,-8 10-24,14-15 32,-6 6-56,-9 8 24,10-8 8,-2 9-24,-10-10 24,15 1-8,-1 3 24,-14-4-64,11 3 80,-10-1-48,9 10 24,-6-15-16,9-1 56,-1 5-72,-10 8 32,9-10-16,-10 2 8,10-1 16,-10 3 0,10-1-48,-10 0 56,8 8-16,-8-11-8,13 0-8,0-1 40,-12 12-56,10-12 0,-2 3 48,-8-1-16,10 0-16,4-4 40,-15 4-8,10 1 56,-8-1-56,8 1-24,-1 1-16,-10-1-88,12-1 32,-10 1 48,9-2 40,-1 1-16,-3-1-8,5-2 24,0 3-40,-14 1 16,14-1 24,-10 1-8,10-1 40,4-4-56,-6 4 0,-9 0-56,10 1 56,-1-1-32,-8 1 48,13-4-16,-1 1 48,-12 3-32,9-1 24,-8 1-40,8-2 32,0-1-32,5-3 8,-14 2-8,10 4 32,-3-3-56,-6-1 16,8 4 32,-1-5-48,-1 1 16,-6 0 24,8-2-16,-1 0 32,-2 0-32,3 0 48,2 0-8,-3 2 96,0-2-40,-1 2 0,-6-2-96,14 0 120,-4 0-168,-3 0 24,-10-4 32,12 4-40,-1-4 72,1 3-40,-5-1 64,7 2-96,-3-6 112,1 1-96,-1 1-16,2 1 32,3 2 56,-5 1-112,1 0 64,-1-5 8,0 1-24,3 1 40,2 2-32,-4-4 48,2 1-56,-1 1 0,0-1 32,1 0-48,2 2 24,0 1 40,-3-5-8,0 2 32,3 1-24,-1 3-32,0-3-8,2 2 56,-2-3-112,0 1 136,-1 3-56,1-4-24,0 0 16,1 3-16,0-1-40,-1-2 0,0 0 64,0 1-24,2-1-16,-1 4 16,1 0 88,-2-4-80,0 4 96,0 0-88,0-3-32,0-3 24,2 6-8,-1-4-72,-1 1 16,0-1 80,-2 4-48,-1-4 24,4 3 0,0-1 48,-3-2-72,2 4 56,1-4-8,-1 4 24,-2-3-24,2-1-64,0 4 72,-1-4-72,-1 4 24,0-3 32,-1-1-40,1 0-16,0 4 24,1 0 8,-1-3 0,0 3 40,-1 0 8,1-4 40,-1 4-96,-1-4 24,1 4-8,5 0 0,-6 0-80,1 0 56,-1-3-16,1 3 24,-10 0 8,14-2 8,-2 0 40,-2 2-64,-3-4 0,1 4 8,-8 0 0,11-3 16,3 3 48,-7 0-48,1 0 56,-9 0-80,10 0 40,-1-4-8,5 3-8,-13-2-40,10-1 0,-12 1-8,10 3 24,-10-4 16,13 4 8,1 0 48,-17-5-32,12 1 24,-10 4-72,3-4 0,8 1 32,7 3-24,-21-4-48,7 0 104,-1 1-40,-1 3-16,-1-4 8,13 3 16,-7-2-48,-3 3 16,-3-3 72,0-1-8,-1 0-72,6 4 40,6 0 24,-11-4-40,1 4 72,-1-3-24,-1-1-56,1 4 24,15 0 0,-18-4-104,2 4-8,-1-3 96,1-1-48,-2 0 40,11 3 24,-3-1 80,-8 2-112,-2-4-8,4 0 72,-3 4-16,3-3-16,14 3 16,-16-4 32,-2 0-48,2 4-32,0-3 48,-2-1-32,18 3 16,-13-2-48,-5 0-8,-3-1 24,3 0 8,-2 1 8,9 1 16,4 0 24,-11-2-32,0 4 32,-2-3-32,2-3 8,-3 3 0,24 2 0,-23-4 0,0 1-8,-2 1-8,3-1 16,-1 0-32,15 3 32,-6-2-8,-9 0-48,0-1 32,0 0 0,-2 4 8,8-2 16,12 1 16,-18 1-24,1-4-64,-1 0 48,-2 4 16,2 0-64,21 0 72,-18 0 48,-3 0-104,0 0 40,-1 0 32,-1 0-48,14 0 32,2 0 24,-12 0-80,0 0 104,0 0-56,-1 0-16,2 0 24,19 0 40,-20 0-96,-2 0 128,3 0-32,-1 0-16,0 0 24,17 0-48,-10 0-80,-7 0 32,0 0 32,2 0-16,-1 2 40,8 0-8,6-2 48,-11 0-40,-4 2 24,2-2-8,-1 2-24,1 1 40,19-2-40,-16 0-16,-2 3-16,-1-2 64,4 0-32,-1 3 32,9-4-32,-2 0 56,-7 3-112,0 1 16,1-1 8,-1 0 8,3 0 24,12-3 16,-15 1 8,3 2-16,-1-1-8,0 1 16,0-2-16,13-2 0,-10 3 8,-3-1-32,10 4 8,-14-3 40,14-1-16,-5-1-8,3 0 40,0 1-16,-10 4 88,12-3-72,-10 1 8,9 0-48,6-4 48,-7 1-136,-9 1 96,10 0-16,-11-2 0,12 2 16,-2-1-8,-4 0 24,5 1-24,-9-2 40,10 0-8,-3 0-32,-2 0 0,6 0 32,-2 0-48,-8 0 8,8 0-16,-9 0 40,10 0-32,4 0 16,-6-4 0,-9 4-64,10 0 16,1 0-8,-10 0-56,12-2 112,1 0-88,-6-1-72,3 3 8,-10-4-104,13 0-97,-3 1 353,5 3-408,-6-4-192,-1 4-16,1 0-176,3 0-160,-1-4-96,3 3 1048,0 2-1161,-1-5-55,2 4-8,0 0 104,0-3 247,3 3 873,-2 0-3968,-1 0 3968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26.20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3879 0 5225,'14'2'1192,"-8"-2"-136,4 1-1056,4 0 704,2 1-376,-1-1-176,0 1-120,-10 0-40,17 0 16,-16 0 16,18 1-8,-19 1 24,16 0 48,-7-1 0,-10-2-88,7 0 144,-6 1-24,16 0 8,-7-2 57,-8 2-49,6-1-136,-4 0 136,7 0-32,-10 1-96,16 0 8,-7 0 24,-8-2-40,-6 0 0,22 2 40,-6 0-40,-10-1-24,16 1 48,-5 0-16,-12-1-8,4 0 32,8 3 0,1 1-24,-1 1 16,-1-1 16,-3-1-40,-9-2 56,14 1 56,1 3-8,-1-1 16,0 1 24,1 1-24,-16-6-120,14 6 112,1 9-64,1-10 24,1 10-40,-2-10-16,-7 3-16,-1 0 72,12-1-56,0 12 40,0-6-24,0 1 16,-4-2-48,-16-11 16,20 14 8,-2 1 16,1 0 0,1 1-16,0 0-16,-16-12-8,8 9 24,6 5-56,-1 0 24,1 0 16,-2 2-8,-6-7 0,-5-8 24,11 15-16,2 4 0,-1-4 0,-1 2 16,0 0-8,-17-23-16,17 22 0,0 3-32,1-1 24,1 3 0,-4-2 16,-8-15-8,3 4 56,7 10-56,-1-1 24,1 4-24,-1-4 0,-3-4 0,-10-15 48,13 23-24,1-4 24,0 3-16,-1-1 8,-1 2 0,-12-22-40,7 15 40,4 7-32,1 0 16,-10 1 0,16 0 16,-19-10-40,0-6 80,17 16-8,-15 0 8,15 1-40,-14 1-8,16 4-32,-22-35 24,6 33-16,10 0-24,-10 0 8,10-1-8,-10 1-16,-1-23 32,6 11 24,-7 12-56,11 0 64,-12 0-8,12-3 0,-12-6-24,-2-15 56,4 22-64,1 0 32,-1 2-16,1 2 8,8-1-40,-12-31 24,-4 25-8,8 3-48,0 0 72,-1-1-16,1 1 8,-4-15-8,1-1 56,1 15-88,1-1 64,1-1-40,-3-1 0,1 0 8,-4-24 24,4 24-40,-1 3 16,1-3 16,0 1-24,-4-2 8,1-18 0,2 11-8,0 9-16,-3-3 56,4 5 8,-4-3 8,2-8-48,0-10 64,-2 19-24,0 1-24,0 0-8,0-1 8,0 0-16,0-27 0,0 23 16,-2 2-56,-2 0 24,2 3 0,-1-1 16,1-16 0,0 3 56,0 13-56,-2 0 32,1-1-24,-3 1-40,1-1 32,-1 3 0,1 1-16,-1 0 32,1 2-24,-1-1-16,5-26 24,-3 17-8,-4 7-16,1-1-8,-1 0 40,-6 1 0,12-15-8,0-3 32,-5 20 24,-8-3-40,9 2-8,-1-3 24,-7 1-32,13-29-8,-4 28 8,-12 1 40,12 1-56,-15-1 32,14-1 0,-1-18-16,-4 7-24,-4 11-8,9-1 56,-14 1 0,13 1-24,-5-11 0,6-8 40,-9 18-56,0-1-24,8 1 64,-13-1 0,5 1-8,13-24-16,-11 18 48,-2 5-96,1 1 88,-1-1-24,-2-1-8,10-13-8,0 0 40,-8 13-56,8-1 96,-14 1-64,7-2 8,6 0-16,-10 0-72,3 2 88,1 1-40,-1 1 56,-2-2-32,15-19-8,-3 13 0,-15 8 8,5-4 32,0 1-24,8 1-16,-5-11 0,6-8 24,-9 19-48,7 2 40,-12-5-16,13 3 40,-13-2 0,19-23-40,-6 18 8,-13 3-24,5 0 16,1 0 0,-1 1 24,9-14-24,-3 4 72,-5 9-88,-3 0 0,0-2 40,1 2-8,4-7-16,9-12 48,-13 16 0,1 5-112,0-6 64,-1 2 0,-1 1 0,14-18 0,-9 10 56,-6 6-72,3 3 16,1-4 16,-1 2 0,8 0 32,-16-3-8,9 1-16,-1 1-16,0-1-8,0 1 0,14-18-8,-7 20 8,-12-3-32,5 0 56,1-1 0,-1 1-8,0 3 8,1-1-88,-3 0 16,10-3 56,-14 1 8,5-2 48,9 1-8,-15 0-64,5-1 32,2 2 32,8-3-16,5-13-40,-16 13 48,3 1-40,0-8-8,-1 10 0,-1-3 0,10-11 0,-1-1 32,-6 16-16,-3-12-32,2 8 56,-1-10-48,3 10 8,11-13 8,-14 3 32,-1 10-64,1-10 48,-1 10-16,2-9-8,-1 1 32,8 8-72,-12-10 24,13 10 24,-12-10 24,14-1-32,3-2 80,-16 5-16,10 1-64,-10-1 16,12 8-16,-12-10-16,17-5 16,-3 8 24,-13 6-96,11-10 80,-10 2-8,9-1 24,-1 1-24,-1 3 81,3-7-130,-10 3 65,10 1-32,-1 1 0,-6-1 16,10-5 40,-3 7-15,-9 6-42,10-12 1,-3 4 24,-6-1-16,13-4 8,-4 4 49,-2 0-49,-8 1 8,10-1 8,-1 1 0,-1-2 24,-1-1 0,-6 3 0,10-3-8,-3 3 8,-1-3-40,8-2 8,-7 0 16,1 3-24,1-2 24,-1 0 8,1 1 48,3-2-80,-2 0 64,1 1-72,-1 0 24,2 0-16,0 0 56,1-1-56,0-1 88,-2 0-8,1 2-96,0-2 32,2 0 32,0 0 16,0 0-64,-2 0 96,2 0-32,0 0-40,0 0 40,0 0-64,0 0 112,0 0-88,4 0 24,-4-3 16,4 3 8,-4 0-72,0 0 72,3-4 8,1 0-64,-4 4-8,4-3 48,-1 3-32,-3 0-24,0 0 16,4-4-32,-4 4 8,4-4 32,-4 4 48,2 0-72,-1 0 88,-1-3-40,0 3-56,0-4-16,0 0 8,4 4 40,-4 0-24,0 0 16,4 0-64,-4 0 32,0-3 0,0-1 16,0 4 32,0 0-56,0 0-32,0-4 32,0 4 24,0 0 32,0-3 16,-2 3-24,0 0-48,0-4 0,2 4 24,-2 0-8,1 0-64,-1-4 72,0 4-24,-2-4 8,2 4 16,0 0 40,-1-3-48,-1 3-16,-1-4 24,1 0 0,-2 4 0,6 0-24,-5-3 24,-1 3-72,-1 0 40,0-4 40,-8 4 0,13-1-8,-2-2 16,-3 3-80,-8-3 56,10-1 8,-10 4 24,10 0-24,3 0 48,-17 0-64,14 0-24,-13 0 48,10-4 8,-12 4 0,17 0-16,-9 0 0,-4 0-88,-1 0 56,1 0 24,1 0 24,5 0-16,1 0 56,-7 0-56,-2 0-80,-3 0 8,3 0 40,0 0 32,16 0-32,-20-3 56,0 3-24,0 0-32,-1-4 24,0 4 24,-1-5 0,2 1-40,-2 0-8,-2 0 0,0 1 40,9 0-8,8 2 56,-18 1-48,-3-4-32,3 1-16,-3-1-24,1 0 56,28 4 8,-27-3-24,-2-1-32,1 0 80,-1 1-24,-1-1 8,18 2-8,-3 0 56,-14-1-104,-1 3-16,0-4 72,-1 4-32,10 0 24,11 0 0,-22-6 16,0 3-104,-2-1 104,0 0-8,0 4-16,-1-3 56,1 3-168,0-4 80,0 4 24,2 0 0,12 0 16,7 0 64,-21 0-24,0-4-64,0 4 8,-2 0 32,4 0-16,31 0 8,-33 0 16,-2 0-40,3 0 32,-1 0-32,-2 0 32,26 0-16,-15 0 40,-9 0-104,0 0 40,0 0 24,2 0-8,7 0 8,17 0 48,-24 0-24,0 0-80,0 0 64,0 0-8,1 0-8,30 0 8,-27 0 64,-4 0-128,2 2 80,-2 2 0,2 0-16,14-3 0,0-1 72,-14 2-64,0 2-40,-2 0 24,3-3 8,5 1 0,21-2 8,-25 2 24,-1 2-16,3 0-8,-1-1 16,0 3 16,21-5-40,-13 1 24,-10 2-56,3 0 24,-3-1 8,1 3 32,11-4-32,8 0 80,-17-1-56,-1 5-24,2-2 0,-1-1-24,-3 1 16,29-4 8,-27 0 8,-1 2-80,-1 0 128,3-2-64,-1 0 16,0 2 64,3-2-152,-3 0 56,1 0 8,1 0-16,6 0 32,16 0 48,-18-4-80,-2 4-152,4 0 48,-1-4-112,1 0-40,17 3 288,-12-3-321,-4 0-279,3 1-80,-1 3-136,1-4-184,7 4 1000,3 0-1056,-9-4-169,8 1-127,-10 3-24,12 0 167,-9 0 1209,13 0-1640,-2 1-1368,3-1 3008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34.887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244 1 4000,'0'0'288,"0"0"-288,0 0 441,-2 0 23,2 0 128,0 0-64,0 0-72,0 0-456,0 0 416,0 0-88,0 0-8,-2 0 64,2 0 0,-2 0 24,2 0-408,0 0 433,-2 0-1,0 2 32,0-2 0,1 2 24,-1-1-488,2-1 504,-2 2-32,0 0 16,0 2-32,-1-1-16,-1 1 1,0 2-73,1-1-16,-3 1-8,1 8-56,-1-10-24,-1 3 8,1 10-64,-1-12 64,-1 16-32,-6-16-64,8 15-8,6-18-168,-7 4 88,-1 14-24,-6-5 0,8-1-24,-1 1 16,0-8-56,-1 1 88,5 7-56,-3-1 72,0-6-96,-1 12-24,2-4 48,-3-1-112,3 2 72,-1-12-32,1 15-80,-1-5-40,5-13 160,-3 3-288,0 16-112,-1-16-104,3 10-128,-2-10-184,3 6 816,0-5-985,-1 0-183,0 10-128,1-10-48,1 1 71,-2 8 89,2-15 1184,0 3-1112,0 3 160,0-1 239,0 3 241,0-3-696,1-3 1168,1 0-2880,-2-2 2880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6:48.88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900 26 5313,'4'0'56,"-4"0"0,0 0-8,0 0 24,0 0 8,3 0-8,-3 0 24,0-3-8,4 3 8,-4 0-96,0 0 128,0-4-16,0 4 56,0-4-32,0 4-8,4 0 24,-4 0-152,0 0 112,0-3 48,3 3 32,-3-4 40,4 4-8,-4-2-224,0 0 272,4 2-24,-4 0 8,0 0-40,0 0-16,0-3-200,0 3 232,3 0-48,-3 0 89,4 0-17,-4 0-24,0 0 24,0 0-256,0 0 232,0 0-48,4 0 32,-4 0-32,3 0-24,-3 0-160,0 0 216,4 0-48,-4 0 24,0 0-8,0 0-8,0 1-8,4 1-48,-4-2-24,3 2 16,-3 0 8,4 0 16,-4 0 56,4 1-72,0-1 80,-4 2-56,3 1-24,-3 0-120,0-4 120,4 14-80,0-12 129,-4 5-73,3 6-16,-3-8 0,0-2-80,0 10 0,4-8 24,-4 10 32,0-8 8,4 10 32,-4-9-96,0-3 120,0 1-24,3 13 24,-3-12-72,4 12 8,0-13 8,-4-7-64,0 21 16,0-14 0,3 13 56,-3-5-48,0-8 0,2 1-24,0 4 96,2 3-104,-4 0 16,3-8 72,1 13-32,-4-14-48,0-4 64,4 18 24,-4-13-48,3 12-32,-3-12 8,4 15 24,-3-18-40,2 9 0,-3-6-32,3 15 48,-3-14-8,0 12 16,2-12-24,0 0 64,-2 7-40,4-8 120,-1 17-160,-3-7 48,0-2-32,0-14 8,4 18-120,-4-12 160,0 15-24,0-7-8,0 0 0,0-1-16,0-6-40,0 14 48,0-8-8,0 1 32,0-5-32,0-5 64,0 2-32,0 13 0,0-5-32,-2 0 8,0 1 40,2-15-48,-1 6 0,-1 11-48,0-11 64,2 14-56,-2-14 80,1 2-40,0 2 72,-1 6-80,1-2 96,-3 1-96,0 1 32,2-3 32,-1-6-120,1 12 224,-2-5-168,0-1-8,1 3 72,2-14-56,-2 10-152,-1 6 96,1-1 64,-1-1-16,0-1 16,-1-1 64,1 3-72,1 1 32,-1 1 0,-2-2-24,3-1-8,3-17 32,-4 17-56,0-1-48,2 1 64,-3-1-16,1-1 8,2-9 16,-1 3 80,-3 7-96,3 1 120,-1-1-96,2 1-24,-1-6 16,2-7 40,-4 12-120,1 1 96,-1-1 8,1 1-8,0-1 16,4-13-32,-3 9-8,-1 3 0,-2-1-8,3 1 0,-1 2 40,2-9-24,0 0 48,-3 7-16,-1 1 48,1 1-88,1 0-8,-1-3 16,5-12 32,-6 18-96,2-1 88,-1 1-16,-1 0-24,1 0 16,3-14 0,-2 7-8,-1 5-32,-1-1 24,1 1 0,-1 1 0,3-7 16,1-6 48,-4 14-40,1-1-56,-1-3 56,-1 1-8,1-1-16,6-16 16,-7 15 80,2 0-96,-3 1 8,3-9 32,-3 14 0,6-15-24,-1 2 32,-3 0-32,-1 14 176,0-7-192,-1-1-16,2-2 32,5-9 16,-7 4-160,1 14 208,0-14-48,-1 11-8,1-10-8,5-4 0,-3 12-16,-3 0-8,1 3 32,-8-3 8,10 1-40,0-8 24,2-3 48,-11 1-40,8 15 48,-1-7-48,-8 1 24,10 1-32,5-15 8,-8 14-48,-6 1 32,8-1 8,-9-8-8,10 10 16,2-15-8,-2 1 24,-9 17-32,8-7 56,1-6-24,-10 10-8,12-14-16,2-2 64,-4 12-40,-10-6 24,10 10-40,-3-11-24,-8 12 8,15-18 8,-2 5-32,-4 13 32,-8-14 32,11 14-16,-10-14 16,12 3-32,0-1 32,-6 0-16,1 10 96,0-12-96,-1 12 8,2-12-24,5-5 0,-6 19-64,1-5 88,-1-8 0,1 12 16,1-12-32,3-2-8,-4 6 8,1-2-24,-2 8 56,1-10-16,1 10 24,-3-10 16,3 9-80,-3-10 48,1 10-32,0-10-16,-1 14 56,7-18-40,-5 5 24,-9 13-32,10-14 24,-3 12-8,-6-12-8,11 2 0,0 1 24,-4-3-16,-8 3 48,10-1-48,-3 0 0,2 0-8,5-6 32,-7 4-56,-6 1 144,10-1-80,-3 1-48,-1-1-16,7-3 24,-5 2-112,-1 1 32,-1-1-16,3 2 48,-1-5-40,3 0 88,1 0-48,-4 3-24,3 0-8,-1-3-72,2 3-64,-1-2 216,2-2-264,-2 2-96,1 0-32,0-1-32,0-1-40,0 0-72,2 0 536,-2 0-585,2 0-95,-1 0-96,1 0-112,-2 0-88,2-2 976,0 1-1032,0-3-185,0 0 121,0-1 200,5-1-3481,-5 6 4377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10.278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238 4 5353,'0'-4'576,"4"4"64,-4 0-144,3 0-496,-2 0 416,-1 0-72,0 0-64,3 0 48,-3 0 32,0 0 16,0 0-376,0 0 417,0 0-17,0 0-40,0 0 32,0 2 0,0-1-392,0 0 400,-2 1-24,1 0-64,-1 1-24,0-1-32,0 4-8,2-6-248,-2 1 248,-2 5-48,-1 0 24,-1-1-24,1 1-23,3-1-177,-2 4 200,-1-5-96,-1 3-8,-8 10 16,10-12-40,-2 8-72,5-9 128,-7 3-24,1 8-56,0-9 24,1 12-24,-1-13-8,5-1-40,-4 13 80,-1-10-88,0 10 32,-1-12 8,1 13 0,4-15-32,0 0 72,-4 15-56,0-10-32,1 10 0,-1-11 32,2 9-16,4-15-24,-4 6 8,-1 12-88,1-14-24,-1 12-48,1-10-56,1 10-8,-1-10-137,1 10-63,2-12-48,-2 10-104,3-13 592,1 0-632,-4 5-112,0 0-192,2-1-65,-1-1-127,1 3-40,2-8 1168,-2 5-1000,2 3 168,0 6-3297,0-14 4129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11.563"/>
    </inkml:context>
    <inkml:brush xml:id="br0">
      <inkml:brushProperty name="width" value="0.05" units="cm"/>
      <inkml:brushProperty name="height" value="0.05" units="cm"/>
      <inkml:brushProperty name="color" value="#ED1C24"/>
    </inkml:brush>
  </inkml:definitions>
  <inkml:trace contextRef="#ctx0" brushRef="#br0">444 9 5009,'0'0'352,"0"0"64,0 2-40,0 0-48,0 0-32,0-2-32,0 0-16,0 0-248,0 0 240,0 0-48,0 0 40,0 0 32,0 0-48,0 0-1360,0 0 2600,0 0-1216,0 0 32,-2 0-15,2 0-41,-1 0-216,0 0 248,0 0-64,-1 0 72,-2 0 0,0-4-32,1 4 24,2 0-248,-4 0 184,2 0-32,-1-3 16,-2-1-24,3 4 16,-1 0-160,2 0 184,-3 0-16,-1 0-96,-1 0 56,-8 0-24,10 0-104,5 0 96,-6 0 24,-9 0-24,10 0-16,-3 0-24,-8 0 16,14 0-72,-2 0 32,-3-4-24,-10 4 72,12 0-32,-12 0-16,13 0-32,3 0 56,-17 0-80,10 0 72,-8 0-32,8 0 8,-8 2 8,15-2-32,-6 0-32,-9 2 0,8 0 8,-10-2 8,13 0 40,-5 1-24,1 0 24,4-1 24,-12 1-72,12 3-32,-10-2-48,10 0 104,4-2-192,-13 0-96,8 2-120,1-1-136,-3-1-192,3 0-168,3 0 904,-4 0-1137,-1 0-191,2 0 32,1 0 256,2 0-3417,2 0 4457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30.91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497 576 4857,'-1'2'1456,"-1"0"328,0 0-87,1 0-1697,0 0 1360,1 1-392,-2 3-288,0-4-168,1 1-88,-1 0-424,2-2 377,-2 3 7,0-2-8,-2-1-24,-1 1 8,-1 0-48,5-1-312,-3 4 248,-2-4-120,1 3-16,-3-2 24,1 0 8,-2-1-144,3 0 200,1-1-24,-10 1-64,10-1 8,-12 2-8,12-2-24,4 0-88,-15 2 104,11 0-72,-12 0 16,10-2-8,-12 0 0,16 0-40,-1 2 88,-15-2-40,5 1-16,6 1 16,-10-2-16,12 2-32,5-2 16,-18 2 40,14-2-24,-14 2-56,12 0 40,-11-1-48,16 0 32,-4 0-24,-10 1 24,8 0 8,-6 0 8,8 0 0,-2-1-16,1 0 24,2-1-32,-12 1-56,12-1 24,-2 2 0,0-2 40,6 0-80,-14 0 80,12 0-96,-3 2-96,1-2-160,-1 0-200,5 0 552,-3 0-688,0 0-144,2 0-16,-1 0-49,1 0 25,0 0 872,2 0-864,0-4-8,0 4 72,-2-3-1,2 3-63,0-4-56,0 4 920,0 0-1032,0-4-40,4 4 223,1-3 281,1-1 232,0 4 336,2 0-144,-4-4-3256,-4 4 3400</inkml:trace>
  <inkml:trace contextRef="#ctx0" brushRef="#br0" timeOffset="352">909 1 8593,'0'5'3025,"0"10"-272,4-8-1089,0 12-704,-1-4-408,1-1-296,-3-9-256,2 5 264,-3 8-72,3 1 72,-3 1 97,4 2 7,-4-7-368,0-8 392,0 15-64,0 2-72,0 2-24,0 1-32,0 3-40,0-29-160,0 29 168,-2 1-96,2-1 64,-2-3 0,2 3-56,0-16-80,0 3 144,-1 12-80,-1 1-56,0 1 32,0-3 16,2-5-56,0-19 48,0 26-24,0-5-8,0 3 16,0-2-24,0 0 32,0-21-40,0 13 32,0 6-112,0-3 16,0-1 16,0-2-40,0-6 88,0-5-56,0 9-104,0 3-104,0-3-80,0-1-144,-2-8-80,2-7 568,-2 17-768,1-12-265,-1 3-239,0-3-312,2 1-217,-1-5 1801,0 1-1896,1 2-56,-2-2 127,2 0 217,0-2 448,0 0 1160,0 0-729,0 0-3399,0 0 4128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43.91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144 611 3728,'0'0'496,"0"0"97,-2 0 7,2 0 8,0 0-608,0 0 608,-1 0-64,1 0 0,0 0-24,0 0-32,0 0-488,0 0 488,0 0-71,0 0-25,0 0-40,0 0-16,0-3 8,0-1-16,0 0 16,0 1-16,0 3-16,0-4 16,0 3-328,0-2 320,0 0-56,3-1 32,-3 0-40,0 1 9,3-1-265,-2 2 280,-1-2-48,4 1 24,-1-1-56,1-1 16,0 1 0,-4 4-216,3-6 192,1 1-8,0-1 24,-1 1 8,1-1-40,-2 4-176,2-1 248,-1-3-64,1-8 24,1 14 32,1-6-48,-2 2-192,-3 2 200,14-1-16,-11-3 8,1 1-32,1 1 16,9-1 24,-15 4-200,3-2 137,12-1 7,-11 1-24,1 3-24,10-4 16,-13 4-112,0 0 144,12 0-8,-10 0-32,11 0-8,-12 0 24,3 0-120,-6 0 88,16 0 16,-10 0-72,9 2 32,-12 0 0,12-1-32,-14 1-32,2 0 80,11 4-104,-10-1 24,11 2 32,-11 1 40,0-3-72,-3-3 80,5 6-16,-1 6-56,1-8-16,-1 1 0,1 8 0,-6-14 8,5 3 24,1 11-72,-3-9 64,1 10-32,0-9-16,-4 3 32,0-1 24,3 6-40,-3 1 16,0-1-24,0-8 48,0 11-24,0-16-24,0 6 0,0 14 32,-1-6-64,-1 1 64,-2-1-40,2-11 32,-2 7-32,-1 5-8,-1-1 16,1 1 40,-2-3-8,2-3-8,2-5 40,-4 9-56,0 5-8,-10-5 8,11 1-16,-10 1 32,15-16 0,-4 5-16,-13 16-32,12-7 32,-10-8 16,9 12-8,-1-16 8,-1 1 56,2 12-88,-12-10 8,12 11 8,-13-10-8,8 5 24,9-9 40,-4 4-8,-12 8-8,5-10-16,6 3-8,-12-1-16,17-6 16,-9 3 8,-2 2-80,6-1 24,-10 1 8,12-4 0,-5 0 40,4-1 32,1 1-24,-8 0-8,8-2 0,-1 0 8,-8 0-8,15 0-8,-4 0 0,-1 0-56,-2-4 32,-8 1 24,11-1-32,2 2 40,-1-1 24,-3-3-80,2 2 16,1 1 56,1-3-32,-1 2 16,2 3 24,-2-16-8,1 13-16,0 1-8,2-3 8,0 1-16,0 4 16,0-4-8,0 0-40,0-1 96,0 1-88,4-1 72,-3-1-32,1-1 48,-2 5-64,6-3 104,-3 1-120,3-1 32,-1 1 0,-5 5-16,6-15-32,9 15 112,-15-6-40,5 1-24,10-1 24,-14 5-24,2-3-32,2 0 8,10 1 24,-12-1 32,12 0-24,-12 2-8,-2 1 32,14-3 0,-12 4-80,12 0 40,-11-4 24,10 0 0,-13 4-16,2-3 40,14 3-80,-12 0 32,10 0 8,-12 0 0,5 1 0,1 0 56,-3 0-72,10 1 32,-10 0-16,12 0-8,-13 3 8,-4-4 24,15 2-64,-12-1 72,12 4-48,-10-1 24,9 1 8,-14-5-16,3 3-24,11 2-32,-12-1 16,3 1-16,9-1 8,-15 3 32,5-1-64,1 9 24,-1-10-80,10-1-16,-15 3 152,0-8-168,4 7-32,1 8-24,-1-10 23,-1 10 33,1-9-24,2 8 32,-3-8-64,3 10 8,-2-10 8,-1 9-8,1-11 216,-2-3-192,1 14-72,1-10-48,0 3-16,-1 6 0,3-10-56,-5-3 384,2 4-400,0 2-120,1-1-17,-4-1-47,4-1-56,-2-1 640,-1-1-648,-1 4-136,4-1-128,0-3-80,-4 2-113,3-3 1105,-3 0-1160,0 0 48,4-1-8,0 2 287,-1-2-3223,-3 0 4056</inkml:trace>
  <inkml:trace contextRef="#ctx0" brushRef="#br0" timeOffset="1832">975 80 2960,'0'2'1312,"0"0"-367,0-1 47,0-1-72,4 0-152,-4 0-184,1 0-584,2 0 464,0 0-120,-3 0-31,0 0-17,0 0-40,0 0-256,0 0 264,0 0-56,0 0-48,0 0 16,0-3-8,0 3 0,0 0-168,0-4 200,0 0-32,0 1-8,-1 3 56,-1-4-32,1 3-184,0-2 216,1 3-40,-2-5 64,0 1-16,0 1 0,1 3-224,1 0 264,-2-4-72,0 0-16,0 0 33,0 1-17,0-3 8,2 6-200,-3-3 216,1-1-72,0 0 16,-2 4-16,1-3 0,-1-1-32,0 0-8,1 4-8,-1 0-40,-2 0 24,1-3-80,5 3 40,-4-4-24,-1 4 32,1 0-24,0 0 16,-1 0 8,3 0-48,-2 0 40,-1 0-56,-1 0 40,1 2-24,-1 0-16,2-1 16,3-1 48,-5 2-24,-1 0 0,1 2-8,-1 1 8,0 1 24,6-6-48,-6 7 40,-7 0-56,12 1 24,-4-3-40,-8 10 24,13-13 8,0 0 40,-5 5-24,1 8 32,-1-12-32,1 5-16,0 4 0,4-9 8,-4-2-40,-1 7 128,1-1-32,3 0 0,-4 1 16,6-5-80,-2 9-24,-1-9 24,1 5 8,0 6 16,0-8 16,1-3-40,0-1 72,1 13-40,0-9 8,0 1 16,0 0 8,4 1 24,-4-8-88,0 3 72,4 3-72,1 1 72,1-1-32,-3 8-8,0-13-32,0 0 80,2 7-120,10-3 64,-11 1 0,1-1-16,7 1-8,-9-5 64,3 5-64,8 1 16,-10-1 0,11-4-16,-12 1-16,1-2 16,9 0-56,-9 1-8,12 2 8,-12-2 8,12 1 16,-14-2 32,0 0-40,13 1-16,-12 0 0,3 0-32,12-2 8,-14 0 80,-4 0-120,6 0-24,8 0-16,-10-4 16,0 4-24,10 0-40,-14-1 208,0-2-224,6 3-104,-1-3-32,1 3-32,-1-4-96,-2 4 488,-2 0-529,3-4-95,-1 4-136,1-3-32,0 3-40,-1 0-88,-2 0 920,2-4-945,1 4-103,-1 0 16,3-4 48,-2 4 48,-4 0 936,0 0-673,3-4 153,1 4-2976,-4 0 3496</inkml:trace>
  <inkml:trace contextRef="#ctx0" brushRef="#br0" timeOffset="2371">1192 115 5705,'0'0'1696,"0"0"-1696,0 0 1648,4 2-495,2 0-401,-1-1-256,10 1-168,-11-2-40,-1 0-32,3 4 80,-1-2-40,-1-2-24,1 0-8,-3 0-264,2 0 152,1 0-40,1 0 0,-2 0-8,1 0-23,-1-3-81,-2 2 120,3 1-16,1 0-56,-1 0 8,1 0-32,-1 0 0,-5 0-24,6 0 16,-1-4-48,10 4 80,-11 0-40,-1 0-16,0 0 8,0 0 40,2 0-136,1 0 40,-1 0-8,-1 0-40,-1 0 104,-2 0-112,2 0-81,1 0-55,0 0-56,0 0-48,-1 0-80,-2 0 432,2 0-488,1 0-56,-4 0 0,3 0-32,-3 0-32,0 0-9,4 0-71,-4 0-24,0 0-64,4 0 0,-4 0 776,0 0-752,0 0 8,3 0 111,-3 2 161,0-2 152,0 0-2960,0 0 3280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46.889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 0 6345,'0'0'2024,"0"2"-207,4 2-673,-1 1-456,-3-5-688,0 6 352,4-1-128,0 1-32,-1-1 48,1 1 48,-4-4-288,0 1 352,0 5-32,0 6 17,0-8-73,0 1-64,0 4-200,0-7 192,-2 2-80,0-1 16,2 13-8,-1-12 24,-1 11-40,2-15-104,-2 10 128,2-4-80,-2 10 48,0-11-24,0 12 8,2-15-80,-1-1 136,-1 15-128,0 1 80,2-4-88,0-8 8,-2 12-8,2-16 24,0 1-48,0 18 88,-2-15-8,2 10-24,0-1-40,0-15 8,0 2-72,0 13-72,0-8-32,0 6-24,0-8-96,0 3 296,0-3-352,0-3-136,0 5-177,0-1-135,0 8-216,0-12 1016,0-3-1136,0 6-160,0 1-129,0 1 41,0-3 16,4 1 263,-2-3 1105,0 1-1280,1 2-1904,-3-6 3184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48.26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283 775 4793,'0'0'1656,"0"0"-216,0 0-1440,0 0 1008,0 0-431,0 0-265,0-4-152,0 4-24,0-3 8,-2-1 24,1 4 32,-1-4-32,-2 1 56,1-1-224,2 4 184,-2-4 24,-3 4 40,1-3-24,-1-1 32,2 0-40,3 3-216,-3-1 216,-2-2-48,1 4 40,-1 0 32,1 0 8,0 0-248,3 0 296,-6 0-40,3 0-47,-10 0-1,11 0 16,-1 0-32,4 0-192,-6 0 216,0 2-64,-8 0-16,12 1 8,-5 3-16,5-5-128,-1 1 168,-3 4-48,-8 0 40,11-1-16,-1 2 0,-1-2-144,4-4 224,-3 6-64,-3 8 8,1-13-8,0 5-40,-1 8 80,7-14-200,-3 2 160,-2 4-40,1 8 16,-1-10-64,1 3 8,1 6 32,0-8-16,1 12-40,-1-12-8,2 10 8,0-10-56,2-6 24,-1 14 32,-1-8-40,0 9 8,0-10 16,2 10 0,0-12-40,0 1 56,0 13-64,0-12 40,0 3-16,4 8 0,-2-12-16,-1-2 72,3 12-56,2-8-8,-1-1-40,1 12-24,8-13-48,-13-3 104,2 5-120,3 0-64,10 1 8,-12 0 8,10 1-8,-11-5 176,0 1-168,15 3-72,-12-1-16,10-1-88,-10 1 24,12-1 320,-16-5-352,4 4-16,14 2 16,-15-1-56,18-1 0,-18-2-33,2-2 441,8 1-512,-9 1-80,14 0-56,-5 0-8,-10 0-40,10-1 696,-8 0-696,-1 1-32,16-2-81,-8 0 17,-8 0 16,16 0 24,-21 0 752,4 0-736,15 0-32,-15 0 55,17-4 177,-16 4 112,5-2 424,2 0-3160,-13 2 3160</inkml:trace>
  <inkml:trace contextRef="#ctx0" brushRef="#br0" timeOffset="2018">732 860 6897,'0'0'1688,"0"0"-543,0 2-513,0-2-632,0 0 360,0 0-216,0 0-72,0 0-8,0 0 32,0 0-832,0 0 1608,0 0-680,-2 0 8,-2 1 16,1 1 16,-3-2-48,5 1-184,-1 0 168,-2 1-88,-2-2 8,1 2 0,-1 0 16,3-1-104,1-1 128,-6 4-32,1 2-8,2-1-32,-1 1 8,-1 1 0,7-7-64,-6 5 48,1 1-48,-1 1 48,1 8-40,-1-9 56,1 1 32,-1 8-96,1-10 24,-1 12-40,1-12 72,2 6-56,2-7 56,-3 1 0,0 12-8,1-10-24,-1 10 40,2-10 8,2-4-72,-2 13 104,1-11-79,1 12 47,0-12 0,0 10-32,0-12-40,0-1 96,0 6-8,3-1-48,1 1 56,0-1-64,-1 0-32,-3-7 56,4 8 48,0-3-40,-1 1 64,3-3-24,-1 1-24,0-3-80,5 0 72,-6 1-48,-1-2-48,3 0 24,-1 0-16,6 0 16,-7 0 16,0 0-40,11-4-72,-12-2 48,14 1-16,-13-10 24,-4 14 40,16-1 8,-10-13-80,8 11 8,-8-11 40,10 10-16,-14-3 40,0-1 8,4 4-48,8-14-56,-14 16 8,6-14-16,-3 13 104,-3 3-72,6-16 0,-2 12-40,-1-14-41,-3 14-7,4-14-16,0 14-32,-4-15-40,3 14-48,-3-12-40,4 12-72,-4-5 408,0 4-472,0 1-88,0-8-56,-2 8-56,-1-12-17,1 12 689,2 6-688,-4-16-32,0 10-40,1-9 24,-3 12-24,1-3 24,3 1 736,-2-5-593,0 7 129,-1-1 168,-1-1-3112,6 5 3408</inkml:trace>
  <inkml:trace contextRef="#ctx0" brushRef="#br0" timeOffset="2019">954 727 6065,'0'4'1392,"6"0"-336,-1 1-384,1 2-271,-1 1-177,-1 7 0,0-12-64,0 12-24,-1-10 24,1 1-16,-1 8-144,-2-13 176,-1 2 8,0 5-16,3 6 8,-3-8-16,0 1-16,0-5-144,0 4 176,4 8-80,-4-8 48,0 9 24,0-10 0,2 5-168,0-5 256,-2 0-56,0 3 16,0 6 16,3-8 0,-3 1 0,0-6-232,4 6 240,-4 7-95,0-10 47,0 2 0,4-1-16,-4-2-176,0 1 208,3 2-64,-3-1 16,0-1-16,0-2 0,0 0-144,0-2 136,4 2-32,-4-1 8,0 1-24,4-2-48,-4 0 16,0 0-56,3 0 56,-3 0-64,4 0 48,0-3-56,-1-1 32,0 2-16,-2 0 80,3-3-32,-1-1 16,1 1-72,0-1 32,-1-8-24,-3 14-8,6-4 16,-1-11-24,1 11 8,-2-10 8,1 10 8,-3-1-8,2-5 48,10 5-96,-14-12 32,6 14 32,9-14-16,-13 14 0,-1 2 48,5-13-16,-1 10-32,1-2-8,-1-10 24,1 12 0,-5 4-16,13-5-24,-11-1-24,1 1 32,1-10-16,1 15 8,-2-6 32,1 1-40,-1 5 0,0-4 16,-1 1 32,1 3-16,-4 0-48,4-6 24,-1 6-32,1 0 16,-4 0 48,4 0 0,-3 1-8,1 0 0,2 1-64,0 3 0,-4 1 24,3-1 8,0-1 32,-2-2 0,3 0-8,-4 3-40,3 3 64,-3 6-8,4-8 8,-4-6-16,0 7 16,4 10-104,-4-12 64,0 12 8,0-12 24,1 2-8,1 3 72,-2-3-64,0 8 16,0-10-40,0 14 16,0-15 0,0-3 24,0 18-56,0-14 64,4 3-40,-4 6-8,0-12 48,0-1-32,0 4 0,0 0-8,0-3 24,0 2 0,0-1 16,2-2-32,0 0 72,-2-1-48,3 2-48,-3-2 8,4 0 24,-1 0-8,-2 0 8,-1-4 24,3 4-64,1-5 24,0-1 24,-1 1 16,1-1 16,0 1-88,1-10-8,-1 11 16,2-1 24,-2-8 8,-3 9 24,5 1 16,-1-16-40,1 16-48,-1-14 48,1 13-48,-4 4 48,10-5 16,-8-14 0,2 14-32,-1-12 32,1 12-48,-3-4 32,-1 1 0,13 5 16,-15-3-16,15-9 0,-15 12-24,5-13 24,-5 15-40,6-3 32,-1-1-32,1 1 64,-1-1-16,1-1-56,-5 2 48,3-6 32,2 10-112,-1-4 40,1 4 64,-1 0-72,-2 0 48,-2 0 16,4 0-48,-1 0-48,-4 0 96,4 0-16,-1 0-24,-2 0 24,2 2 0,1 3-112,-4-1 88,0 1 24,3 1 8,-3 1-8,0 1 56,4-3-72,-4 1 24,4 10-24,-1-10 0,-3 9 16,0-12-8,4 12 0,-4-8 0,0 13 8,0-5 8,0 0-16,0-12 8,0 9 16,0 2-48,0 1 8,0 2 48,0-3 0,0-5-24,0-3 80,0 9-32,0-1-88,0 1 16,0-8-32,0 11 56,0-17-128,0 4-40,4 12-152,-4-12-80,4 3-81,-4 6-119,1-12 600,1 2-704,-2 1-136,4 1-32,1 0 0,-1-5-49,-1 2 921,-2-2-928,4 1-80,-1 0-48,0-2 56,1 0 159,1 0 265,-6-1 576,5-2-3760,-5 3 3760</inkml:trace>
  <inkml:trace contextRef="#ctx0" brushRef="#br0" timeOffset="2020">1756 1 8817,'0'5'1873,"0"1"-969,0-1-456,4-1-248,-1-2-128,-3 2-72,0 3 24,4 0 48,-4 1 40,0-4-112,0-1 184,0 3 8,0-1-48,0 10 48,0-10-56,-2 3-16,2-8-120,-2 14 128,1-8-64,-1 9 56,0-8 16,0 13 9,1-13-145,0 3 200,-2 6-40,-1 1 48,0 3-24,1 0-48,-2-3-136,4-13 160,-3 19-80,1 5 32,-3-2-16,4 3-16,-1 1-16,2-25-64,-2 17 48,-1 8-32,1 3 0,-1-2 80,2 2 8,1-13-104,0-7 152,1 20 32,0 2-40,0-2-24,0-3 32,0-1-152,0-29 104,0 28 16,0-4-32,4 1-32,0-4 32,-4-1-16,1-12-72,1 6 88,2 2-48,-4 5-24,4-5-8,-4-1 48,3-9-56,-3-5 80,4 16-40,0-13 8,-1 3-32,-3 0-16,4-1 24,-3-5-24,2 3 8,0 0-48,1-2 24,0 0 0,-1-2 8,-1 0 8,0 0 8,2 0-48,-1 0 48,3-6-48,0 1 16,-1 0 24,-5 4 0,6-4-40,8-10 40,-14 11 0,6-11 16,10 12-40,-12-12-8,2 10-40,-1-10 24,10 9 40,-12-10 8,0 12 0,-2 2 32,5-14-24,8 12-56,-10-11 24,2 12-8,-1-12 8,-5 14 24,15-2 8,-12-11-88,3 10 40,-1 0-8,1 1 0,-4 0 48,2 0 40,1-1-80,1 4 48,-3 0-16,3 0-16,-2 0 24,-3 0 16,5 0-32,-3 2 40,3 0-16,-2 2-8,1 1-32,-4-4 32,4 4-56,-2 0-8,1 10 32,2-10 32,-3 10-8,-1-12 8,0 0 8,2 13-48,-1-10-16,-3 14 16,4-13 16,-4 12 24,0-19-8,0 7-8,0 10-40,4-10 16,-4 10 16,0-12 24,0 0 0,0 5 8,-2-5-40,0 10-24,-2-9 40,-1 1 32,1-2-16,2-3 40,-3 6-16,-3-3 0,-6 1-56,8-1 0,-9 1 24,10-1-24,-12 1 0,12-3 40,-12-1-16,10 2 16,-2-3-8,1 0 56,1 1-64,-10 1-16,10-1 16,-11-2-32,11 0 40,6 0-16,-15 0-24,8 0-144,-8 0-64,10 0-152,-1-5-120,3 3 520,-7 0-560,8-2-161,-5 1-7,1-3-32,1 0-64,3 3 824,1 1-792,-2-4-64,1-8-65,1 14-7,-2-6 24,2 1 8,2 4 896,0-13-832,0 10 135,0-1 193,0-12 176,0 14-3256,0 3 3584</inkml:trace>
  <inkml:trace contextRef="#ctx0" brushRef="#br0" timeOffset="2021">2177 784 7585,'4'6'1913,"0"-1"-585,1 1-648,-1-3-680,-2-1 368,1 4-176,1-1-128,0 3-24,-1-1 8,1 0 8,-4-6-56,0 6 120,4 0-40,-4-1 24,0 8 8,0-10-48,1-2-64,1 2 72,-2 10-48,0-10 0,0 1-16,0 12-56,0-13 48,0-2-88,0 12-48,0-8-8,0 8-40,0-8-48,0 9-120,0-14 352,0 3-456,0 4-136,0-1-96,0 8-105,0-14-103,0 3 896,0-2-912,4 4-48,-4-1 0,4 1 183,-1-3 209,1-1 568,-4-2-4088,0 0 4088</inkml:trace>
  <inkml:trace contextRef="#ctx0" brushRef="#br0" timeOffset="2022">2300 479 8553,'-1'0'1337,"-1"-4"-697,0 1-320,0-1-128,0 4-88,-1 0 24,-3 0 40,1 0 72,-3-4 80,7 4-320,-5 0 288,-11-3-40,12 3-64,-10 0-48,8-4-72,-2 4-64,3 0 48,0 0-8,-8 0-40,8 0 16,-1 0-8,-9 0-8,15 0-16,-2-4-48,-3 1-128,-1 3-104,1 0-176,1 0-224,-1 0-136,1 0-272,-1 0-145,4-4-87,1 4 8,-1-3 1328,2 2-985,0-2-3439,0 3 4424</inkml:trace>
  <inkml:trace contextRef="#ctx0" brushRef="#br0" timeOffset="2533">2484 692 6321,'0'0'1976,"0"2"-207,0 1-1769,0 0 1208,4 2-472,-4 1-208,4-1-168,-1 3-88,-3-2-272,0-5 320,0 14-40,0-10 33,0 10 47,0-10-80,0 3 32,0-5-312,0 8 264,0-5-96,-1 12 40,-1-10-40,-2 12 24,2-10-192,0-5 256,0 9-56,-1 1-56,-1 0 40,0 0-24,1-1 32,3-13-192,-4 6 256,0 11-104,1-13 96,1 12-24,0-11-8,1-4-216,0 1 224,-1 4-64,1-1-15,-1-1-33,0 1 32,0-3-144,2-2 80,0 2-16,0-1 32,0 0-48,0-2 32,0 0-64,0 0 8,0-4-72,0 1 40,4-1 64,-1 0-24,-3 1-32,0 1 88,4-4-56,2 1-8,-3-12-32,3 12 8,-1-11 0,-5 15 8,6-14-16,9 10-40,-12-13 56,3 12-40,8-14 8,-12 18 24,0-2 48,13-16-152,-12 15 48,3-16 16,11 16 0,-15-7 40,-1 5 0,16 2-8,-14-14-64,14 16-48,-13-16 64,1 16-16,12-14 40,-14 13-40,3-10 32,10 10 8,-12-1-24,-1 2 56,0 0 8,13-2-40,-12 1 32,1 0-49,1 1 17,-1-1 24,10 0-24,-11 0 64,1 4-8,1 0-40,9 0-16,-15 0 32,0 0-8,5 0-32,1 4 64,-1 0 16,1 1-48,-4-1 8,-1-2 32,3 2-64,0 3 0,-1 0 24,1 8 16,2-10-24,-3 10 8,1-9-48,0 10-16,-4-8 56,3 12-32,-1-14 48,0 3-8,-2 7-56,4-9-16,-4 16 16,3-7-48,0-2 112,-2-11-80,-1 13-80,0 3-40,4-5-80,-1 1-56,1-8-96,-4-3 432,0 9-520,4-8-72,-4 12-56,0-12-8,3 1-41,-3-2 697,0-1-696,4 3-80,-4-1-48,4 1 0,-1-4-16,1-1 840,-4 0-881,4-1-23,-1 0-64,1 0 56,0 0 64,-1-4 103,0 2 745,0 0-520,3-3 112,-1 1-2912,-5 4 3320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1.96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244 1145 6937,'0'0'1712,"3"0"-615,-3 0-473,4 0-296,-4-4-152,0 4-176,0 0 168,0-4 16,0 1 8,0-1 80,0 4 56,0-4-48,0 4-280,-2-4 312,0-1-80,0-1-32,-1 1 8,-3-1-72,3 5-136,1-1 208,-4-2-56,1 0 8,-3 1 25,-6-1-57,9 4-128,4 0 128,-4 0-32,-10 0-40,9 0-16,-1 0 0,-8 2 8,14-2-48,-3 2 40,-11 3-64,10 1 32,-10-1-16,9 3 56,-3-4-48,4-1 56,-1 14-8,-1-12-56,-8 12 0,10-3 72,-1-6-32,6-8-32,-7 18 80,-1-3-56,3-8-16,-1 13 8,3-12 8,1 0-24,0 2 72,-2-3-32,1 10 8,1-10-24,0 12-8,2-15-16,0-3 24,0 18 0,0-14 16,0 10-48,4-11 32,-1 1-32,-2-4 8,2 4-16,1 0-56,-1-1-16,3-2 16,9-2-48,-13 0 120,-1 0-40,5 0-40,8 0-72,-10 0 48,2-6-24,10 2 8,-16 4 120,4-5-88,12-12-64,-10 14 39,10-12 9,-10 11 32,0-1 72,5-4-40,-6 5-64,12-11 56,-12 10-24,10-12 8,-11 13 64,-3 3-32,14-16-16,-9 13-8,8-10 8,-14 8 32,6-10-24,-6 14 40,14 0-16,-14-13-40,6 12 32,0-3 16,-1-9-16,-2 15 24,0 0 32,2-5-64,1-1 8,-1 1 16,1-1 0,-3 1 8,-3 5-8,4 0 0,0 0 8,-1-4 0,1 4 32,0 0-8,-3 0-24,1 0 0,2 0-16,-4 0-24,4 0 32,-4 2 16,2-1-8,-1 0 8,3 2-32,0 3-56,-4-1 32,3 1 24,-3-1-16,0-4 40,4 4-40,0 2-104,-1-1-24,-3 1-72,4 1-56,-2-3 296,0 4-360,-2-3-160,4 1-40,-1 8-96,1-11-49,-1 1 705,-2-3-696,4 14-48,-1-10-16,-1 11 24,1-14 0,2 5 16,-5-7 720,3 5-593,2 9 129,-1-10-3232,-5-5 3696</inkml:trace>
  <inkml:trace contextRef="#ctx0" brushRef="#br0" timeOffset="1">668 1395 7561,'0'-4'1841,"0"-2"-673,4-12-560,-4 13-256,4-14-128,-4 4-104,3 1 16,-3-5 88,0-1 80,0-1-304,0 18 352,0-24-24,0-3-88,0-3-32,0 0-72,-1 0-16,-1 20-120,0-11 80,0-14-96,0 3 24,0-4-32,1 2 32,-2 11-8,2 17 56,-5-29-47,5-1 7,-3 2-41,2 0 9,0 3 16,2 29 0,-3-27-24,1-3-16,0 2 32,0-2-16,2 2 16,0 15 8,0 1-24,0-18-56,0 9-24,0-3-64,0 3 0,0 3 168,0 20-192,-2-28-64,2 9-24,0-2-16,0 2-88,0 3-16,1 13 400,2-10-416,-3-2-96,4 3 48,-1-1-40,1 1-49,-2 5 553,0 5-528,1-11-88,1 10 16,0-12-56,1 12-24,-1-14-8,-4 19 688,5-13-729,1 9 153,9-13 176,-15 3-3232,0 15 3632</inkml:trace>
  <inkml:trace contextRef="#ctx0" brushRef="#br0" timeOffset="2">1005 266 6593,'0'5'1536,"0"1"-456,0 8-1080,0-14 641,-2 6-257,0 1-136,0 1-56,-3-1 0,-2 8 32,-8-12 64,9 3 32,-8 10-8,6-14 40,-10 4-40,5-2-312,9-3 304,-16 5-40,0-1-88,0 1-16,-2-1-40,-2 1-56,19-5-64,-16 2 56,-5 2-56,-1-1-8,-1 1 40,2-1-32,10-1 0,5-1 104,-15 2-40,-2 3-23,1-1 7,-1-2-64,2-1 16,25-3-32,-25 2-65,0 0-95,2 2-152,2-2-192,0 1-192,15-1 728,-6 0-912,-6 0-240,-1 1-153,4 1-143,-1 0-24,12-2 1472,3-1-1193,-17 3 329,14-2-2936,5-2 3800</inkml:trace>
  <inkml:trace contextRef="#ctx0" brushRef="#br0" timeOffset="1576">941 992 7497,'0'0'1961,"0"2"-641,0-2-1320,3 3 728,-3 1-368,4 2-104,-4-1-16,0 3 40,0-5-280,0 1 376,0 1 16,0 1 0,0-1 41,-2 1-73,0 1-48,0 8-40,1-9-128,-1-1 8,0 10-56,0-10-32,-2 10 16,3-10-88,-1 14 24,-2-14-16,-2 12 16,5-12 32,-3 10 8,2-9-80,0 1 0,0 10-72,1-12-80,1 10-16,-2-12-168,2 3-24,0 0-96,0-1-97,0-2 577,0 0-664,0 2-160,0-1-128,0-1-96,0-1-41,0 0 1089,0-2-1168,3 0-8,1 0 32,2 0 119,-3-4 313,1 1-3008,-4 3 3720</inkml:trace>
  <inkml:trace contextRef="#ctx0" brushRef="#br0" timeOffset="1577">1021 595 7681,'0'-4'2153,"0"4"-2153,-1-4 1400,-1 4-752,0 0-344,2 0-184,-2 0-80,1 0-40,0 0 64,-1 0-8,-1 2 32,-1 0 16,-1 0-24,1 0-80,4-2 56,-6 2-16,3 3-32,1-3-8,-4 0 0,3 1-48,1-2 48,-2 0-144,-1 1-112,1 2-96,2-2-104,0 1-64,0-1 520,1-2-608,-3 2-112,2 4-121,0-3-87,2 3-80,0-1 0,0-5 1008,0 2-1008,0 4 151,0-1 273,0 2-2912,0-7 3496</inkml:trace>
  <inkml:trace contextRef="#ctx0" brushRef="#br0" timeOffset="1578">1334 1049 6513,'0'0'1728,"0"0"-487,0-6-609,0 3-328,0-1-160,0 4-24,0 0-8,0 0 96,0-4 72,0 1 64,-2 3 8,2-1-352,-2-2 312,-1 3-96,1-4-72,0 4-24,-3-3-64,2 3-56,2 0 64,-5 0 0,-1 0-32,1 0 24,1 0 0,0 0-56,4 0 40,-4 0 16,1 2-24,-1 3 16,-1 1 16,3-1-16,1-4-48,0 2 88,-2 2-88,0 1 32,1 8 24,-3-8-40,5 0-16,0-5 80,-2 14-40,-1-9-32,0 8 24,1-8 0,-1 9 16,4-13-48,-2 3 24,0 11-40,1-8 24,1 8 32,0-10-8,0 2-32,0 0 64,0-2-32,0 10-24,0-10 8,0-1 1,0 2-17,0-6 16,3 4 0,1 3 0,0-3 8,-1-1 8,3-2 8,-5-2-40,1 2 32,4-2-48,-1 0 0,1 0 24,9 0-8,-13-3 0,-1 2 24,3-3 8,2 1-96,10-3 72,-16 1-16,6-1-16,-6 6 24,14-6 16,-14-10-96,6 12 40,-1-10-41,10 8 1,-15-1 80,0-3-64,4 5-88,-1-13 0,-3 12 16,4-12-80,-4 13 216,0 4-176,4-17-72,-1 12-72,-3-10 0,4 10-112,-4-9-16,0 15 448,0-3-552,0-14-80,0 12-16,0-10-33,0 10-39,0-5 720,0 3-736,4 1-48,-4 1-72,0-13 40,4 14 191,-4-10 625,0 13-440,3-4-1744,-3 5 2184</inkml:trace>
  <inkml:trace contextRef="#ctx0" brushRef="#br0" timeOffset="1579">1487 845 5105,'0'5'1152,"0"-1"-1152,0 0 1192,0 10-352,0-6-264,0 6-128,0-8-63,0 9-9,0-10 8,0 10 8,0 0-40,0-10 24,0 17 0,0-19-376,0 9 320,0 4-64,0 1-24,0-2 16,-2 1-8,2-7-240,0-3 296,-2 11-40,2-1-32,0-1 1,0 0-9,0-8 0,0-7-216,0 16 168,-2-10-64,2 9 40,0-10-24,0 1 0,0-4-120,0 1 160,0 3-128,0-1 32,0-1 40,0-2 16,0 0 56,0-1-32,4-1-80,0 0 16,-1 0-40,1 0 8,-4 0-48,0-5 64,4-1-88,-1 1 48,1-1-16,1-10 8,1 12 32,-1-12-8,10 10 0,-15-12-16,6 12-16,-1-8-8,-5 12-16,17-4-16,-17-9 8,5 10 56,10-15-8,-11 5-8,-3 11-16,3-9 24,11 8-88,-11-17 32,10 7 48,-10 10-16,5-9 0,-3 6 56,-1 2-24,12-14-64,-12 14 16,10-12-8,-11 14 0,-4 4 24,5-5-32,1-1-48,-1-9 72,10 15 24,-11-5 16,-3 3-32,1 0 48,4-1-80,-3 3-8,1 0 48,0 0 8,0 0-16,-3 0 8,3 1-8,0 1-16,-1 0-40,-3 2 16,4 1-16,0 1-16,-4 1-64,3-1 48,-3 1-24,0 8 8,0-12 104,0-1-32,0 15-56,0-10-16,0 10 0,0-1-8,0-2 112,0-13-96,-1 14 0,-1 3-48,0-3 8,0-1-48,0 3-16,2-12 200,-2 5-232,1 4-137,-3 1-103,2-7-144,0 10-104,1-14 720,0-3-840,-1 16-104,1-12-129,-1 10-15,2-9 8,-2-1 56,2 10 88,0-13 167,0 3 233,0 1-3272,0-6 3808</inkml:trace>
  <inkml:trace contextRef="#ctx0" brushRef="#br0" timeOffset="1580">2283 815 7897,'0'2'1689,"0"-2"-793,0 0-896,0 2 472,0 0-272,0-2-72,0 2-32,0 0 80,0-1 104,-2 1 16,0 0 56,-3 0-32,-1-2-8,0 2-312,5-2 264,-14 2-112,11-1-40,-10 3-32,8-2-72,-10 2 40,14-4-48,-2 2 56,-11-1-80,10 1 64,-12 0 48,12 0-24,-5 0-64,5 0 137,0 1-41,-12 3-96,12-3 48,-3 1-8,1 0 8,6-4-48,-5 3 96,-2 1-96,1 0 40,-1-2 0,3 3-16,3-3-24,-2 0 64,-1 3-48,1 1 40,2-2-24,-1 1 32,1-3-64,2-2 96,-2 4-32,2 3 16,0-2-40,0 1 16,0-2-24,0-1-8,0 3 0,0 1-32,0-1 32,4-1-8,-4-2-16,0 0 64,3 4 8,1 10-64,0-12 32,-1 10 0,1-10-40,-4-5 40,6 6 24,-1 9-80,1-10 56,-1 10-32,1-10 8,-4 1-16,1 5 64,12-6-96,-11 10 32,1-9 24,1 8-8,6-10-16,-8-2 56,0 3-8,1 10-64,1-9 72,9 8-16,-15-8 8,0-6-48,3 15 72,3-10-80,-3 1 16,-3 1 0,4-2 16,-4 3-24,0-1 72,0-5-48,0 4 24,0-1-72,0-3 8,-1 3 16,0-5-8,-1 6-64,-1-1 80,-1 1-24,-1-1 8,-1-3 0,4-1 8,-3 0-16,-10 3-64,11-2-32,-1 1-72,-12-1-144,15-1 328,1 0-408,-7 3-200,-6-2-209,8-1-199,-1 1-232,-8 0-248,15-2 1496,-4 2-1649,-3-2-87,-8 0 368,11 0-3281,4 0 4649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4.41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301 1 7609,'0'0'2545,"1"0"-2545,1 1 2056,2 1-752,0 4-535,-1-3-297,1 3-152,-4-3-320,0-2 248,4 2 80,-4 3 32,0-1 40,0-1 16,0 0-48,0-3-368,0 3 352,0 2-136,0-1 0,0 1-48,0 1-16,0-2-152,0-3 224,0 15-31,0-11-49,0 1 40,0 9 40,0-10-16,0-6-208,0 20 240,0-12-96,0 12 24,0-4 32,0 1-8,0-9-192,0 4 240,0 8-128,0-1-32,0 3 16,0-2-32,0-3-64,0-12 120,0 17-8,0-2-16,0 2 0,3-1-32,-3 1-40,0-19-24,0 14 40,0 3-88,4 0 40,-4 1 8,4-1 0,-2-10 0,-1-2 88,-1 12-88,4-1-16,-4-1-32,0-1-80,0-4 128,0-12-128,4 16-56,-4-10-168,0 14-24,3-7-152,-3-6-112,0-2 640,0 8-673,0-7-239,0 12-88,0-5-88,0-6-136,0 5 1224,0-8-1217,0 2-39,0 12-32,0-12 47,0 13 41,0-12 56,0-7 1144,0 16-1040,0-9 56,0 6 207,0-8 225,4 1 184,-4 0 368,0 1-152,4-6-2920,-4-2 3072</inkml:trace>
  <inkml:trace contextRef="#ctx0" brushRef="#br0" timeOffset="328">440 368 7121,'0'2'2144,"-2"0"-463,-1 4-633,-1-1-448,3-4-600,-3 4 336,-2 0-152,1 1-48,-1-3 80,1 3 56,-4-3-272,3-1 369,0 2 55,-8 0-88,8 1-8,-9-1-48,10 0-88,-10-1 0,10 1-104,-12 0-8,2-3 24,8 3-16,1-3-88,-6 2 136,4-1-72,-10-1 16,3 3 24,8-2-48,-7-1-56,9 0 104,-2 1-24,-9-1-56,8 3 48,-12 0 0,13-2-48,6-2-24,-17 1 56,11 1-104,-10 0 40,12 2 24,-12-2-40,15-1 24,-1 0-8,-12 0-120,9-1-72,-1 2-96,-8 0-72,14 0 368,1-2-544,-6 2-160,4 0-113,-3-1-159,3 1-96,-2 0-112,3-2 1184,-1 0-1288,0 0-129,0 0 9,2 0 80,0 0 279,0 0 1049,0 0-680,4 0 288,1 0-2768,-5 0 3160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6.11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13 114 7569,'0'0'2865,"4"4"-345,-1 3-1031,3 1-705,0-1-416,-4-5-368,1 1 208,3 5-176,-1-1-32,-1 0 24,-4-1 72,3 7-96,-3-9 176,0 1 88,0 12-40,0-10-32,0 8-40,0-10-48,0-1-104,0 11 112,0-8-96,0 13-16,-1-3 40,-1-1-8,0-4-32,0-4 112,-2 13 32,1-1-48,-1 4 48,2-2 32,-1-1-176,3-20 200,-4 21 16,0 0-112,0 2 40,3-2-72,-1 2 9,1-16-81,0 8 144,1 4-104,-2 2 0,0 0 40,0-2-24,1-3-56,1-10 112,-2 14 0,0-3-80,0-1 40,0-3-24,2 1 0,0-14-48,0 5 72,0 13-88,0-14 32,0 10-8,0-10-16,0-2 8,0 0 56,0 4-32,0-1 0,0-2-32,4-3-16,-4 2 24,0-2-32,4 1 32,-4-2-48,3 2 8,-3-2 8,0 0-32,1 0 64,2 2-40,1-2-72,-1 0-48,1-4 48,2 0 0,-3 2 112,-1 1-56,4-3 8,-1 0-105,1-1 49,8-10-48,-10 15 0,0-15 48,1 12-96,10-3 64,-11-11-16,1 14 8,-3 0 144,2 0-96,1-13-64,10 12 24,-11-1 16,-1-10-8,2 12 128,-4 2-112,13-4-24,-10-1-40,0-9 24,1 15-8,-1-3 64,-3 2 96,3-4-88,2 2-56,-2-1 56,-1 0 0,3 0 16,-4 2 72,0 1-16,1-3 0,1 4-32,-4 0 40,4 0 16,-1 0-8,-3 0-8,4 0 48,0 0-80,-1 0 40,-3 0 40,4 0-64,-3 1 24,2 0 56,-3 1-80,3 0-24,1 1 96,-4 1-48,3 0 0,-2-2 72,-1 3-8,3 1-88,1 1 64,-4 0-8,4 8-40,-4-13 8,3 1 48,1 5-72,0 7 40,-1-10 24,1 10-16,-2-12-24,0-1 72,1 13-32,1-9 0,2 8 8,-1-8 0,0 7-48,-4-12 48,13 5-24,-14 0 32,6 8-16,10-8 0,-12 8 56,-2-13-96,2 2 56,10 4-40,-10 1 16,2-3 8,10 1-8,-13-5-32,-2 0 80,4 1-32,1-1-48,9 1 8,-12 0 24,3-2-32,-6 0-8,16 0 48,-12 0-88,1 0 40,12-4-16,-13 1-24,1-3 96,12 1-88,-14-10 56,12 11-8,-11-1-24,0-9 16,-3 11 16,5-2-16,9-10-8,-15 9-24,5-10 8,1 10 8,-6 3 16,3-10-8,1 7-24,0-12 16,-1 12 16,-3-14-32,2 17 32,0 1 32,2-15-32,-4 13-40,3-12 48,-3 12-8,0-12 0,0 16 16,0-4-40,0-11-16,0 12 32,0-3-16,0-9 56,0 14-32,0-1 0,-2-2-72,1 0 0,-1 1 16,-2-1 0,1 4 56,2 0-32,-4 0-8,-1 0-32,1 0 40,-1 0 32,-1 0 8,6 0-8,-13 2 16,9 3-88,-3 3 24,-8 6 0,10-8 8,-1 1 40,0 1 8,1-3-64,1 12 24,-3-10 8,-6 10 8,9-11 16,4-5 0,-4 16 0,-1-10 8,1 11 24,1-12-16,0 8 16,4-13-32,-2 2 8,-1 5-64,1 6 48,0-8-16,0-1 32,2 3 40,-2-3-40,2 1-16,0-1-16,0 1-8,0-1 8,0-5 24,0 2-48,0 0-72,4 0 0,0 0-48,-4-2 16,3 0 24,1 0-80,0 0 24,1 0-16,10-6 16,-12 3 184,-2 2-169,4-4-31,1 1-8,8 1-8,-10-1 40,2-2 8,-5 5 168,3-3-128,13-11-16,-14 15 64,3-5 40,8-10 8,-11 15 32,-2 0 16,5-6-56,-3 3-8,3-1 40,-1 0 24,1 1-16,-6 3 24,5 0 0,-1-4-72,2 4 32,-3 0 32,1 0 8,-3 0-24,2 0 64,-3 0-96,5-4 16,-1 4 16,0 0-8,-2 0 8,-1 0 80,3 4-56,-4 0-8,4-1 24,-1 3-48,3-3 40,-6-2-32,3 2 16,3 3-40,-2-1 8,-1 1 8,1 1-16,-2-4 24,0 0-16,1 4-24,1-2-88,0 1-72,-1 0-72,1-2 272,-4-3-376,6 5-88,-1-1-112,1 2-160,-1-1-97,1-1-103,-5-3 936,3 2-984,2-2 0,-1 1 32,12-1 167,-14 0 225,1-1 560,-2 0-328,14-1 184,-12 0 40,11 0-3176,-15 0 3280</inkml:trace>
  <inkml:trace contextRef="#ctx0" brushRef="#br0" timeOffset="1">995 0 7233,'0'2'1848,"0"2"-487,0 1-441,0 3-264,0-7-656,0 5 496,0 9-72,0-10 16,0 12 80,0-12 73,-1 7-593,0-5 648,-1 7-40,1 3-168,-1-2 8,-2 3-136,0-2-48,4-15-264,-3 19 280,-3 0-152,1 4 88,1 0-24,-2 1 0,4-13-192,-1 4 224,-3 12-96,1 3 33,1-4-41,-1 3 16,0-7-136,4-17 88,-2 24-48,-1 1 32,0 0-48,-1 1 40,1-3-56,3-24-8,-2 18 24,0 6-80,-1 2-24,0-1 16,2-3-120,1-11 184,1-4-225,-2 12-127,-2 0-144,0 0-152,3-2-152,-1-3 800,2-18-976,-2 17-176,0 1-177,0-5-79,0 1 24,2-9-17,0-1 1401,0 6-1280,0-7 32,0 1 96,4-1 327,2-2 249,-2-1 576,-3 0-352,17-1-2960,-18 0 3312</inkml:trace>
  <inkml:trace contextRef="#ctx0" brushRef="#br0" timeOffset="2">1196 254 7353,'-2'0'2569,"0"0"-681,-2 0-1048,0 2-448,-1 0-256,-1-1-80,1 1-56,-4 0 72,1 2-80,-10-2 8,3-1 104,-1 3 16,4-3-120,7 0 216,-13 3 8,-2-3-152,-3 1 33,1 0-65,-1-2 0,20 0-40,-18 2 72,-3-2-104,0 2 8,2 0-8,-2 0 24,12-1 8,0 1 48,-12 0-56,-2 0-80,2 2-81,2-1-151,3 0 320,16-2-456,-19 3-208,0 1-256,0-3-184,2 2-201,0 1-95,15-4 1400,-9 0-1408,-1 1 80,10 0 351,-12-1 353,14-1-2840,3 0 3464</inkml:trace>
  <inkml:trace contextRef="#ctx0" brushRef="#br0" timeOffset="444">1786 839 5193,'3'3'1880,"1"1"192,2 0-463,-1-1-489,12 3-416,-14-1-208,14-1-128,-12 0-32,-1-4-336,7 2 361,-5-1-41,-1 1 48,12-2 40,-14 2-48,7-2-360,-5 0 376,1 2-96,8-2-104,-10 0-16,2 0-56,10-4-32,-15 4-72,2-3 104,11-1-120,-10 0 64,2 1 16,8-3-32,-12 4-32,0-1 88,4-3-88,-1-11 8,1 14 40,8-3-24,-14-6-24,0 10 48,6-2 0,-1-11-56,1 11 16,-2-10 8,1 8 0,-4 3-16,2-10 24,0 7-56,1-10 24,0 10-8,-1-10 16,-3 12 0,0 2 40,0-15-24,4 12-16,-4-10 8,0 10-8,0-9 0,0 13-16,0-4 32,0-10-64,0 11 48,0-1 0,-2-1 0,1 1 0,-1-5 40,-2 7-104,-2-1 40,5-1 8,-5 1 24,3 1-8,2 2 40,-2-3-32,-3 1-24,1-1-24,-1 4 24,1 0-16,4 0 32,-13 0-8,10 0-72,-1 2 56,-1 0 48,-1 3-40,3-2 16,1 0 56,-5 2-48,1 3-56,-8 8 24,11-10 8,0 8 16,3-12 8,-14 6 0,12 8 8,-3-1 8,-1 0-24,-1-1 24,6-9-24,-3 7 32,-1 3-88,1-1 8,-1 3 40,3-1 0,-1-1 56,0 2 0,3 1-56,-1-1 40,0 1-24,2 0 8,0-17-16,0 15 32,0 2-80,0-1 88,0-1-40,4 1 16,-3-10-16,1 3 40,4 6-64,-1-1 32,1-8-48,8 12 0,-11-14 40,-2-3-32,5 13-96,10-10-32,-10 2-72,8-1-96,-8 0-40,-5-6 368,14 5-392,-11-1-88,13 1-8,-12-1-49,15 0-135,-16-3 672,-2-1-664,20 2-136,-16-2-64,16 0-40,-17 0-81,15 0 985,-20 0-1000,6 0-16,14 0-16,-14 0 72,14 0 119,-5 0 233,-10 0 608,4 0-384,6 0 152,0 0-2808,-15 0 3040</inkml:trace>
  <inkml:trace contextRef="#ctx0" brushRef="#br0" timeOffset="1672">2479 726 5209,'0'0'1424,"0"0"-128,-2-5-480,0 1-328,0 1-191,1 1-297,-1 0 256,-2-2-24,-1 4 48,-1-3 96,1-1 32,0 4-408,4 0 432,-4 0-24,-10 0-128,9 0-16,-8 0-56,8 2-72,1-1-136,-6 3 168,3 2-136,-8-1-8,10 12 56,-9-12-24,11 6-56,3-7 128,-14 2-24,8 10-48,-10-10 16,12 12 24,-3-12-16,8-6-80,-7 20 96,0-6-64,1-6 16,1 10 0,-1-3-16,3-11-32,1-1 113,-4 19-49,2-7 24,3-8 8,-3 12-8,2-13-88,2-5 72,-2 16 8,2-10 16,0 10-24,0-12 24,0 10 8,0-14-104,0 3 88,4 4-56,0-1 32,-1-1-24,3-1 0,-4-3-40,-1 0 104,3 1-32,2-1-48,-1 0 16,1-2-48,8 0 0,-10 0-8,11 0-80,-12-4 40,14 1 16,-11-3 0,-1 4 40,4-1 8,-5-12-56,11 11-8,-10-1 48,10-12 24,-12 13-16,-2 3 0,13-16 16,-10 12-56,0-14 8,1 16 56,1-12-48,-5 12 24,3 2-8,2-15-40,-1 10 8,-1-12 56,1 12 0,-3-3-16,0 2 24,2 1 8,-1-10-80,1 12 40,-4-13 32,4 14-24,-4 3-16,3-15 56,1 11-88,-4-1 48,4-12 8,-1 17 0,-3-2-8,0-1 48,4-3-96,-4 3 8,0 3 16,4-4 32,-4 4-8,0 0 56,4 0 16,-4 0-56,0 0 0,0 0 24,0 2-16,0-2-24,0 3 32,3 3-48,-3-1 8,0 1-8,0-1 16,2-2 0,0 0 48,-2 4-80,0 8 16,0-11-24,0 3-56,0 6 96,0-11-88,0 2-64,0 10-56,0-10-48,0 11-49,4-10-63,-4 0 368,0 7-448,0-7-80,3 10-80,-3-10 0,4 10 8,-2-11 600,0-2-568,1 12-16,1-8-73,1 10-47,1-10-56,-1 9-24,-4-15 784,4 5-760,1 10 8,-1-10 79,1 1 121,8 1 152,-12-4 400,0 0-232,3 2 96,14 1-296,-15-4-2400,-4-2 2832</inkml:trace>
  <inkml:trace contextRef="#ctx0" brushRef="#br0" timeOffset="1673">3003 673 5161,'0'0'1112,"0"-4"-112,0-1-392,0 1-240,0 1-160,-2-1-8,2 4-200,-2-4 248,1 1 8,-5-3 105,1 1 47,-1-1 8,0 2 24,1 1-104,-10-1-24,10 0 0,-3 4-48,-3-3-264,8 3 264,-3 0 0,-9 0-56,10 0 8,-10 0 8,10 3-8,4-2-216,-15 4 208,11-2-48,-12 3 40,12 0 41,-12 1 15,14-3-256,1-1 248,-6 14 8,-8-12-72,10 10-8,1-9 80,-9 7-256,13-12 200,-1 5 24,-3 10-64,-1-10 8,0 9-8,1-8 24,3-2-184,-2 6 200,1-3-104,-1 10-16,0-12 24,3 14 56,-2-16-160,2-3 176,1 16-24,0-11-64,0 10-32,0-10 0,0 10 24,0-14-80,4 0 80,-1 3-72,1 3 48,0-1 0,1 0-40,-2-3-16,0 0 48,11 1-48,-14 3-24,6-3 8,12 2-24,-14-2 40,-4-4-48,15 5-40,-12-5-48,14 3-88,-12-2-96,16 0-56,-17-2 376,8 2-448,5-1-40,-3-1-16,1 0-24,2 0-40,-5 0 568,-6 0-609,14 0-71,-1-3-112,3-1-64,-4-1-72,2-1-48,-19 6 976,19-6-1009,-2-8-55,2 10 48,0-1 56,-1-12 144,-12 16 816,4-2-561,8-11 177,-3 8 176,1-14-3312,-17 20 3520</inkml:trace>
  <inkml:trace contextRef="#ctx0" brushRef="#br0" timeOffset="1674">3321 24 6169,'0'0'1608,"0"6"-248,0-3-1360,0-1 881,0 5-337,0 8-288,0-9-48,0 8 8,0-6 32,0-8-248,0 20 368,0-13-8,0 14 64,-2-5-16,-1-1 0,2-8-408,0 4 384,-3 8-79,2-1 7,0 0-56,-1 3 56,0-6-312,2-10 304,-3 19-16,3 0 24,-1 3-24,0-1 24,-2 3-24,4-24-288,-2 18 304,1 3-96,-1 1 8,0 1 40,0-1-40,1-11-216,0-4 264,1 16-64,0-1-80,0-1 9,0 0 15,0-2-144,0-23 160,0 23 32,0-2-72,0 0 0,0 0-8,4-3-32,-3-14-80,2 6 152,-3 4-96,3 0-48,3-8 112,-3 10-48,0-13-72,-2-3 152,3 5 0,-1-1-80,1-3 8,0 0-48,0 2-8,-4-4-24,3 0 32,3 2-80,-1-2 72,1 0 16,-1 0 0,1 0 16,-1-4-72,1 0 32,9 0-48,-12-1 16,10-8 16,-11 11 8,2-1-64,10-12 56,-10 9-16,1-10 16,12 10-16,-16 3 16,2-8-88,11 5 16,-10-9-32,11 10 64,-12-10 48,7 13-8,-5 0 32,-1-3-24,1-1-88,10 1 40,-15-10 16,6 15 24,-6 0-32,5-4 56,1 4-88,-3 0-8,1 0 56,2 0 0,-3 0 40,3 0-40,-3 0-8,3 0 32,-2 2-8,-2 0 0,-1-2 0,3 6-24,0-1-40,-1 1 24,1 1-16,0 0-40,-4-5 96,3 4-80,1 8-104,0-10 56,-4 2 24,3 8-40,-1-11 144,0 0-96,-2 12-96,4-10-97,-1 12-15,-3-12-24,4 9 328,-4-13-432,4 4-112,-1 3-176,1 8-136,0-10-144,-4-1-137,1 0 1137,1 5-1232,4-6-136,-2 3-49,1-1 25,1-1 0,-2-1 1392,-3-2-1200,16 3 311,-14-1 289,14 0-3096,-17-4 3696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7:59.15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383 864 5913,'0'0'1400,"0"0"-312,0 0-1088,0 0 632,0 0-303,0-3-137,0-1-56,0 4 16,0-3-152,0 2 224,-2-4 80,0-1 24,0 1 72,-1 1-24,-3-1-8,5 3-368,-3-2 344,-2-11-120,1 12 0,-10-3-56,10-10 0,0 13-168,2 2 168,-12-5-56,10 1-64,-12-12 0,12 14 40,-10-3-16,15 6-72,-5-16 104,-14 16-88,12-6 32,-10 2 16,12 4 8,-2 0-72,-3 0 120,5 0-96,-12-3 48,10 3-7,-12 0 31,14 0-96,3 0 104,-14 2-8,10 3-32,-11 2-8,12 1 16,-12 8-32,16-15-40,-3 4 72,-11 10-48,10-10 56,-1 12 8,-9-10 16,13 2-104,1-1 128,-5-1-80,1 9-32,-1-8-8,3 10 24,-1-5-32,4-11 56,-4 13 24,2-8-64,1 10 48,1-12-8,0 10 16,0-14-72,0 3 96,0 11-104,3-8 16,1 8 0,0-9 8,-1-3-16,-1-1 56,4 4-40,-1-3-8,10 1-24,-12 0-8,12-3 0,-13 0 24,2 0-24,10-1-72,-8 0 72,12 0-8,-12-3-48,6 1 80,0 0 16,2-2-80,3-1 40,0-10 40,-1 10-24,-1-10 8,-13 13 8,14-4 0,3-16-16,-3 8 16,3-3 32,-3 1-48,-12 12 8,9-9 24,5-4-48,-1-3-8,1 2 80,-1-4-32,-7 7-16,-4 8 64,9-17-40,-1 0-80,-8 2 40,14-2 32,-14 0-8,8 2 40,-10-2-64,11 0 24,-11 2-8,10 0-16,-10-2 48,1 2-80,1-2 32,9 2 24,-15 0-16,2 5 8,-1 12 24,3-17-8,0 0-72,-4 3 48,0-1 0,0 2-16,0 15 24,0-13 0,0-2-48,0 0-16,-2 1 56,0 2 24,1 12-16,0 1 32,-4-18 0,1 14-64,0 1-16,1-1 16,-2 1 32,4 5-32,-4-6 24,-1 2-48,1 4 48,-3 0 8,3 0-32,0 1 32,-5 0 48,6 3-128,-1 1 40,-10 1 32,11 9-8,0-12 16,1-1 80,-12 15-40,10-12-40,-3 15 8,-6-3-24,8 0-8,6-17 24,-14 18 8,8 0-24,-9 3 48,12-3-16,-5 2 8,5-11-24,-1 2 24,-11 10-40,13 1-16,-3 0 40,-1 0 0,2-2-8,3-16 48,-5 18 16,1 2-72,-1-2 48,1 0-32,-1 0 8,5-17-16,-1 14 32,0 3-56,0 2 8,0 0 48,2-2-32,0-8 0,0-6 96,0 14-32,0 0-88,0-2 64,6 0-80,-3 1 48,-3-21-8,4 16 96,1 3-120,1-5 88,9 1-56,-12 2 16,3-10 56,9 15-96,-12-7 48,16-10-40,-14 10 32,9-12-24,-9-2 48,0 4-40,17 1-16,-16-1-32,14 1 32,-15-3 16,-4-2-8,19 0 16,-15 1-32,19-2 8,-9 0-24,1 0 16,-6 0 16,-3 0 8,9 0-8,3-6 24,-3 3 8,-10-3-16,14 1-16,-18 5 0,3-4 8,14-1-40,-14-1 48,14-9-16,-14 12-8,-1 1 8,7-2-16,-7-14-64,10 14 56,-10-14-8,2 12 32,4-6 0,-6 8 64,0-2-56,1-10-8,1 10-16,-1-11-16,1 12 48,-6 4-16,4-18-16,-1 13-32,3-12 64,-2 12-32,-1-14 40,-1 17-24,0 1 48,2-15-80,-1 13 24,-3-12 0,4 10 8,-4-8 0,0 12 24,0-2-24,0-1-8,0-1-8,0 1 0,0-1 40,0 5-24,0-4-8,0 0-40,-2-1 24,0 3 0,0-1 24,1 4 0,1 0 40,-4 0-16,0-4-56,-1 4 48,1 0-16,0 0 32,4 0-32,-5 0 24,-1 0-56,3 0 16,-3 0 0,1 0 32,2 0-16,0 0 48,-2 2-32,-1 4-24,-9-1-8,13 1 0,-3-2 16,3-3 56,-5 5-8,1-1-40,-8 3 40,12 6-48,-4-10 24,5-3-24,-5 5 16,0 9-64,1-9 16,-3 1 0,3 10 64,2-14-32,0-1 24,-2 13 48,-1-10-88,3 12 32,-3-12 16,4 12-8,0-12 56,-1 10-104,1-9 48,-2 10-48,2-10 0,2 0 24,-1 6 48,-1-6-104,2 10 56,0-10 24,0 10 24,2-12-48,-1-2 88,3 13-24,0-10 16,-1 1-56,12 8 16,-15-10-32,0-4-8,6 5 8,10 10-40,-12-13 32,11 4 8,-10-1-8,3-4 0,1 0 40,-4 1-72,17 0-16,-16-1 32,16 1-64,-17-2 80,-5 0 0,22 0-8,-3 0-48,-1-3 80,2-1-64,1-2 56,-17 5-16,10-1-40,6-4-48,1 1 56,1-10 0,-2 15 24,-6-9 8,-6 3 40,10 3-16,3-14-64,-1 11 56,-2-12-40,2 3 24,-20 15-8,17-5 80,1-17-136,-1 5 88,1 1-24,1-3-40,-13 12 40,4-4 40,7-9-96,-3-1 16,3-1 24,-2-2 16,-4 7 0,-8 12 24,3-18-8,12 0 0,-12 0-40,10-1 16,-10 0-16,-3 19 24,10-12-32,-9-7-40,13 2 64,-14 0-24,3-2 8,2 10 24,-1 4 32,-7-14-40,5-2-16,1 4 0,-3-2 24,1 3 0,-4 20-16,0-19 32,0 0-72,0-2 48,0 1-8,0 1-16,0 14 32,0-6 24,0-3-120,0-1 24,-2 1 32,-2 9-16,2-8 56,1 8-24,-5 1-24,-1-12-40,0 13 40,-1-1 8,1-1 16,6 6 24,-6-5 0,-7-1-72,8 3 48,1 3 16,-10-4 8,12 4 0,1 0 24,-13 0-40,9 0-24,1 0 0,-10 0 0,12 1 40,2 0-8,-6 2 8,-8 1-8,12 2 8,-5-1-32,-6 1 8,10-1 16,-3 10-48,-1-11 32,1 1 16,-1 12 8,5-14 0,-1 1 48,-3 14-16,-1-3-64,1 0 24,2-1 32,-3 1-24,8-15 16,-7 15 48,1 1-96,1 1 48,-1 1-16,1 1-8,2-12 8,0 2 64,-2 12-96,-1-5 16,1 4 56,-1 2-48,2-4 8,3-14 48,-3 19-8,2-3-32,-2 2 48,3-2-32,-1 2 16,1-18-40,0 12 0,-1 6-24,0-1 40,0-1-24,2 0 32,0-7-24,0-6 56,0 15-32,0-1 0,0-1 8,4 0 0,2-2-32,-6-18 40,5 17-16,1 0-24,-1-1 24,1 1-8,10-1 8,-14-11-24,0 5 40,3 5-96,12-1 24,-13-6 8,10 12 24,-10-15 0,-2-3 48,16 15-24,-12-10-24,12 8-8,-12-10-16,10 1 24,-15-5 0,4 3 0,11 4-56,-10-1 72,16-1-32,-17-4 16,5-1 0,1 1 56,-6 0-88,15 0 24,-5 0-24,2-2-16,-6 0 48,-8 0 8,12 0-8,0 0 24,-1 0 8,1 0-32,-9-6 0,-1 5 0,14-1 0,-14-2-64,15-2 24,-14 3 64,14-3-32,-16 3 8,-2 1 56,14-4 8,-10 1-80,8-1-16,-10 1 40,11-1-16,-15 6 8,3-5-16,3-1 8,9-9 8,-12 12-24,1-3 40,-2 0-16,2-3 48,-1 6-96,3-3 48,-3 1-8,3-12 24,-3 17-16,-2 0 24,2-5-8,1-1-16,-4 1-8,4-10 40,-4 11-56,0 4 24,3-4 8,-3-1-72,4-10 48,-4 12 16,0-1 8,0 1-8,0 0 48,0-2-72,0-1-8,0 1 32,0-10-16,0 15 16,0 0 16,-2-5 0,0-1-96,1 2 72,-3 1-8,-2-1 16,5 3 0,-1-2 48,-2 3-128,0-3 24,-1 3 32,1 0 16,0 0 8,3 0 72,-5 0-16,1 0-104,-3 2 48,3 1-24,-1 1 8,6-4 16,-5 5 64,-1 1-96,1 1 48,-1 1-16,1-3 8,1 10 72,-2-11-56,3 10-16,-3-8 24,2 1-40,3 6 8,1-11 24,-4 2 24,2 3-48,0 9 0,2-10 0,-2-1 0,1 12 0,-1-11-48,2 8 32,0-6 40,0 6 0,0-10-24,0-2 80,0 5-32,0-1-64,3 1 16,1 0 16,0 1 0,-4-8-16,3 7 56,1 0-40,0-1-24,0 0 8,1-1 0,-3-3 0,2 2 16,1 1-64,1 1 16,10-1-56,-12 1-24,0-4 112,-3-1-104,14 1-112,-11 2-72,1-1-8,10-1-97,-10 0-71,12 0 24,-11-2-200,12 2-64,-13 0-88,16-2-120,-18 1 912,-1 0-961,20 0-71,-7-1 8,0 0-8,1 0 144,-1 0 888,-13 0-641,14 0 193,1-3-3464,-17 3 3912</inkml:trace>
  <inkml:trace contextRef="#ctx0" brushRef="#br0" timeOffset="1183">2093 0 7921,'0'2'1489,"0"0"-689,0 3-336,0 1-192,0-3-272,0-1 192,0 4 0,0-1-16,0 10 104,0-9 88,0 8 24,0-13-392,-2 4 416,-1 13-88,-3-10 8,4 12-32,-3-4-23,3-8-281,0 3 336,-3 9-56,-1 0-32,0 2 24,1 2-48,0-3-224,4-18 232,-2 25-16,-3-3-40,3 3 16,-1 1-40,-2 3-24,5-25-128,-3 19 136,-2 7-88,1 0 0,-1-4 32,1 3-48,4-13-32,0-9 96,-3 19-48,2-1-80,1 3 72,-1-3 0,0 1-40,2-29 16,-2 28 56,0-4-144,0 2-40,1-3 0,-1-1-136,1-12 248,0 4-248,-1 8-168,2 1-128,-2-5-120,2 0-144,-1-6 808,0-9-897,1 12-127,0-1-72,0 1-32,0-9-17,0 8 1,0-13 1144,0 2-1104,0 3 16,0-3 263,4 1 289,-4-2-584,6-2-1832,-6 0 2952</inkml:trace>
  <inkml:trace contextRef="#ctx0" brushRef="#br0" timeOffset="1184">2286 178 5529,'0'0'2424,"0"2"-1136,0 0-623,0 0-305,0-1-360,0 0 240,0 1-128,0-1-32,0 1 48,-3 2 96,-3-1-224,6-2 304,-6 2 32,-8 1-32,8 0-24,-8 1-24,8-1-40,0-3-216,-6 2 192,4 2-64,-12-1-40,4 1 48,-3 1-16,8-2-120,6-3 120,-12 5 24,-1-1-104,1 3 40,-1-1 16,-3 0-56,1 1 64,-2-1-104,2-1 49,2 1-17,1 0-8,8-3-24,0 0 48,-10 10-40,1-10-24,3 2-8,-1 1 24,3-2 0,11-4-16,-13 6-97,0 0-79,1 1-112,8-1-160,-10 8-72,14-14 536,-2 3-640,-11 2-136,10 8-16,-1-10-16,1 2-1,2-3 809,0-1-744,-2 5 40,1-1 16,2-1 56,1 1 24,1 0 24,0 1 143,0-2 97,0 1 144,0-1 104,3 1 24,1-1-3512,-4-5 3584</inkml:trace>
  <inkml:trace contextRef="#ctx0" brushRef="#br0" timeOffset="1185">2167 703 5065,'3'3'1104,"0"-1"-1104,0 0 1208,2 3-328,10-1-272,-11-2-160,1 2-55,0-1-393,-4-3 360,14 2 32,-15 0 48,5 0 16,1 0 8,-1-1-24,-1 0-440,7 0 392,-8-1-88,1 0-24,2 0 24,8 0-48,-14 0-256,0 0 265,6-3-33,9-1-112,-15 0 16,5 4 0,1-5-24,-6 5-112,5-6 144,12-8-112,-17 10 32,5-11-24,1 11 8,-4 2-48,1-1 80,3-12-88,-1 12 16,-1-12 40,0 11-8,-4-9-40,0 10 80,3-3-56,-3-9-64,4 10 24,-4-12 8,0 12 16,0 2-8,0-11 40,0 9-72,0-10 24,0 11 16,0-1 0,0 2-8,0 0 32,0-2-40,-2-1-16,-2 1 0,-1 1 40,1 1-16,4 2 16,-3-2 8,-3 3-72,1 0 56,-1 0 0,-1 0-8,4 0 0,-2 0 48,-2 2-104,0 1 8,-8 3 72,11-1 0,-1-1-24,3-2 96,-13 3 0,11 1-128,-1 9 112,-10-10-56,12 2 48,2-6-72,-6 15 160,-7-11-136,8 12 112,0-10-16,1 12-8,2-12-112,0 0 152,-2 1-56,-1 12-40,1-5 32,1-1 0,-1-1-88,5-11 88,-2 15 48,-2-10-72,2 15 40,1-7 8,-1 0-48,2-12-64,0 8 152,0 4-104,0-8 32,0 12 24,0-14-64,0 7-40,0-5 120,0-2-64,3 14-64,3-12 72,-2 9-24,1-10 0,-5-6-40,4 7 96,-1 8-120,3-13 32,-1 3 8,1 3 0,0-6-16,3 1 56,-6 3-88,12-1-8,-11 1-32,10-2-40,-9-2 112,-4-1-136,16 3-80,-14-2-48,16 0-64,-14-1-80,15 1-80,-17-1 488,9 0-584,3 1-144,-1-2-81,1 0-95,0 0-128,-7 0 1032,-1 0-1064,9 0-72,-1 0 31,1 0 65,1-4 8,-1 4 1032,-14 0-1008,19 0 160,-1-3 151,0-1-3399,-20 4 4096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01.54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1 218 6137,'0'4'1824,"3"1"-279,3 2-497,-1-1-344,10-1-200,-13-1-504,0-2 392,13 2-16,-10-1-24,12-1 16,-12 2 0,13 0-368,-18-4 360,6 1 1,12 1-49,-12 0-40,14 0-72,-14-2-24,1 0-176,6 0 144,-8 0-32,14-4 40,-14 4-40,17-3 8,-17 0-120,-4 2 160,15-3-8,-12 0-8,2 1 16,10-1-32,-12 0-64,-2 4-64,11-3 80,-10-1-104,1-1 40,1-1 8,10 1 16,-15 2-40,0 0 88,4-2-40,1-10-16,-1 11-32,0-1 16,-4 0-16,0 4-8,3-15 8,-3 12 40,0-13 24,4 14-16,-4-3 0,0 5-48,0-3 32,0-11-88,0 11 48,0-1 32,0-10-32,-1 13 8,0 0 72,-2-3-48,1-12-32,-4 14-16,1-3 8,-1-9 0,6 15 16,-5 0-24,-1-5-16,1-1 32,-1 1 0,-1 1 8,3 2 0,0-1 32,-3-3-48,-8 2 24,12 1-8,-3 3 8,-6 0-8,9 0-8,2 0 16,-7 0-40,-7 0 0,12 0 24,-5 0-8,7 0 16,-5 2 16,-1 1-64,-1 3 16,1-1 8,0 1-8,3-3 32,2-1 48,-5 4-56,-1-1 0,3 1 8,-2-1-32,1 3 32,6-8 48,-4 7-56,-1 8-40,3-10 88,-2 3-48,1 6 24,2-12-16,0 2 64,-1 3-120,0 10 72,0-12-24,2 12-8,0-13 16,0-3 48,0 16-72,0-12 80,0 3-24,6 8-40,-2-10 24,-4-5-16,5 16-32,1-11-40,8 12 64,-10-12-8,1 8 0,3-11 16,-1 0 32,-3 4-32,12-1-48,-10 1-32,9 0 0,-11-2 80,-3-4-104,16 14-48,-14-12 8,3 3-40,10-1-40,-12-1-16,0-3 240,7 2-264,-8-1-72,12 1 0,-9-1 0,10 0-80,-13-1 416,-2 0-393,15 1-31,-10 0-56,11-1-16,-12-1-32,13 0-48,-16 0 576,2 2-592,14-2-80,-12 0 7,14 0-55,-14 0-32,3 0 752,4 0-744,-8 0-72,14-3 16,-14-1 7,12 0 169,-13 4 624,-3 0-424,16-4 152,-12 1 184,10-1-3168,-15 4 3256</inkml:trace>
  <inkml:trace contextRef="#ctx0" brushRef="#br0" timeOffset="1827">880 71 4480,'0'0'849,"0"0"7,3 0-224,-3 0-144,0 0-144,4 0-80,-4-4 8,4 0-64,-4 1 24,0-1 48,0 0-16,0 3-264,0-1 281,0 2-41,-2-4 8,0 0 8,-2 1-40,2 0-216,1 2 304,-1-3-48,-2 1-32,0-1 40,1 0-8,-3 1-16,3 3 32,-3-4-120,-1 4 32,-1-4-40,1 4-8,5 0-136,-2 0 184,-3-3-96,2 3 72,-3-4-48,1 4 40,1 0-152,5 0 136,-5 0-48,-9 0 48,10 0-40,-3 0 17,-6 2-17,13-2-96,-4 2 96,-2-1-32,-8 1 56,10 4 24,-3-3-56,1 0-88,0 0 136,1 2-24,-1 1-32,1 0 80,-9 1-72,12-2-88,3-5 88,-6 15 0,1-11-32,-1 1 64,1 3-64,-1-1 32,1 8-40,-1-10-64,3 3 96,1 6-40,0-8-8,1-1-32,0-3 72,1 13 0,-2-11-56,2 10 40,0-10 0,0 1-32,0-4-24,4 13 56,0-12-88,-4 4 48,3-1-24,1 1-16,-3-3 24,2 1 48,2 1-96,10 1 48,-12-1-48,12 1-48,-12-3 96,-2-2-144,15 4-88,-10-3 32,10 2-72,-10-2 56,12-1-48,-16 0 264,2 0-280,16 1-72,-14-2-65,16 0 9,-8 0-104,-3 0 512,-5 0-472,10 0-64,1-4-80,0 1-32,-3-1-96,3 0-73,-2 1-63,-1-1-88,3 0 24,-2 1 40,-1-1 103,-8-2 233,14 1 168,-5-1 168,-1 1-3064,-14 5 3296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04.440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219 0 5609,'0'7'1888,"0"8"121,-1-8-665,1 12-600,0-14-744,0 5 368,0 4-256,0 1-24,-2 2 64,0 1 120,-1-6-272,2-8 368,-2 15 72,-3-1-8,1 2 25,-1 3-49,2-1-48,4-20-360,-5 18 344,-1 0-128,3 4 48,-3-2-16,2 2-8,1 0 8,1-2-64,-2 3-24,1-1-24,1 0 16,0-4-152,2-18 104,-2 22 24,0-2-64,0 0-32,1 0 8,-1-1-56,1-15 16,0 10 32,1 2-64,0-1-8,0 1 16,0-3-80,0-5 104,0-6-136,0 4-56,0 8-136,0-10-48,0 10-88,4-12-120,-4-4 584,3 7-680,-3 1-153,4-3-39,0 3-136,-1-3-40,-1-3 1048,0 0-1152,3 2-113,1-3 33,-1 3 16,10 2 160,-12-3 1056,-2-3-777,14 4 241,-10 0 208,12-1-3008,-17-3 3336</inkml:trace>
  <inkml:trace contextRef="#ctx0" brushRef="#br0" timeOffset="1">740 715 6937,'3'0'1448,"1"0"-592,0 0-415,0 0-217,-4 0-224,0-3 80,3-1-88,-3 0 32,0-1 64,4-1 112,-4 1 96,0-1 0,0-8-32,-2 10-40,0-11-24,-1 11-200,3 4 136,-4-16 8,0 12-56,-1-11 0,-3 12 32,1-3-24,2 4-96,-5-1 128,5-3-32,-3 3 40,-6 3 0,8-4-32,-6 4-104,8 0 144,-2 0-56,-12 0-40,10 0 16,-12 0-48,13 2 16,4-2-32,-13 3 56,2 3-48,8-1 64,-12 1-32,12 1 16,-3-3-56,0 0 112,3 10-56,-12-8-8,12 9 0,-10-10-16,11 12-32,4-15 72,-4 5-16,-10 13-64,11-14 56,-1 10-40,-1-8-40,5-3 32,-3 8-48,-2 2-104,3-1 16,-1-6 72,2 8 24,0-11 40,1-2 16,-1 13-32,0-8-24,2 8 16,0-10-8,0-1 32,4 2-8,-1 1-64,1-3 24,1 1-32,1-4-32,9 0 40,-12-1-56,12-1 40,-9 0-16,8 0-24,-9 0 128,-4 0-72,15-3-32,-10-1 24,14-2 64,-14 1-24,10-1-16,-15 5 56,4-3-8,11-11-40,-10 12 0,12-3 48,-12-9 8,3 13-8,-2 1 40,-3-3-8,11-2-16,-10 1-40,1-1 32,8 1-8,-14 5 0,4-6-8,0 3-16,1-1 24,1 0 8,-1 1 40,-3 3-48,2 0 56,1-4-72,1 0 48,-1 4-56,1 0 40,-3 0-16,-3 0 16,4 0-40,0 2 40,-4 0-16,3 4 8,1-1 40,-3-4-48,2 4 0,0 0 16,1 1 16,0-1-16,0 10 32,-3-13-48,1-1 64,2 7 0,0 7-16,-1-10 16,1 10 0,-4-10-64,0-5 72,0 17 40,4-12-40,-1 10 32,1-9 0,0 1-40,-4-5-64,0 3 120,3 12-72,-3-13 8,4 1 32,-4 2-24,0-3-64,0-2 104,0 5-32,4 1 16,-4-3-32,0 3 8,0-3-7,0-4-57,0 5 16,0 2-24,0-3 56,0 1-32,0-1 16,0-3-32,0 0 88,0 2-104,0-1 72,0 1-40,-2 2 16,0-2-32,2-3 48,-2 5-24,0-3 32,0 1-32,1 0 24,-1-1-8,1-2-40,0 0-8,-1 1-16,0 0 16,-1-2 8,-1 0 16,2 0-16,0 0 48,-3 0-32,3 0 24,-4 0-64,1 0 32,-1 0-8,6 0 16,-14 0-48,10 0 64,-11-4-24,10 4-24,-10-4 64,13 3-48,-2-1 8,-12-2-48,9 4 72,-12-4-56,4 4 16,-1 0 40,-2-3-40,-1-1 16,1 0-8,1 4-24,-1 0-8,15 0 32,-13 0-16,-2 0-16,-2 2 32,1 2 24,1 0-24,8-2 0,0 1 16,-9 1-8,-1 1-8,2 3 8,-1 6-8,3-9 0,14-4 0,-15 6-24,1 8 16,-1-10 8,1 3-56,-1 10 24,13-16 32,-8 4-24,-3 12-8,0-13 48,1 12 32,-1-2-24,5-10-24,5-3 48,-2 16-32,-12-12-48,12 10 8,-9-8-24,10 8 16,-11-1-24,12-8-72,-2 10-16,-8-11 7,11 10-7,2-13 144,-1 0-152,-3 4-72,1 8-8,-1-10-88,1 10-56,2-11 376,2-3-464,-1 16-120,0-13-56,0 1-80,1 1-72,1 1-89,0-6 881,0 4-896,0 0-56,0 1 40,5-5 88,1 1 135,3-1 689,-4 0-448,-1 1 160,13 0-3184,-17-2 3472</inkml:trace>
  <inkml:trace contextRef="#ctx0" brushRef="#br0" timeOffset="853">900 725 4488,'0'3'1969,"0"3"-513,3 1-336,3 8-495,-1-10-281,-1 1-136,2-1-24,-1 3 56,1-1 200,-1-1 56,1 1 72,-4-5-568,1 1 576,12 1-152,-11 0 16,1-2-128,10 1-103,-12-1-209,-2-2 208,4 2-104,1 2 64,10-3-32,-10-1 0,10 0-24,-15 0-112,4 0 88,11 0-40,-10 0 8,10 0 8,-10-3-40,4 1-24,-4 0 96,0-2-24,12 1-24,-12-1-16,12 0-16,-12-1-16,-6 5-8,16-15-8,-10 12 24,9-12 72,-12 11-8,12-11 0,-14 14-72,2-1 56,2-13-96,10 10 40,-12-12 0,1 13 16,2-12 56,-3 12-56,3-11-8,-2 10-32,1-10 0,-1 11 24,-4 4 0,3-14 0,-3 10 0,0-1 8,0-10-16,0 11 24,0 2-16,0 0 32,0-3-8,0-1-16,0 3-24,-1-1 16,-1 1 0,2 2-24,-6-2 0,3-1 24,-3 4 8,1 0 16,-10 0-8,9 0-32,-1 0-56,-10 0 0,12 2 80,-12 0 24,12 1 56,-14 3-32,12-1-64,-11 3 8,1 6 8,10-10 0,6-4-8,-18 8 64,4 6-112,7-8 32,-14 10 8,8-10-40,11 0 48,-2 4 40,-13-4-16,12 9 40,-1-8-8,-8 8-40,11-10-16,3-3 32,-5 16-16,1-12 24,-10 10-24,13-10-8,-1 9-24,1-14 16,-2 5-40,0 11 24,1-12 32,-1 14 24,2-14 0,0 13 56,2-12-80,0 9-24,0-10 40,0 12-64,0-12 32,0-5 8,4 15 8,2-10-80,-1 1 48,1 9 0,-1-13-32,1 0 48,5 1-48,-8 3-88,12-1 32,-11 1-64,12-1-48,-11-1 216,-4-2-200,17 3-120,-12 1-72,16-3-32,-8 1-89,1-2-63,-14-2 576,13 2-568,1 1-40,1-1 40,1 0-64,-1 0-32,-7-2 664,1 0-705,6 2-79,3-2 8,-3 0-48,3 0 8,-5 0 816,-12 0-760,16 0 63,-1 0 233,3-4 160,-1 0 104,1-1-3480,-20 5 3680</inkml:trace>
  <inkml:trace contextRef="#ctx0" brushRef="#br0" timeOffset="854">1909 519 6329,'0'1'936,"-2"1"-416,1 0-288,-5 0-128,1 0-80,-3 1-16,1-1 80,-8 0 88,12-1-176,1 0 336,-17-1 112,14 0-23,-12 0 7,10 0-88,-12 2-32,19-2-312,-14 2 296,-1-2-104,0 0 32,1 0-32,-1 0-8,9 0-184,-3 0 264,2 1-72,-13 1 24,12 0-24,-8 0-16,11-1-176,4 0 152,-14 1-32,12 0-16,-5-1 0,1 3 16,0 0 0,5-4-120,-4 3 144,1 1-64,-1 0 32,1-2 65,3 3-1,-1-4-176,0 0 208,2 1-8,-1 1-104,0 1 32,2 0-16,0 1-8,0-5-104,0 4 144,0 0-64,0 1 48,4-1-40,-1 1-40,-3-3-48,0 0 104,6 2-112,-1 1 72,1 1 8,-1-1-16,-1-1-56,-2-2 104,3 5-72,1-1 16,9 1-48,-12 0 24,12 8-32,-13-13 8,2 2-16,10 10 0,-10-8 64,11 10 24,-12-10-24,5-2-48,-1-1 104,-3 12-72,1-13 24,1 5 0,-1 1 0,-1-3-56,-4-5 56,4 17-24,1-14 32,-1 3-40,-1 8-8,-3-8 0,0-4-16,0 2 0,0 3-40,0 0 40,0-1 16,0 1-16,-1-3 0,1-2 56,-6 3-56,1 1 24,-1-3-16,-1 3-16,1-2 8,6-4 0,-14 3-32,8 1-32,-9 0 48,10-3 16,-12 3-8,14-3 8,-1 0 40,-13 1-96,12 0 88,-14-1-64,14 1-8,-10 0 40,12-2-56,-12 4-256,7-2-112,-10-1-328,13 1-337,-12-2-215,16 1 1304,-4 0-1576,-9 1-144,8-2-25,-1 2 145,0 0 424,-2-1 1176,3-1-753,2 0-3327,4 0 4080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13.36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356 0 6121,'0'0'1440,"0"0"-232,-2 0-279,0 0-209,0 0-176,0 0-56,0 0-56,0 0 8,1 0 0,-5 0 16,1 0-456,5 0 432,-4 2-48,-2 0-7,3 0-1,-1 0 0,-1 0-24,3-2-352,-2 1 336,-3 1-48,-1 2-24,1 0 32,0-1-40,-4 1-256,7-2 304,-2 3-56,1 1-32,-1 1 40,-1-1-48,0 8 16,6-12-224,-15-2 208,11 15-23,-1-11 63,-10 10-32,10-6-8,2 0-208,1 0 232,-14 7-104,12 0 56,-3 1-40,-8-8 0,11 12-144,4-16 192,-6 12-80,-10 1 168,12 5-144,-3-4 24,1 2 0,5-14-160,-3 9 24,-3 5 56,1 2 32,1-2 16,1 0-40,0-6-88,3-6 104,-4 14-56,1 0 96,-1 2-80,2 2 0,3-4-8,0-22-56,-4 26-104,3 0 40,0-2 136,0 1-64,1 1 32,1-16-40,0 6 96,0 10-168,0-1 128,3-1-96,-3 2 8,5-7 32,-4-14-16,3 19-168,1-2 144,1 0-192,-3-2-48,3 0 72,-4-16 208,10 13-400,-12-3 80,6 3-64,-1-2-48,10-1 40,-15-11 392,0 0-464,17 15-9,-14-12-111,12 8-168,-9-8-104,9 1 856,-14-7-1016,5 8-177,12-1 1,-12-2-112,16 1-48,-6-1-57,-1-3-111,1 0-48,-1 0 319,2-2-3143,-17 0 4392</inkml:trace>
  <inkml:trace contextRef="#ctx0" brushRef="#br0" timeOffset="352">525 548 7249,'0'2'3297,"0"-2"-1217,-2 2-904,2 0-551,0-1-625,0 0 392,-2 1-192,0-1 8,0 1 32,1 0-8,-3 0-232,4-2 296,-4 2-72,-1-2 24,1 0 8,-2 0-40,1 0-32,3 0-184,-2 0 128,-3 0-80,0 0-8,1 0 8,-1 0 0,2 0-48,2 0 88,-4 0-64,0 0 32,-1 0-40,1 0 8,2 0 40,4 0-64,-13 0-32,10 0-8,-3 0 48,-8 0-40,10 0 16,2-2 16,0 0-24,-2 2-128,-3 0 48,3 0-168,-1 0-136,1 0-128,-1 0-224,1 0 32,1 0-97,0 0-31,2 0-112,2 0 968,-1 0-1120,-3 0-128,2 0-105,2 2-39,0 0-8,0-2 1400,0 0-1081,4 0-3279,-4 0 4360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14.431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116 1 12298,'0'5'2505,"4"10"-1329,2-9-616,-1 10-304,1-10-160,-5 1-96,1 4 72,-2-5-16,0 12 128,0-11-24,0 16 0,0-11-160,0-8 200,-1 16-88,-5-3 192,1 5-144,-1-2 0,0 2-8,5-17-152,-3 14-32,-2 5 128,-1 0-15,2 2 23,-1-2 8,3-11-112,1-3 136,-4 16-32,1 0-24,-1 2 24,0-1-40,3-1-64,3-24 80,-4 25-64,-1-1 16,-1 0-24,2 0 24,3-3-40,-1-16 8,0 8-32,0 9-32,-2-2 88,1-1-48,1-3-48,-1-5 72,2-8-64,-1 14-176,1-3 40,-3 1-97,0-10-119,2 14-88,2-19 504,-2 1-664,2 15-128,0-12-48,-1 10-152,1-10-97,0-3 1089,0 0-1128,0 2-128,0 1-48,0-1-113,3-1-63,1-1 64,0-1 287,1 0-3087,-5-2 4216</inkml:trace>
  <inkml:trace contextRef="#ctx0" brushRef="#br0" timeOffset="1">470 1012 8481,'0'15'2457,"-2"0"-897,0-1-840,-2 1-384,2 0-216,-3-8-56,-1 15-88,-1-7 120,-8 2-88,10-1 24,-7-4-32,9-9 24,-2 13-120,-3-8 208,-7 10-136,10-11-32,-10 12-72,14-18 128,-3 5-304,-4 11-56,1-12-40,1 10-112,-1-11-144,4 0 656,1-1-720,-4 4-176,1 1-57,1-3-207,2 1-120,-1-3 1280,2-3-1216,1 2-3625,0-2 4841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1T07:58:21.464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0 1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2.373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311 320 4745,'4'0'1208,"-4"0"48,4 0-224,-4 0-1032,0 0 784,3 0-215,-3-4-193,0 1-80,0 3-32,0-4-264,0 4 232,0 0 24,0 0-16,0-4 16,0 1 8,0-1-24,0 3-240,0-2 272,0 0-104,0-1 16,-1 0 8,-1 1-40,0 3-152,2 0 208,-2-6-8,0 3-24,-1 3 0,-1-4-16,-2 4-32,6 0-128,-5 0 153,1-4-49,-1 4 24,-1 0 0,1 0-32,1 0-96,0 0 144,-3-3-40,-1 3-16,3 0 24,-2 0 24,0 0-136,6 0 144,-13 0-8,8 0-24,-1 1-24,-8 1 16,11 0-8,2-1-96,-3 2 144,-2 0-56,-8 3-8,11-1 56,-3 1-24,-3-3-112,5-1 128,0 4-16,-3-1-24,1 3 0,-8-1 40,10 8-24,-1-11-24,-9 3-64,12 8 32,-3-10 0,1 10-8,2-13-40,0 1 80,-2 3-48,-1 10 48,1-10 0,-1 11-40,2-13-40,3-3 64,-5 16-56,1-12 8,1 10 24,2-8 24,-2 8-32,4-14-32,-1 5 64,1 11-24,0-12-8,0 12 48,0-12-40,0 5-40,0-3 56,3-2-16,3 3 24,-1 8-32,1-10 24,-1 1-56,-5-7 48,6 15-24,9-11 48,-12 3-24,3 0-24,10-1-16,-14-4-8,0 3 0,15 3-16,-14-1 8,14-2 16,-12 1-24,8-2 16,-7-3 40,-1 5-16,17-4-48,-7 1 16,-10-1-40,18 0-16,-21-2 64,1 2-24,17 0-72,-14-2 72,14 0-8,-14 0-72,2 0 104,2 0-72,-5 0-128,14 0 48,-15 0-104,12-4-40,-13 1 296,-2 2-328,13 1-136,-10-3 32,11-1-128,-11 0-64,1 1-112,-1 2 736,9-2-849,-10-1-55,3 1-96,-1-3-48,1 1-105,-1-1-23,1 1-8,9-1-8,-12 1 183,3-1 265,-1 1-3088,-5 5 3832,0 0 0</inkml:trace>
  <inkml:trace contextRef="#ctx0" brushRef="#br0" timeOffset="723">560 418 7329,'3'0'1840,"1"0"-559,1 1-569,1-1-368,-3 0-344,11 0 208,-11 0-152,1 0 16,1 0 88,10 0 16,-13 0-176,0 0 224,3 0 0,1-3-32,-1-1-40,1 0-48,-1 4-32,12-3-48,-13-1-24,1 4 24,10-4-40,-12 1 0,-1 1 16,2 0 0,11 2-112,-12-4 24,1 4-56,2-3-80,4 3 224,-6 0-232,0-4-96,1 4-72,-1 0-32,2-4-40,-3 4-96,-2 0 568,2 0-608,3 0-153,-3 0-55,1 0-40,0 0-88,-3 0 944,1 0-912,2 0 95,0 0 201,-4 0-3208,0 0 3824</inkml:trace>
  <inkml:trace contextRef="#ctx0" brushRef="#br0" timeOffset="724">966 0 9514,'0'4'2440,"0"1"-1024,1-1-1416,2 9 697,2-8-433,1 3-208,-1 8 32,-1-10 24,0 10 72,-1-10 72,-3 9 0,0-10 32,0 12 40,0-10-16,0-7-312,0 19 264,0-5-80,0 3-48,0-3-32,0 5 0,0-12-104,0 4 72,0 8-40,-2-1 0,1 2 16,-1 2 24,0-5-72,2-13 80,-2 18 0,2-2-56,-2 0 8,0 0-16,2 1 16,0-18-32,-1 12 8,1 5-32,-2 0 24,0-1 0,0-1 8,2-8-8,0-3 32,-2 9-48,2 1-64,0-3-48,0 1-112,0-8 240,0-6-248,0 15-136,0-10-56,0 12-104,0-12-160,0 1-105,0-2 809,0 6-976,0-7-168,0 11-136,0-11-193,0 1-119,4 1-8,0-1-441,-1 1-1799,-3-6 3840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5.61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230 118 4761,'-1'0'1384,"-1"0"88,0 0-256,1 1-1216,0 0 873,1 1-321,0 2-128,-2-3-88,2 1-48,-1 0-288,0-2 320,-2 2-32,-1 0 80,2 1-40,-1-1-8,-3 0-40,5-1-280,-2 0 176,0 1-16,-1 0-40,0 0 48,-1-1 0,1-1-168,2 0 153,-3 0 15,-1 2-48,1-2-32,-1 2 32,1-2-120,5 0 72,-6 0-32,1 0-16,-1 0 16,1 0-24,-1 0 24,4 0-40,-1 0 40,-3 0-72,1 0 120,-1 0-120,1 0 8,2 0 24,2 0 24,-3 0-96,-1 0 144,1 0-40,-2 0-48,3 0 8,2 0 8,-4 0-96,2 0-24,-3 0 16,2 0-56,1 0-64,1 0 224,0 0-200,-2 0-73,3 0-39,-1 0-56,-2 0-80,1 0 448,2 0-536,0 0-96,-3 0-72,0 0-80,2 0-113,0 2-71,2-2 968,-1 2-1024,-3 0-48,2-1 40,0 1 175,0 0 217,1-1 640,1 0-3496,0-1 3496</inkml:trace>
  <inkml:trace contextRef="#ctx0" brushRef="#br0" timeOffset="955">657 76 6769,'0'0'1704,"3"0"-1704,-2 0 1313,-1 0-609,3 0-272,1 0-144,-4 0-128,4 0 0,-4 0-160,3 0 144,-3 0-24,0-4 64,4 1 24,-4-1 8,0 0 56,0 1-64,0 3 48,0-4-104,0 0-72,0 1-80,0 3 88,0-4-120,-2-2 128,-1 3-40,1-1-16,-2 0 16,2 1-48,-1-1 8,-1 0 80,0 1-48,1 3-24,0-3-24,2 2 80,-5 1-64,1-4 0,-1 4 40,-1 0-7,0 0-33,6 0-16,-4-3 40,-2 3-80,1 0 56,1 0 16,-1 0 16,0 0-48,-3 0 104,8 0-48,-7 0 40,1 1-24,-8 3-32,12 1-40,3-4 72,-8 4-48,-7 1 72,12-1 8,-5 1-40,1-1 0,5-1-64,-3 7 16,-3-6-16,1 1 16,-8 9 32,13-10 16,-1-1-64,1-1 104,-4 14-24,1-11-16,-1 10-8,1-10-16,-1 10-40,6-16 64,-5 6-40,-1 8-16,5-6 56,-3 8 24,2-10-24,1 0-64,0 4 104,-1-4-64,2 10 64,0-10 16,0 11-16,0-12-104,0-3 144,0 14-96,6-10 72,-2 1-80,-1 1 24,3-1 8,-6-6-72,5 5 0,12 2 16,-14 6-16,3-10 24,9 3 24,-13-2-48,-1-2 72,5 4-24,10-1-24,-10-1-16,10 1 0,-10-1 0,11 1-64,-12-4 104,15-1-120,-14 1-8,14 0-40,-5 0-112,-10 0 24,17-2 8,-7 0-8,-9 0-72,16 0-8,-8 0-80,1 0-88,0-4-25,-1 0-87,1 4-56,-14 0 624,4-3-696,15-1-160,-15 0-48,12 1-137,-12 3-87,3-2 1128,1 0-1088,-3-2-48,14 1 120,-15 3 215,14-4-3335,-19 4 4136</inkml:trace>
  <inkml:trace contextRef="#ctx0" brushRef="#br0" timeOffset="956">1315 127 4785,'4'0'1400,"0"0"-248,-2 0-1152,-1 0 816,-1 0-328,4 0-120,-4 0-128,0 0-23,0-3 39,0 3-256,0 0 232,0-4 40,0 4 64,0-4-8,0 4 8,0-1-336,0-1 328,0 2-64,-2-4 24,0 4-32,1 0 0,-4-3-256,4 2 256,-3 1-40,-1-3 8,-3 3-16,3-4-8,-2 4-24,5 0-176,-4 0 128,-8 0-31,8 0-17,-9 0 16,10 0-8,-4 0-88,1 0 136,3 0-72,-10 0 56,8 0-112,-10 0-16,10 0 24,-10 0-72,12 0 120,-10 0-56,9 2-24,-12-2-16,13 2-64,-3-2-56,-6 2 16,8 1-88,-9-1-113,13-1 337,1 0-424,-5 1-152,-1 0-96,-1-1-136,1 3-56,2-2-120,4-2 984,-4 2-1065,-1 0-31,1 1-16,1-1 72,1 2 223,1-2 817,0-1-544,0 1-3192,2-2 3736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7.68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44 331 7609,'0'4'2169,"0"2"-577,0 1-728,0 0-488,0 8-176,0-9-96,-1 1-16,-1 0 208,0 8 16,0-9 64,0 1-7,2-2-369,-2 5 272,-1-7-56,1 3-24,-2 8 8,2-10-56,0 4 96,-1 6-72,-1-8 32,2 10-32,0-10-64,1 9 32,0-15-136,0 5 56,-1 2-16,0 10 16,0-12 8,2 3 8,0-1-72,0 1 120,0-5-64,0 3 72,0 8-112,0-12 8,0 5-24,0-6 40,0 6-120,4-1 120,-4 1-88,4-2-48,-4 1-56,0-5 152,0 2-272,3 0-64,-3 1-64,4 1-32,-4-1-88,2 0 520,0-2-584,-2 3-97,0-1-111,3 0-160,-3-3-112,4 3 1064,-4-4-1160,0 2-113,0 2-31,4-3 40,-4 1 248,3 0 271,-3-1 745,0 0-3928,0-1 3928</inkml:trace>
  <inkml:trace contextRef="#ctx0" brushRef="#br0" timeOffset="1">405 0 7793,'0'2'2265,"3"4"-577,1 1-784,0 10-472,-1-12-240,-3 6-192,0-7 184,0 3-88,0 12 56,0-14 144,0 12 41,0-1-337,0-16 384,0 15 32,0 2-120,0 1 8,-1-3-56,-1 1-48,1-8-200,0 1 240,-3 7-56,1 3 72,-1-3-72,2 3 40,-3-5-224,5-12 216,-4 17-48,2-3 120,-3 3-136,1-1 8,2 0-40,1-13-120,-2 11 40,2 2 8,-1 0-8,0 1 8,0-1-32,1-7-16,0-4 104,-1 10-72,0-2 57,1-1-73,-1 1-16,0-8 0,2-6 32,-2 19-112,2-15 32,0 14-17,0-14-95,0 12-32,0-15 192,0 1-248,-2 14-160,2-12 40,0 10-184,0-9-120,0-1 672,0-3-712,0 5-248,0-1 7,0 1-135,0-1-80,0-1-104,1-4 1272,2 5-1345,-3 0 1,0 0 24,4-3 280,-1 3-25,-1-3 1065,0-1-3776,-2-2 3776</inkml:trace>
  <inkml:trace contextRef="#ctx0" brushRef="#br0" timeOffset="2">716 800 9097,'0'6'2057,"3"1"-1073,1 12-552,-4-18-432,0 3 192,0 11-208,0-10 32,0 10-32,0-9 40,0 8 88,-2-8-72,0 1 144,-1 8-80,-1-10-24,1 8-80,2-11 104,-2 5-104,-1 10 16,-2-11-32,1 10-40,-1-10-72,5-3 128,-3 8-160,-2-5-64,3 10-24,-1-10 8,0 1-72,2 3 312,1-5-336,-3 0-120,0 3-48,2-1-232,-1-1-169,1-1-151,2-5 1056,-2 6-1256,0 1 56,0-1 263,2-1-3407,0-5 4344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28.117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241 615 6041,'0'0'1536,"0"1"-272,0 0-1264,0 0 809,-2 1-353,0 0-112,1-2-120,-1 2-24,0-2-200,2 0 248,-2 0 8,-2 0 72,1 0 56,-1 0-16,-1 0-24,4 0-344,-4 0 352,0 0-96,-3 0-8,3-4 8,-1 4-79,-2 0-177,1 0 192,4-4-32,-3 4 8,-10 0-24,10 0-40,0 0-104,5 0 104,-16-3-80,12 3 48,-1 0-40,-8 0 16,8 0-32,4 0-16,-2 0 16,-10 0-16,10 0-16,-1 0 24,-1 0-64,2 0 56,3 0-96,-5 0-72,1 2-80,-1-2-88,0 1-65,3 1-135,3-2 536,-4 2-688,2 0-176,-1 2-88,-1-1-80,2-1-81,1-1 1113,0 0-1088,1 3-48,0-1 40,0-1 151,0 2 257,0-3 688,0 0-3712,0-1 3712</inkml:trace>
  <inkml:trace contextRef="#ctx0" brushRef="#br0" timeOffset="1533">787 455 6841,'0'0'1912,"-2"0"-479,1 0-769,-1 0-664,2 0 344,-2 0-232,2 0-64,-2 0 32,-2 0 48,1 0 64,2 0-192,-2 0 288,-2 0 16,-1 0 8,0 0 0,1 0-56,2 0-256,0 0 248,-2 0-32,-1 0-16,-1 0-39,0 0 15,-7 0-176,13 0 176,-3 0-32,-3 2 72,-8-1-64,8 1-8,-10 4 24,16-5-168,-1 3 136,-13 2-48,11-1 40,-10 1 8,8-1-24,-4 0-112,5-2 216,0 4-112,-12 0 0,12 8-64,-3-9 16,-8 1 64,15-6-120,-4 16 40,-2-11 24,-8 9-32,12-10 24,-5 10 16,2-13-72,-2 1 96,4 12-8,-2-9 32,1 8-64,-1-10 16,2 2-72,3-5 96,-3 14-96,-1-9 144,1 8-112,2-8 16,2 8-16,0-10-32,0-2-32,0 13 64,-2-10-24,2 3 64,0 6-8,0-10-64,0-2 88,0 3-16,6 10 80,-3-9-144,3-1 56,-1 0-64,-5-4 48,6 6-128,11 0 80,-14 8-16,3-13 8,8 3-16,-12-3 24,2 2-16,13 0-120,-12-1 56,13 1-96,-12 0-72,9 0 248,-10-3-160,1 1-128,16 2 128,-17-3-96,17 1-136,-5-2-64,-15 0 456,12 0-600,3 0 8,-2 0-25,-1 0-15,3 0-104,-9 0 736,-1 0-808,7 0-112,3 0-112,-2 0-105,-1 0-7,0 0 1144,-13 0-1176,14 0 16,1 0 327,-1 0-3367,-15 0 4200</inkml:trace>
  <inkml:trace contextRef="#ctx0" brushRef="#br0" timeOffset="1534">1370 563 7561,'0'0'1624,"0"0"-655,0 0-969,0 0 488,4 0-256,-4 0-24,0 0-64,0-4 56,0 4 152,0 0-24,0 0 96,0-3-24,0 3-48,-2 0 0,2 0-352,-6-4 280,1 4-95,1 0 15,-1-4-40,-1 4-24,4 0-136,-1 0 216,-12-3-96,11 3 104,-10 0-48,8 0-40,0 0-136,5 0 160,-16 0-104,12 0 80,-14 0-80,14 0-8,-10 0-56,14 0 8,-3 0-32,-11 0-8,8 0 16,-10 0 56,11 0-24,-4 0-8,4 0 64,0 0-8,-1 0 16,-8 0-56,10 0 0,-10 2-16,15-2-72,-4 1-104,-3 1-72,-8 2-120,14-2-80,-7 0-144,5-2 592,-1 1-697,-2 1-103,-8 0-96,12 0-104,-4-2-80,3 1 1080,3 0-1129,-6-1-63,2 0 8,-1 0 96,3 0 263,0 0-3407,2 0 4232,0 0 0</inkml:trace>
  <inkml:trace contextRef="#ctx0" brushRef="#br0" timeOffset="1535">1144 317 6481,'0'2'1864,"4"3"-199,-4 1-641,3-3-496,1 3-200,0-1-64,-1 1 56,1-1 72,-4-3-392,0 2 520,4 0-64,-4-1 65,0 3-57,3-1-96,-3 0-368,0-4 400,4 4-136,-4 1-40,0-1-32,0 3-40,0-1-32,0-5-120,0 11 104,0-10-48,4 3 16,-4 1 16,0 8 0,0-12-88,0 0 96,0 11-24,0-8 48,0 1-112,0 8 16,0-10-24,0-5-8,0 15-48,0-9 96,0 8-64,0-8 40,0 10-48,0-14 32,0 2-48,0 11-24,0-10-24,0 2-24,0 1-40,0 2 160,0-5-176,0-2-120,0 3-104,0 1-152,0-1-112,0-1-121,0-5 785,0 6-896,0-1-120,0 1-48,3-1-64,-3-1-89,0-3 1217,0 0-1184,0 2-88,4 1 168,0-2 295,-1 0-3335,-3-2 4144</inkml:trace>
  <inkml:trace contextRef="#ctx0" brushRef="#br0" timeOffset="1536">1631 0 6777,'0'8'1848,"0"7"-367,4-8-689,0 9-432,-4-10-208,3 14-96,-3-18-56,0 4 40,0 14-8,0-5 128,-2-8 112,1 17 32,0-15-304,0-4 392,-3 12-80,-1 0 24,1 1-112,-2 4 8,3 0 0,3-21-232,-6 22 129,1-3 79,-1 2-32,1 0-8,1 0 24,3-13-192,-2 4 184,0 10-56,-3-1 72,2 0-88,-1 2 0,2-9-112,2-10 104,-1 19-120,-3-2 56,3 0-32,-2 0 24,3-2-8,0-16-24,0 11 16,-1 1-48,0 1 24,0-1 16,0-1-32,1-6 24,1-2 0,0 1-120,-2 12 24,2-5-232,0-8-120,0 10 448,0-16-464,0 5-241,3 11 57,-3-14-112,0 3-88,4 8-80,-3-12 928,2 0-1008,-3 5-65,3 1-23,1-1 16,2-1 48,-4-2 1032,-1-3-761,5 5-3447,-6-6 4208</inkml:trace>
  <inkml:trace contextRef="#ctx0" brushRef="#br0" timeOffset="1537">1815 845 7585,'0'5'1833,"0"10"-729,0-10-656,0 12-224,0-12-144,0 12-48,0-12-24,0 3-8,-2 6 0,2-14 8,-2 6-8,-1 1-32,-1 8 72,-1-9-24,-1 10-8,4-13-8,0 0 32,-3 4-144,-2 8-24,1-10-120,1 1-96,0 6 352,4-10-368,-5 2-112,-1 2-49,2-1-79,-1 1-104,1-1-120,3-3 832,-2 2-896,0-1-88,3 1 215,-1 0-3423,2-4 4192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30.70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42 138 8441,'0'4'1673,"0"2"-865,0-1-416,-1 1-216,-1-1-104,0 1 88,0-1-16,0 1 72,-1-1 88,-3 1-24,2-1-16,1 1-72,1-2-32,-2 1-64,2 1-48,0-1-8,2-3-40,-1 2-16,-1 1-64,0-1 0,2-1-16,0 3-64,-1-5 160,0 0-160,1 4-96,0-3-152,0 0-16,0 0-104,4 2-88,-1-3-56,1 1-177,0 4-39,0-3-72,-1 1-48,3 0 32,-1-2 111,1 3 281,8-3-3248,-14-2 3832</inkml:trace>
  <inkml:trace contextRef="#ctx0" brushRef="#br0" timeOffset="1">311 155 6241,'0'0'1416,"0"0"-384,0 2-416,0-1-616,0 2 377,0 0-169,0 1 32,0 0 64,0-1 72,0 1 96,0-2-48,0 1-40,0-1-104,0 0-80,0 2-72,0-4-128,0 3 48,0 3-64,0 0 24,0-1-64,4-1 32,-4-1 24,0-1-48,3 4-112,1-3 0,-4 3-120,4-2-64,-1-3 344,-3-1-408,0 4-112,4-2 16,0 0-152,-1 0-105,1-1-95,-2 0 856,2 0-1024,1 1-8,1 0 64,-1-2 199,1 0 209,-3 0 560,-1 0-3600,-2 0 3600</inkml:trace>
  <inkml:trace contextRef="#ctx0" brushRef="#br0" timeOffset="2">473 131 5369,'0'6'1368,"0"-1"-232,0 1-456,0-1-336,-2 1-216,0 1-16,2 0 8,-2-1 33,0-1 63,2 1-56,-1-1 32,1 3-120,-2-3-8,0 0-64,2-4 40,-2 6-112,2-1 72,0-1-144,0 1-48,0-1-64,0-4 256,0 2-329,0 2-15,0-1-16,0 0-32,4 1-56,-2-1 448,-1-2-480,3 0-128,0 3-56,1-1-88,1 0 47,-1-3 169,1 3-616,10 2-1560,-16-6 2712</inkml:trace>
  <inkml:trace contextRef="#ctx0" brushRef="#br0" timeOffset="3">877 355 7001,'0'4'1584,"0"2"-615,0 8-561,0-8-280,0 1-64,0 10-56,-2-12 120,1 10 0,-3-9 48,-2 1 72,3 8-136,-1-10 88,-1 2-88,-1 12-40,0-14-32,5 0-40,-3 9 0,-2-9-16,1 10-16,-1-10-8,1 3 0,0 1 40,3-3-56,-6-1-56,3 1-16,-1 8-176,1-10-112,1 3 416,4-7-560,-6 8-217,3-1-7,1 0-104,0-1-80,-2 1-40,4-5 1008,-1 2-873,-1 1-3495,2-5 4368</inkml:trace>
  <inkml:trace contextRef="#ctx0" brushRef="#br0" timeOffset="727">1320 1 7025,'0'1'1784,"0"0"-1784,0 0 1129,0 3-513,0 0-208,0-3-80,0 1-72,0-1-256,0 0 344,-1-1 8,1 0 112,-2 0-72,0 0 0,0 0-392,2 0 360,-5 0-119,3 2-1,-4-2 0,3 0-40,-1 0-40,2 0-160,-2 0 168,-1 0-128,-1 0 80,1 0-24,-3 0-8,3 0-88,3 0 136,-5 2-80,1-2 64,-1 2-64,1-2-32,-1 0-32,5 0 8,-11 1-56,10 1 8,-3 0 56,-1 0-32,1 0-16,2-1 40,1 0-72,-3 0-80,3 1-16,-1 0-152,0 0-64,-1 0 384,5-2-432,-4 2-153,2 0 41,0-1-136,1 1-96,-1 0-48,0 4-96,2-5-41,0 1-23,0 0-32,0 0-24,2-1 1040,0 0-984,3 1 79,1-1 281,-1 1-2664,-5-2 3288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8:32.766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403 777 6353,'0'0'1488,"0"0"-1488,0 0 920,4 0-432,-4 0-215,4-4-113,-4 0 24,0 4 24,0 0-208,0-4 328,0 1 16,0-1 64,0 0 0,-4 1-16,2 1-392,-1 0 392,-3 2-136,1-4 96,-3 1-176,1-1-16,-1 0 0,1 4-120,-8 0 128,10 0 0,-13 0 8,10 0 17,-8 0-73,1 0-48,0 0 0,8 2-8,-13 4 24,12-3 48,-10 3-8,12-1 0,-14 1-8,5-1 16,8-1-8,-13 2-32,14-1 8,-10 1-8,10-1-8,-10 3 8,14-6-96,-2 3 128,-11 11-56,10-12 16,-10 2 24,10 1-64,-1 4-48,4-7 136,-5 1-48,1 10-48,1-10 48,-1 12-48,1-11-24,4-5-16,-4 12 80,0-5-88,3 10 32,-2-11 48,3 12-40,0-17-32,0 1 56,1 16 8,0-14 56,0 14-104,0-14 24,3 10-40,-3-13-16,4 5-96,2 10 160,-1-12-96,10 10-16,-12-10 0,-1-1 64,2 7-184,16-7-16,-14 3 16,16 0-40,-17 1 8,9-3 216,-7-3-144,7 4-96,3-1 48,1 1-112,-1-3-72,-3 1-48,-13-4 424,15 2-537,1 0-55,-1 0 56,3 1-40,-3-1-48,-9-1 624,1 0-608,8 1-168,1 0 31,-2-1-151,1 1-88,-3-2 984,-9 0-936,12 0-80,3 0 95,-3 0 169,-1 0 200,1 0-2664,-16 0 3216</inkml:trace>
  <inkml:trace contextRef="#ctx0" brushRef="#br0" timeOffset="1">975 929 7921,'0'2'1304,"0"0"-719,0 0-305,0-1-280,0-1 160,0 0-120,0 0-8,0 0 80,-2 0 104,-1 0 48,2 0-264,-4 0 296,-2 0-80,1-3-32,-1 3-40,-8 0-40,12 0-104,1 0 96,-6-4-48,-8 4 32,10 0-80,-10 0 8,2 0-8,13 0 0,-6 0-64,-13 0 104,12 0-24,-10 0 0,12 0-24,2-1 8,-8-2-24,4 3-32,-8 0 48,8 0-16,-8 0-40,12 0 64,2 0-16,-14 0-176,10 0-48,-1 0-120,1 0-80,-8 0-32,13 0 472,-2 0-544,-2 0-25,-1 0-31,2 2-24,3 0-40,0-1 664,0 0-648,-1 1-80,0-2 24,0 0-25,0 0 65,1 0 664,0 0-488,1 0 136,0 0-2520,0 0 2872</inkml:trace>
  <inkml:trace contextRef="#ctx0" brushRef="#br0" timeOffset="2">891 670 6089,'0'5'1616,"0"1"-456,0-1-1160,0-3 713,0 15-265,0-12-72,0 3-24,0 6 80,0-8 40,0-6-472,0 5 464,0 10-72,-2-9 16,0 1 24,0 8-80,1-13-352,0 1 369,0 5-121,-1 6 0,-2-8-64,2 10-64,-1-11-120,2-4 160,-2 15-88,1-10 104,-2 9-40,2-10-48,1 12 0,0-16-88,0 3 0,-1 16-16,0-12 8,0 10 8,0-10-16,1 0 16,1-2 88,0 0-64,-2 1 72,2 8-56,0-10-96,0 1 56,0-6-32,0 7-144,0-1 64,0-1-104,0 1-136,0-1-112,0-3 464,0 2-657,3 1-95,1-1 40,0 2-128,-1-5-72,0 1 912,-2-2-904,3 2-217,1 0-23,1 0-64,-1 0-48,1-1 279,-5 0 977,3-2-3904,-4 1 3904</inkml:trace>
  <inkml:trace contextRef="#ctx0" brushRef="#br0" timeOffset="3">1279 361 6329,'0'5'1888,"0"3"-527,0 7-745,0-10-288,0 12-152,0-3-72,0-6 0,0 10 112,0-11 160,0 14 40,-2-16-416,2-3 496,-2 20-64,-2-4-72,1-1-64,-1 3-64,0 2-40,4-20-192,-3 18 129,-1 4-57,-2-2 64,1 2 24,-1 0-8,4-13-152,-1 2 216,-1 11-120,1 0 32,-1 2-16,2-1 8,-1-5-120,2-16 144,-2 26-64,-1-5 16,2 1-64,-2 2-8,3-4-8,0-20-16,-2 16-32,-1 2-8,2 0 16,1-4-24,-1 0 24,1-8 24,0-3 16,-1 10-48,0-3-56,0-6 0,1 8-80,1-10 168,0-6-232,0 7-56,0 8-184,0-12-57,0 3-87,0-2-48,0-2 664,0 1-712,0 3-128,0-3-8,0 1-89,0-2-87,0-1 1024,0 0-1024,0 1-112,0-1 48,3-1 223,-3 0-2959,0 0 3824</inkml:trace>
  <inkml:trace contextRef="#ctx0" brushRef="#br0" timeOffset="447">1514 1 5841,'4'0'1600,"1"1"-360,12 5-479,-14 1-369,12 1-72,-11-1-320,-4-7 248,5 16 0,10-10 72,-11 11 88,1-12 24,12 13 16,-15-15-448,1 2 480,14 13-120,-12-10 0,12 12-88,-13-4-24,0-4-248,-3-9 209,14 15-49,-11-1-24,1 0-16,10 1 8,-15 4-8,0-19-120,3 14 152,3 5-72,0 0 56,-1 0 0,1 2-16,-4-12-120,-1 2 144,3 14-80,0 1 48,-1-1-56,1-1 8,-1-1-64,-2-22 120,-1 25-104,0 4 56,3-2 16,-3 1-48,0-5 48,0 3-32,0-5-80,0 5 32,0-3 8,0-1 8,-1-8-24,0-10 64,0 21-24,-1-3-56,0 0 24,-2 1 0,1-5 0,1 1 8,0-3-88,-2 2 48,1-4-48,-3 4 40,3-12 32,1-1-8,-2 11-56,-2-2-144,3-1-128,-3-1-128,1-3 464,5-11-696,-8 15-121,-6-10-103,6 11-344,-8-12-192,8 9-177,3-14 1633,-10 3-1840,10 4 216,-12-1-3033,17-7 4657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1T07:59:17.33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1 256,'0'0,"0"0,81-82,63-81,-136 153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9:18.035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247 1 5113,'0'2'1280,"0"-1"208,0-1-1488,0 2 1208,0 0-359,0 2-129,0-1-120,0 1-16,0 2 56,0-1-56,0 1 80,0-1-39,0 1-49,0 0-576,0-5 536,0 14-128,0-10 48,-2 3-24,0 8-16,0-10-40,1-2-376,-2 8 352,0-4-80,-1 14-16,2-8 16,-1 5-63,0-9-209,2-4 256,-3 14-8,1-1 64,-3-1-80,2 2-16,1 3-16,3-23-200,-4 25 96,0 3 8,1-1 24,1-1-64,0 0-8,1-16-56,0 6 80,-1 8-104,0 0 72,1-1-8,-1 1 40,0-5-80,2-14 104,-2 21-88,0-2-72,0-2-8,2 0 24,0-4 0,0-15 40,-1 13 8,-1 6-96,2-4 8,-2 2-64,2-3-64,0-9 208,0 1-232,0-4-128,0 15-72,-2-14-104,0 10-137,2-9 673,0-6-800,0 13-136,0-8-144,0 1-88,0 1-97,0-3-79,0-3 1344,0 2-1384,0-1-73,0 1 49,4-2 104,-4-2 264,2 0 1040,0 0-689,1 0 297,1 0 224,1-4-3600,-5 4 3768</inkml:trace>
  <inkml:trace contextRef="#ctx0" brushRef="#br0" timeOffset="495">497 587 7385,'0'6'1824,"0"-3"-1824,0-1 1409,0 15-721,0-12-280,0 3-184,0 8-64,0-11-160,0-4 168,0 13 80,-4-8-8,0 1 64,-1 10 40,-1-12-48,-8 10 24,8-8-103,-9 8-17,10-9-32,-1 10 8,-7-10-176,10-4 224,-5 16-40,-8-1 64,9-10-32,-12 11-32,14-3 32,1-13-216,-11 3 160,8 16-40,-10-7 8,10-6 16,-11 10-24,13-13-120,2-3 184,-15 15 16,12-12-128,-10 12 32,8-11 8,-8 8-112,16-14 64,-6 6 112,-10-1-40,10 1 0,-10-1 0,8 1-64,3-5-72,-6 2 112,5 0-152,-10 1 72,10-2 56,-8-2-56,9 0-32,4 0 160,-14 0-96,12 0-128,-5-4 120,-6 0-16,10 1 0,-2-12 41,-8 15-154,10-15 57,-1 12 32,-1-12 24,3 12-40,0 0 97,2-11-97,-5 10-73,2-13 41,1 12-96,1-12 128,2 15-240,-2-3-80,0-15-256,2 14-120,0-14-152,0 14-152,0 1 1000,0-10-1081,0 10-199,0-17-64,0 7-144,0 0-105,0 11 1593,0 3-1560,0-21 256,0 16 399,0-12 369,6 3-3232,-6 15 3768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9:18.948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547 1 5281,'0'2'1536,"-2"-1"-1536,2-1 1624,-2 4-479,0 2-425,0-4-200,0-1-120,0 5-56,2-6-344,-1 2 312,-1 1-56,-4 1 64,1-2 0,-3 0 24,4-1-344,1 0 432,-4 2-48,-8 3-39,11-1 39,-12-1-48,10 0-336,6-4 312,-16 5 8,8 1-80,-8-1 8,1 3-16,8-1 8,0-2-240,-6 5 280,-2-5-128,7 10 32,-12-10 16,6 10-8,3-10-192,7-3 240,-11 17 0,-1-3-88,1-1-24,-2-8 64,3 15-23,12-19-169,-13 2 192,-2 17-80,3-6-8,6 3 40,-10-1-48,14-8-96,1 0 128,-18 14 32,7-3-120,6 1 88,-8 0 8,11 0-136,4-20 56,-15 20 56,10 3-40,-8-1-32,8 2-24,0 2-32,4-21 16,-3 11 16,-2 12-80,1-3 24,1 1 120,1 0-48,3-10-32,0-9 120,-1 17-72,2 0-136,0 1-24,0-5-32,0 4-64,0-24 208,0 20-248,0-2-144,4 4 16,2-4-33,-1 1-71,10-1-32,-12-2-272,14-1-96,-13-3-80,14 1-97,-13-9 1057,-4-5-1128,19 16-96,-15-11-120,17 1-41,-3 0 33,-3-1 80,5-1 160,-1 1 287,4-4 305,0-2 256,1 0-3088,-25 0 3352</inkml:trace>
  <inkml:trace contextRef="#ctx0" brushRef="#br0" timeOffset="1120">798 426 7457,'4'0'2169,"2"0"-457,0 0-1712,6 0 896,-8-4-432,12 0-224,-10 4-104,12-3 104,-7 0-240,-7 2 296,1-3 72,14 1 57,-14-1-49,12 0 88,-12 0-32,10 4-40,-9-3-80,10 3-24,-10 0-48,10-4-8,-14 4-232,0 0 216,14 0-48,-10 0-24,12 0 40,-12 0 40,9 0-224,-14 0 192,3 0 112,13 2-159,-14 2 87,12 1-48,-11 1-48,1-1 80,10 3-200,-11-1 40,1 9 24,1-10-8,-3 5-72,-1-5 96,4 8-8,-1-6-88,-1 12-24,-4-5 16,4-1-8,-4-13 16,0 17-24,0 2-56,0 0 88,0 2-32,-2 0 8,-1-12 16,0 4 72,-2 12-128,-10 0-24,9-3 48,-10 3-24,10-5 56,5-16-40,-20 21 64,14 1-96,-13-1 64,5-2 48,-2-2-24,16-20-16,-14 18 48,0 0-152,-1 1 88,-1-3-8,-1-2 0,8-6 24,3-3 96,-9 10-88,-1-10-32,-1 15-16,-1-16 16,3 10 24,16-16-32,-17 6 48,1 8-56,-1-10 8,2 1 16,1 1-8,11-5 24,-2 2 24,-15 0-88,13-1-8,-12 0 64,12-2-48,-5 0 56,7 0 16,0 0-8,-2-4-104,-8 1 88,11-1-48,-1-2-16,4 6 72,-4-16-24,0 12-145,-1-10 97,2 10 0,1-11-16,2 13 88,0 0-24,-1-14-88,2 12 0,0-10 8,0 8 0,0 1 104,0 5-80,4-17 24,1 13-72,1-12 96,-1 12 8,1-11-8,9 10 24,-12-10-96,3 11 32,-1 1 48,10-3 24,-13 3 0,0 1 48,3-2-40,12 0-48,-12 1 24,12 3 16,-12-4 0,-4 4 0,15 0 16,-11 0-128,12 0 40,-12 0-8,17 2 8,-19-1 72,0 0-8,21 4-104,-9-1 16,-1 1 8,-8 1-8,10 0 96,-12-5-88,2 14-8,12-11-120,-3 3 40,-1 8-40,-8-10-56,-2-2 272,12 9-296,-10-7-168,12 10 40,-14-9-57,12 10 17,-13-11 464,0-2-456,15 15-160,-12-12-112,12 10-128,-12-10-112,8 8 968,-14-14-1049,4 6-23,13 9-48,-12-12 88,13 3 192,-12 1 239,1-4 601,6 1-320,-7 4 128,14-3 80,-15 1-3464,-5-6 3576</inkml:trace>
  <inkml:trace contextRef="#ctx0" brushRef="#br0" timeOffset="1121">1882 830 7681,'0'2'1608,"0"-2"-1608,0 0 905,0 0-449,0 0-200,-2 0-144,0 0-64,2 0 96,-4 0 64,0-4 88,-1 4 104,-2 0 40,-8-3 0,13 2-440,-2 2 392,-10-1-112,6 0 8,-8-4-23,8 4-33,-3 0-232,0 0 256,4 0-136,-15 0-96,7 0 72,1 0-40,0 0-56,13 0 72,-14 0 48,10 0-120,-14 2 48,12 0 16,-12-1-64,17 0 0,-3 0 48,-11 1-96,8 0-24,-8-2 72,10 2-8,-5-1 8,6 0 8,-1 4-80,-9-1-168,10-2-96,-1 1-152,-1-1-89,7-2 577,-7 2-640,1 2-200,1-2 24,-1 1-80,2-1-8,2-1 904,-1 0-849,1 1-111,-2-2-8,1 0 16,1 2 144,0-2 808,2 0-545,0 0 217,0 0 176,0 0 40,4 0-3600,-4 0 3712</inkml:trace>
  <inkml:trace contextRef="#ctx0" brushRef="#br0" timeOffset="1122">1718 571 5433,'0'2'1224,"0"0"96,4 3-360,-4-4-960,0 4 713,3 0-201,1 2-40,-4 1 64,0-1 72,4 0 112,-4 1-8,0 7-64,0-10-47,0 2-65,0 10-88,0-16-448,0 3 432,0 4-136,-2 10 8,0-12 8,0 12-120,0-15-192,0 0 272,-3 15-152,1-3 8,1-8 40,-1 13-8,1-8-160,2-9 176,-3 12-64,3-8-72,-1 15-16,0-5-24,-2-3 24,3-10-24,-1 11 40,0 0-128,-2 1 32,2 1 8,-1-3-56,1-5 104,2-3-72,-2 1-96,0 14-216,2-16-112,-2 14-216,0-12 712,2-7-912,0 15-136,0-10-265,0 1-95,0 8-176,0-12-137,0 0 1721,0 2-1664,4 1 296,0 1 447,1-3-3223,-5-3 4144</inkml:trace>
  <inkml:trace contextRef="#ctx0" brushRef="#br0" timeOffset="1760">2435 753 5129,'0'0'1072,"4"0"8,1-4-312,1 1-248,-3 3-520,-1 0 432,4-4-71,-1 0-73,-1-1 56,0-1 0,-4 2 24,0 4-368,3-5 408,-3-1-88,0 1 64,0-1-8,0 1-56,0 3-320,0 0 400,0-1-128,-2-3-80,1 0 40,-5 3-72,3-2-160,2 4 176,-4-4 1,-1 1-65,1 0 24,-2 1 16,-1-1 8,5 3-160,-9-2 184,7 3-72,-1 0 8,-10-3 56,12 3-48,0 0-128,1 0 160,-14 0-32,12 0-88,-12 2 80,12-1-8,-2 3-112,6-4 120,-13 4 56,8-1-128,-1 3 64,-10-1 8,14 1-32,1-1-88,-2 5 168,-3-7-144,-1 5 16,-6 6 40,8-8-48,2-1-32,3-3 88,-5 13-16,1-9-56,-1 8 40,1-8 48,-1 10-64,5-15-40,-4 4 56,0 11-56,1-10 8,1 9 72,1-10-16,1-1-64,0-1 64,-1 12-16,0-9-104,2 8 64,0-8 8,0-1-16,0-5 16,0 8 88,0 8-144,0-12 80,6 2 8,-3-1-56,-1-3 8,2 2 96,1 3-152,1-2 16,0 1 48,-1-1-48,-1-1 40,-2-2 48,14 2-8,-12-1-48,1-1 8,1 2 8,-1-2 0,-4-2-8,4 2-24,0-1-72,-1 1 48,0-2 16,-1 0-8,-1 0 40,0 0 72,2 0-120,-4 0-64,0 0 64,3 0-16,-3-3 64,0 3 8,0-4 0,0 4-48,0-4 8,0 1 16,0-1 32,0 4-16,0 0-8,-1-4-64,-1 4 0,-2 0 48,0-4 24,2 4 0,1 0 72,-5 0-40,1 0-72,-3 0 64,-6 0-40,8 0 16,6 0 16,-7 0 24,-8 2-128,10 2 144,-3 0-56,-7-1 0,14-1 0,-3 2 96,-3 0-192,-8 1 88,11 1 16,-1-1 0,-1-1-8,4-2 56,-12 3 0,10 1-48,-2-1 24,1 1 56,-1-1-40,6-4-48,-5 4 80,1 2-112,2-1 32,-1-1 16,1 1 16,0-3-32,0 1 136,-2 3-80,3-1-64,-1 1 56,0 1-40,2 5-8,0-12 32,0 3 40,0 1-112,0 1 88,4-4-40,-1 3 16,-2-3-24,2 2 80,1 1-152,1 1 56,1-1 40,8-1-32,-11-1 8,-2-2 88,14 1 0,-1 1-144,-8 1 88,14-2-24,-14 3-32,12-1 64,1 0-168,-5-2 64,1-1-8,2 1-56,-10-1 128,2 0-80,11 1-128,-1 0-72,1 0-24,0-1-80,-3-1 384,-14 0-464,19 0-72,-1 0-168,1 0-48,-2 0-41,0-3-63,-16 3 856,11 0-856,3 0-152,-3-4-40,-1 0-97,5 1 9,-10 0 1136,-4 2-1112,12-3 88,0 1 271,-12-1 265,17 0 248,-17 1 240,-4 3-3672,-1 0 3672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1T07:59:21.342"/>
    </inkml:context>
    <inkml:brush xml:id="br0">
      <inkml:brushProperty name="width" value="0.05" units="cm"/>
      <inkml:brushProperty name="height" value="0.05" units="cm"/>
      <inkml:brushProperty name="color" value="#57D200"/>
    </inkml:brush>
  </inkml:definitions>
  <inkml:trace contextRef="#ctx0" brushRef="#br0">1 482 6209,'3'0'1648,"1"2"-79,-2-1-1569,1 0 1008,12 0-472,-11 1-208,11 0-72,-12 0 32,12 0 56,-10-2 88,12 2-16,-13-1 72,12 1 49,-12 2-17,1-4-520,6 2 480,-5 3-120,14 1-56,-5 9-40,-10-12 24,18 5 56,-18 8-56,17-10-8,-7 8 24,-10-6-72,17 8 24,-20-15-256,11 13 208,-7 1-128,14 1 88,-15 3-24,14-1-7,-17-10-137,1 2 160,16 11-160,-16 3-24,3-2 48,-1 1-8,0-1-16,-4-18 96,4 24-24,1-4-72,-1 5 24,-1 1-40,-4-1 24,0-23-8,0 19 32,4 3-128,-4-2 80,0-1-16,0-1 64,0-9-32,0-4 96,0 13-24,0 0-104,0-2 32,0 0 16,-2-2-56,-2-1 88,-1 1-136,-3-2 48,1-1 48,-9-1-32,14-11 24,0 5 56,-6 5-168,-8-8-24,10 11-65,-1-10-151,-4 4 352,7-8-408,-1 4-160,-12 10-192,12-12-96,-10 10-72,10-12-121,3-4 1049,-11 5-1080,7 1-120,-8-1-56,10-1-17,-2-2 1,-1 0 1272,0 0-1248,3-1 144,-2 1 271,1-2 313,-2 0-504,1 0-1856,6 0 2880</inkml:trace>
  <inkml:trace contextRef="#ctx0" brushRef="#br0" timeOffset="536">727 0 6553,'0'2'3057,"0"3"-1153,0 10-904,4-9-448,-4 6-552,0-8 352,3 2-176,-3 14-56,0-13 80,-2 14 33,1-14 111,0-6-344,0 16 376,-1-2-88,-2 2 32,-1-1-88,1 1-32,1-9-200,1 0 224,-4 11-128,-1 1-64,-1 0-16,3 2 32,0-2-48,4-18 8,-4 18 56,-1 2-32,1-1-40,-1 1 64,1-4-96,4-12 40,-2 8-32,-1 7-136,-1-7-48,-1 3-32,3-1-80,-1-6 328,2-3-424,-2 10-192,-1-1-169,1-9-215,1 10-112,1-12 1112,2-4-1240,-2 13-65,-2-8-39,2-1 48,1 3 200,-1-1 303,1-4 793,2-1-456,-1 4 224,0-2-3504,0-4 3736</inkml:trace>
  <inkml:trace contextRef="#ctx0" brushRef="#br0" timeOffset="537">900 210 8393,'0'0'1761,"0"2"-777,0 3-416,0 1-320,0-4-248,0 1 136,0 3-104,0-3 48,0 1 144,0-2 8,0 0 80,0 0-40,-4-1-88,0 1 40,-1 2-64,-1-2 8,5-2-168,-3 2 169,-2 1-113,1 1 16,-10 1 16,11 1-8,-4-4-80,2 0 144,0 1-56,-1 3-80,-12-1 40,14 1-24,-11 1-24,15-7 40,-4 6 24,-12 1-64,10 0 56,-10-1 0,12 1 32,0-5-88,-5 2 104,7 3-120,-5 8 24,-7-11 48,12 1-24,-1-1-32,2-2 136,-1 3-32,-1 1-24,0-1 32,2 1-8,1-1-16,0-4-88,0 2 112,1 1-64,0-1 72,0-1 40,0 2-24,1-3-136,1 0 200,4 2-112,-1 1-40,1-2-56,9 0 16,-10-1-8,-5-1-8,15 2 32,-10 0-32,17 0-24,-7 0 16,2 0-8,-16-1 24,3 1-48,20 2-88,-7-2-48,-3 0-24,7-1-72,-12 2 280,-4-2-328,14 1-128,-3 2-152,1 1-113,1-3-143,-3 2-240,-14-4 1104,16 3-1328,2 1-225,-3 0-39,1-2 160,-1 1 360,-9 0 1072,3 0-641,8 2-3399,-18-5 4040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0:38:14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13741 143,'-50'-3,"-62"-9,-39-3,-271 14,196 2,206-2,-1-2,2 0,-1-1,-37-14,-21-4,-153-12,145 22,45 5,-64-2,-541 10,611 1,-54 9,-9 2,-40 2,82-7,-66 1,-472-11,565 4,-54 9,-7 2,-78 4,46-3,18-2,-91 6,-471-18,305-1,310 3,-57 10,-42 2,-612-12,363-4,185-13,3 1,135 13,-127-15,134 7,0 4,0 2,-92 9,51 7,-31 2,-499-12,332-5,-1836 2,2093-3,-60-9,-39-3,-29 16,-70-2,141-13,65 7,-46 0,-700 5,383 4,-16-2,398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13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317 277 7945,'0'0'1192,"0"1"225,0 1-129,4 4-248,-4-4-1040,0 1 808,4 1-199,-4 1-161,3-1-48,-3 0-24,0-1-376,0-3 400,0 4 48,0 2 56,-1-1-8,-1 1 24,-2-1-48,3-3-472,-2 4 449,0 1-73,-3 8-32,2-10 56,-1 1-64,2 2-336,0-2 368,-4-2-40,0 2-112,-8 8 56,11-10-48,-3 1-40,6-4-184,-13 13 224,9-10-96,-10 1-8,9 1 16,-8-1-48,12-3-88,-2 2 96,-3 1-8,-10-1-16,12 0-8,-10-2-16,11-1-48,3-1 56,-14 4-8,9-2-32,-8-2 24,8 0-64,1 0-8,2 0 32,-9 0 48,8 0-96,-3-4 48,0 1 8,-1-3-8,4-2 0,1 1 40,-5 7-32,3-5 24,-1-12-56,1 14 56,0-2-32,4 4 32,-2-15-16,-1 12-48,2-13 16,0 12-40,1-14 56,1 18 0,0-3 24,0-14-56,0 12 48,0-12-8,3 12 16,1-9-24,-2 8 32,3-8-8,1-1-40,-1 1 24,1 10 0,9-17 40,-15 20-48,3 0 40,3-17-104,12 14 48,-12-15-8,8 14 8,-11-3 16,0-2 40,13 5-24,-10-8-32,10 8 16,-10-8-16,9 9 16,-12 4 48,3-14-8,10 12 24,-12-3 0,11 1-64,-10-1 0,-1 5 0,9-3-24,-9 0 0,12 0 8,-12 1 80,1 3-15,4 0-49,-3 0 128,-6 0-48,6 0-16,-3 0 24,3 0-64,-1 1-24,-5-1 104,6 2-56,-1 4-48,1-1 112,-3 1-72,1 1 56,-2-4-96,2 1 160,1 11-136,1-9 56,-3 8 0,1-8 8,-1 8-88,-2-10 160,2 11-40,1-8 16,0 12-64,-4-12-16,0 10 32,0-15-88,0 3-16,0 13-8,0-10 16,0 10-8,0-11 40,0 3-24,0-3 56,-2 0-32,-2 10 8,1-12-24,-3 3-16,1 6 8,5-13 8,-6 4 0,-9 2-64,12 8 104,-3-9-8,-9 1-40,14-5 0,-1 3 24,-13 1-64,10-1-16,-1 3 56,-11-3 24,14-1-24,1-2 32,-15 3 40,12-1-136,-10 0 80,10-3 8,-10 3-48,14-4 24,-4 2 72,-2 0-96,-8 2-32,12-3 48,-5 1-16,2-2 24,-2 0 8,6 0-16,-4 0-16,-1 0-8,1-3 32,2-2 0,3 4 8,-5-3-16,1 1-48,-1-1 0,1-2 24,1 1 32,4 1 0,-2-10 48,0 10-72,1-13-16,-1 12 0,2-12 0,0 14 40,0 1 16,0-17-16,0 14-24,3-14 16,1 14 16,0-13 0,-4 17-8,3-13 32,1 8-104,0-16 72,1 8-32,10 8 16,-13-1 16,0-4 72,3 5-104,1-10 64,-1 12-72,1-11 24,-2 12 16,-3 3 24,5-15-48,9 11 48,-12-11-32,3 12-24,8-3 32,-11 5 0,-2-1 0,3-4-56,1 2 48,1 1 56,-1-1-40,-3 2-8,0 0 128,2 2-80,1 0-64,-1 0 0,0 0-32,-1 0 48,-3 0 8,4 0 0,-4 2-24,4 0 16,-1 0-16,1 2 24,-3-3-8,2 3 56,-3 2-64,0-1 0,3 2 24,-3 8 32,0-11-48,0-2 80,0 3-32,4 12-64,-4-12 8,0 10 8,0-10 8,0-4-8,0 15 80,0-11-120,0 12 40,-2-11 40,0 12-56,1-15 16,0 1 32,-4 15-8,1-14-48,1 12 40,-3-12 8,1 9-24,5-11-16,-8 4 8,1 12 8,-1-12 16,1 8-16,0-10 8,5-1-8,-4 7 0,-1-6-56,-8 3 24,12-1 48,-5 8 0,0-14-16,2 0 56,2 6-32,-3-1-64,1-1 16,-1 1 24,1-1 0,6-5 16,-5 4 32,-3-1-80,3-1-8,-3 0 24,3 0 8,-1 0 16,3-2-24,-1 0 32,0 0-32,1 0 16,1-3 0,2 2 0,-4 1-32,2-4 0,1 1 40,1-3 32,0-8-48,0 13 8,0-2 8,0-3-96,0-10 56,0 12 8,0-11 16,0 12 8,0 1 40,3-17-48,1 14-8,-4-13 32,5 3 8,1 10-24,-6 4 16,5-19 56,1 15-88,-1-12 8,1 12-40,-1-14 16,0 15 32,5-7-8,-6 6-32,1-12 24,1 12 24,10-1 40,-13-5-48,-2 6 24,5 1-40,8-11-24,-10 12 16,0-3 16,1 1 64,-4 4-56,4-4 8,0 0-72,1 1 72,-1 0 16,-1 1-32,-2 3 8,0 0 48,1-4-72,1 4 16,0 0 16,-1 0 16,0 2-24,-2-2 64,-1 2-64,0-1-16,0 5 56,4-2-48,-4 1-8,0-4 16,0 4 40,0 0-104,0 3 48,0 6 0,0-10 32,0-1-16,0-1 24,0 15 32,-2-13-16,0 10-40,0-8 24,-1 10-24,3-16-8,-4 15 48,0-9-48,-1 12 16,-1-12 0,1 10-8,3-13 0,-2 2 24,-1 13-56,-10-11 80,9 12-8,-1-12 8,-5 7-48,7-10 80,0 4-88,-10 8 32,10-8-16,-12 10 16,12-12 8,4-6-32,-13 16 16,8-10-40,-10 1 24,10 8 16,-1-10 24,3-2-40,1 0 72,-5 2-64,3 3 32,-1-3-48,1-1 48,0-3-40,4 0 48,-1 0-64,1 1 48,-1-2-16,0 0-8,0 0 24,1 0-32,1 0-48,1-5-16,-1-1 48,0 3 40,0-1-24,0 2 32,0-14 24,6 12-64,-3-15-40,3 14 64,-1-13-16,-4 17 0,13-4 0,-10-13-32,1 12 16,1-16 8,8 6-24,-12 8 32,0-1 88,4-8-96,10 3 80,-12 8-8,1-16-56,9 18-8,-11 3 24,1-21-96,1 16 32,10-14 0,-12 5 8,3 10 40,-2 0-8,9-11 0,-10 13-64,3-3 80,8-9-16,-14 15 8,4-3-8,-2 1 64,2-4-56,-1 3-48,1-1 48,-4 4 8,0-4-16,0 4-24,0 0 32,0 0-32,4 0 16,-4 2 48,0 0 0,0 0-40,0 2 24,0 1-56,3-1 0,-3-1 24,0 3 16,0-2-8,0-3 32,0 14-8,0-9-16,0-1 8,0 10-8,0-10 32,0-4-40,4 15 0,-4-11-48,0 12 96,4-10-72,-4 10 16,0-13 8,0-1 40,0 14-40,0-12 0,0 10 24,0-8 16,0 9-40,0-15 0,0 5 24,0 1-24,0 8 8,0-14 8,0 7 0,-1-7-16,0 3 48,-3 4-64,0-3-8,1 3 32,-1-3-8,0 0 0,3-3 48,-5 6-16,1-3-40,-1 1 16,1-1 0,-1 1 0,6-6-8,-7 5 8,1 1-32,-1-2 8,-1-3 40,3 1-24,2-1 0,-1 0 16,-2 1-32,1-2 16,-3 0 8,3 0 8,0 0-16,4 0 0,-4 0-24,-1 0-40,1-6 0,1 3 0,-2-3 40,6 3 24,-1-9 0,-1 9-32,-2-3 0,2-8 0,0 10 48,1-5-16,1 3 16,0 1 16,0-12-72,-2 12 0,2-14 8,0 14 32,0 5 8,0-21 0,0 16-32,3-15 32,-3 14-24,6-12 48,-5 16-32,2-2 56,2-14-72,1 12 0,-1-12 0,1 12 0,-2-6 16,-3 6 24,14 1-8,-15-14 8,15 15-24,-12-10-16,3 10 32,-4 3-16,10-3-8,-8-11-32,2 11 32,-1 1 48,10-3-24,-13 4-16,0 0 24,3-1 8,1 3-128,8-4 80,-14 0 0,14 4 16,-13 0-16,-1 0 80,6 0-104,-1 0 80,1 0-24,-3 2-16,-1-1 0,2 2 48,-1 1-72,1 1-8,-4-1 32,4 1 0,-4 0 0,0-2 32,4 4 8,-4 0-48,0 8-16,0-10 40,0 12-32,0-16 16,0 4 0,0 11-40,0-10 32,0 12 16,-2-11-8,0 1 0,0 1 56,-2-2-56,-1 12 0,-3-14-16,3 10-16,-7-10 32,9-5-8,-2 15-8,-3-8-48,-6 10 112,8-11-40,-1 1 40,3-5-48,-7 3 64,6 3-128,-1-3 40,-1 1 0,-8-1 56,14-1-32,0-2 72,-4 1-32,-3 1-32,3 0 16,-1-2 8,1-1-32,5-1 48,-6 0-56,1 0-56,-1 0 8,1 0 16,1 0 8,3 0 32,-2 0 8,0-3-56,1-3 16,0 1 72,0-1-32,1-5-8,0 7 32,1 1-8,0-3-88,0-14 48,0 15 32,4-12-32,-4 14 16,4-9 64,-1 7-112,1-15 8,0 14 64,1-16-32,-2 19 8,0 0 40,11-19-16,-10 17-40,2-15-16,-1 14-8,11-13 40,-15 18-16,2-5-8,14-14-24,-12 16 48,10-10-40,-11 8 16,-3 5 24,12-12 24,-9 9-80,2-11 32,10 11 16,-12-1-32,6 1 40,-5 2 56,-2-3-56,3 1 16,9 1 24,-15 3-48,5-4 56,-5 4-48,4 0-8,-1 0-40,1 0 48,0 2 0,-4 1 8,1-1-8,1 0 72,2 4-88,-4 1 24,4 0 24,-4 8-24,0-12-8,0-2 40,0 6-48,0 10-56,0-12 88,0 10-8,0-10 16,0-1-32,0 7 56,-2-4-96,0 12 8,-3-12 16,1 11 32,1-14-16,0-2 40,-2 15-8,-1-12-16,-1 2-8,0 10 16,-1-11-16,8-6-8,-7 7 24,0-2-72,-1 3 48,1-3 8,1 3-8,4-6 0,-3 3 48,-1 0-72,-1 3 56,2-3-16,-1-1-24,2-3 8,3 0 80,-5 1-112,1 1 8,1 1 48,0-2-64,0 0 0,4-2 40,-3 2-40,1-1-152,0 1-48,-2-2-160,1 2-240,1-2 640,0 0-800,-2 0-313,1 2-255,-3-2-288,3 0-321,-1 0 1977,4 0-2296,-2 0-241,0 0 57,0-4 575,1 4 617,1 0-3153,0 0 4441</inkml:trace>
  <inkml:trace contextRef="#ctx0" brushRef="#br0" timeOffset="1074">258 240 7121,'0'0'480,"-1"0"120,1 0 168,-2 0-23,2 0-57,0 0-48,0 0-104,0 0 0,0 0 8,0 0 8,0 0-552,0 0 600,0 0 1,3 0-17,-3 0 0,4 0-8,0 0-32,0 0-56,-1 0-104,1 0 16,0 0-24,-1 0-32,0 0-344,0 0 385,2 0-113,1 0 8,-1-4 40,1 4-24,7 0-296,-10 0 320,1 0-16,11 0-56,-12 0-8,14 0-8,-12-4 0,14 4 16,-4-3-64,1 3-16,1-4 0,-1 4 32,-5-2-200,-3 0 240,10 2 16,4 0-55,0-3-17,2 3 32,1 0-216,-24 0 160,25 0 48,1 0-64,3-4 0,-1 4 32,4-4-24,-21 3-152,9-1 176,16 2-104,-2 0 72,2-4-16,-1 0-40,-6 4-88,-21 0 160,31-3-96,1 3-48,1-4 88,1 0-96,1 1 32,-41 2-40,38-4 40,3 1-72,0 1 112,0-1-48,0 0 48,-21 4-80,-2 0 96,27-3-16,-2-1-72,4 4 24,-2-4 16,-6 1-48,-38 3-8,42 0 120,-4 0-96,-2-4 8,1 4-24,-3 0 0,-27-1 0,13-2 8,11 3-64,-3 0 64,-3 0-8,2 0 32,-12 0-32,-10 0 56,17 0-40,-1 0 8,-3 0 24,0 2-64,-1 0 16,-20-2 0,18 2-40,-3 0-64,1 0 104,1 1-56,-3 1-8,0 0 24,-10-1-80,14 3-16,-14-1 40,10 1-24,-10-3 120,-5-3-136,6 2-8,11 2-96,-12 0 24,1-1-24,8-1-24,-14-1 264,0 0-304,4 1-152,0 0-17,-1-2-71,1 0-120,-2 0 664,0 0-704,1 0-96,-3 0-144,0 0-32,0 0-65,0 0 1041,0 0-1168,0 0-72,0 0-137,-1 0-127,-1-4-120,-2 4 191,2 0 1433,-2 0-1056,-1-4 336,-1 1-3441,6 3 4161</inkml:trace>
  <inkml:trace contextRef="#ctx0" brushRef="#br0" timeOffset="2350">2506 216 9410,'0'2'1144,"3"1"-128,1 3-336,-4-1-232,1-3-448,2 0 312,-3 4-112,3-1 56,-3 1 104,0-1 65,0 1 151,0-5 0,0 3-40,0 2 24,0-1-56,0-1-8,0-3-496,0 3 440,0 2-64,-2-2 0,1 1-63,-1-1-17,-2-1-296,2-1 280,-3 2-24,-1 2 0,1-1 32,-3 1-8,-6-1-280,14-5 240,-6 6-24,-9-1-40,8 2 8,-10 1 8,12-3-16,-2-3-176,-4 2 224,3 1-88,-10 1-24,10-2 40,-12 1-80,15-2-72,3-2 120,-18 1 24,12-1-64,-10 1 40,11-2-40,-12 0 8,18 0-88,-3 0 80,-13 0-80,12 0 80,-10-3-24,9-1 33,3 1-89,1 0 136,-13-2-80,11-10-56,-3 11 0,0-1-24,0-10 24,6 13-16,-6-1 72,1-12-56,1 11 48,-1-12 16,3 10-40,2 1-24,-2-8 48,1-2-72,2 0-32,-2 1 64,2-1 0,0 11-8,0 3 56,0-22 0,6 18-40,-2-13 0,10 3-16,-10 0 16,-4 14-16,15-16-16,-10 2-24,12 10 96,-12-16 0,16 16 8,-15-3-64,2-1 72,7 6-136,0-3 8,1-11 0,-1 14 32,-1-2 24,-12 4 32,15-13 0,-2 14 32,3-6-80,-3 2 32,1 4-24,-12 0 8,7 0-48,4-3 24,-10 3 16,16 0 8,-16 0 8,6 0-8,-4 0 80,-3 2-96,11 1 72,-11 3-40,1-1-40,9 1 24,-13-6 40,2 14-104,3-10 56,-1 4 8,-1 6 0,0-8 16,-3-4-16,1 3 0,-2 12-48,4-10 0,0 10 32,-4-10 8,0 8 8,0-10 40,0 3-16,0 10-72,0-3 64,0-8-8,0 11 16,0-17-24,-2 6 48,-2 11-80,-1-11 40,-1 14-32,1-7 24,1-11 0,0 0 56,-3 15-72,-8-12 40,12 10-40,-5-10 0,-6 6 16,12-9 24,-4 2-24,-1 10 56,-10-12-40,12 3-24,-12 1 32,12-1-40,-12-1-32,12 1 48,-12-2 0,12-1 16,-7-1-16,7-2 80,0 2-40,-10 0-16,9-2-48,-8 0 32,8 0-32,6 0 24,-15 0 8,12 0-8,-3 0 8,-1-4 0,1 0-40,3 3 32,-1-1 40,-2-4-88,3 1 8,-3-10 72,3 11-64,0-7 32,2 8 56,-3-3 8,1-12-72,1 12 72,0-10-64,0 10 32,2 2-32,0-12 48,0 10-88,0-16 16,0 6 24,0 1-48,2 12 48,0 1-32,1-19 8,1 7 48,0 8-32,1-14 104,1 14-96,-6 6 0,5-18-16,10 12 8,-9-12-24,-1 14 104,13-12-48,-16 14-24,0 0 104,13-3-96,-10-1 64,12 1-56,-12-10 8,8 15-24,-9 0 80,0-4-96,12 4 48,-10-3-48,10 3 40,-10 0-16,-4-1-8,12-2 32,-8 3-48,9 0 8,-12 0 8,14 2-16,-15-1 16,-1 0 48,14 4-64,-11-3 8,1 3 8,-1 1-40,2 1 24,-3 8 0,1-9-32,0 8 56,-4-6-24,0 12 48,0-18-32,0 3 16,0 15-56,0-5 8,0 0-32,-2-1 24,-2-4 40,2-5 48,-3 12-48,-1 3 8,1-3-16,-1 1 16,1-2 32,4-15-40,-13 6 16,8 15-32,-10-6-16,10-1 48,-8 2 24,11-11-40,0 2 64,-12 0-48,10 10-16,-13-12-8,12 10 24,-8-11-16,11-4 40,-2 13 16,-12-10 32,12 3-32,-10 1 32,10-1 0,3-6-88,-2 4 40,-11 0-8,10-1 24,-1 0-16,-1-3-32,4 1-8,1-2 24,-4 2 0,0-2-48,1 0 48,1 0 16,1-3-40,3 2-16,-4-2 64,2-3-80,0 1 48,0-10 40,2 11-40,0-1-16,0-4 88,0 3-128,0-12 0,0 12 24,0-14-24,3 16 40,-2 2 56,-1-20-48,6 2-40,-3 4 40,3-3-24,-1 1 40,-1 3 48,2-1-104,-1-5 24,10 3 0,-12-2-8,0 10 16,0 1 40,12-7 0,-12 1-48,3 0-16,9 10 48,-12-15-24,-3 18 32,6-15 0,8 12-32,-10-14-16,2 14 8,8-10 80,-13 15-72,2 0 32,3-5-40,-1-1 0,1 1-40,-1 1 72,-2 4-24,-2 0 8,2-4-16,1 4 32,0 0-48,-1 0 48,-1 0-24,0 0-40,-2 2 0,0 2 16,4 1 8,-4 1 32,0-4-16,0 1 0,4 3-48,-4-3-8,0 5 8,0-3 40,0 8 8,0-11 8,0 4 0,-2 8-40,0-8 32,-2 9 24,-1-10-48,4-1 24,0 9 56,-3-8-104,0 12-24,-1-12 80,1 10-40,1-12 32,1-1 48,-4 13-24,3-8-40,-3 8 24,1-9-24,-10 8 16,15-14 40,-4 6-40,-1 1-40,-10 8 48,11-10 0,-1 1 56,-1-3-64,-3 1 56,5 2-72,-3-1-16,-8 1 40,10-1-32,-1 0 24,4-4 40,-5 3 24,-8-1-96,12 1 72,-3-2-40,-1 0 56,6-2-56,-4 3 56,0-1-72,-1-2 24,1 0-8,1 0 24,2 0-24,0 0 64,0-4-32,-1 4-8,-1-5-72,0 1 32,3-1 16,1 5-8,-2-6-8,0-8 16,2 10-32,0-2 48,0-8-24,0 13 8,0-2 24,0-3-40,0-12-8,4 13 16,-1-12 32,1 11 24,0-10 0,-4 10-96,5-10 40,-1 12-16,1-11-24,1 12 56,-1-14-120,1 14 96,-1-14 8,1 12 0,0-2 8,3-1 48,-6 4-72,3-1-16,-1-1 16,10-9 16,-12 12 8,-2 3-24,4-4 32,1 0-24,9 1-32,-15-1 56,5 0 0,-2 4-8,9-3-8,-9 3 16,12-4-40,-11 4-8,1-4 8,4 4 32,-3 0 32,-2 0-40,1-3 72,10 3-32,-11 0-24,-1 1-8,-3-1 24,6 2-88,-1 0-8,-1 0 16,0 2 8,-4-1 16,0-1 32,0 2 24,0 1-72,0 10 8,0-9 16,0 1 16,-2 5 8,2-8 48,-4 0-48,-1 11-8,-3-10-24,1 10-24,-8-9 64,13-6-8,1 16 0,-7-9-40,-7 8 48,10-7-24,-2 8 16,-8-10 40,9 12-48,-1-12 64,-10 1-24,12 8 0,-2-10-32,7-5 48,-15 6-56,9 8 24,1-10 32,-10 2-24,11 1-8,3-5-16,-3 1 8,-2 3-24,-1-1 40,2 1 40,-1-2 8,2-2-72,3-1 80,-5 3-32,4 0-72,-2-2 32,3-1 0,-1 1 32,2-2-40,-2 0 64,2 0-104,-2 0 32,2 0-16,0 0 16,0 0 8,0 0 32,0 0-72,0 0 8,0-3 32,0-1 32,0 1-32,0 2 48,0-3 0,4-1 40,-1 1-112,1-1 40,0-1-24,-3 5 8,2-3-104,2-11-8,1 15 40,8-15 16,-10 12 32,-1-1 24,-1 2 88,13-13-88,-9 12-16,10-3-8,-10-9-16,8 12 40,-14 3-32,4-15 0,13 11-56,-14-1 16,14-1 40,-13 1-24,1 4 56,4-2 40,-5 0-128,2 3 40,8-4 16,-14 4-8,4 0 40,-2 0 40,1 0-64,1 0 48,0 2-56,-4-2 32,0 5-40,0-1-24,0 1 16,0 1 40,0 1-16,0 1 24,0-1 24,0-2-32,0 1-16,0 9 0,0-10 8,-2 8 16,2-11 32,-2 3-8,-2 12-32,1-10 16,-3 10-40,1-12 48,-1 12 0,-1-10-72,-8 12 48,10-12 8,-1 10-8,-5-14 8,6-1 56,-1 4-40,-1 8-48,-12-10 24,14 2 0,-12 1-16,17-7 24,-7 5 0,-8 1-64,10-2 16,-10-3 16,9 1-176,4-1 208,-1 0-312,-4 1-264,1-2-257,0 0-63,1 0-240,0-3 1136,4 2-1232,-4-4-137,-1-1-231,5-8-120,-3 10-257,2-11-79,2 14 2056,0-1-1633,0-13 425,4 9-3281,-4 6 4489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17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7673,'4'0'560,"-4"0"-560,3 0 712,12 0 25,-11 0-25,1 2-72,14 0-8,-14 0 16,12 0 0,-12-2 40,16 2 9,-16-1-1,13 1-696,-16-2 680,15 0-96,-1 2-72,3 0-24,-1-2-96,2 2 16,-14-2-408,10 2 416,8-1-87,0 1-25,4 0-32,-1 0-24,-8-2-248,-8 0 232,18 2 32,4-2-40,-1 2-24,3-2-48,-1 0 24,-31 0-176,31 0 160,1 0-48,4 0 96,-2 0-32,1 0 0,-20 0-176,5 0 176,15 0-88,5 0-32,-1 0 0,-2 0 16,-5 0-72,-26 0 88,32 0 24,1-4-40,0 4 56,1 0 0,-1-4-24,-34 4-104,25 0 128,7-3-80,0 3 0,3 0 0,-3-4-8,-16 4-40,-6 0 88,25 0-40,-1 0-24,0-4 40,1 4-80,-1 0 56,-2 0 25,-1 2-73,1 0 80,-3 2-8,4-1-56,-27-1-8,10 0 48,13 3-128,2-1 48,-1 2 32,-1-1-24,-10-1 24,-19-2 80,27 3-56,-2 3-16,-2-3 16,1 2-8,-3-1-40,-26-6 24,22 4-40,0 1-8,1 1 56,-2-1 16,-2 1 8,-10-3-32,0-1 24,6 4 8,1-1-112,-1 1 56,-1-1-32,-4-3 56,-12-2-145,14 6 49,-9-3-88,12 1-32,-12 1-40,-1-1-40,10 2-80,-15-3-136,3 1-32,1 0-128,-4 1-48,3-2 720,-2-2-801,-1 4-223,0 1-144,0-2-168,0-1-97,0 3 1433,0-6-1400,0 3 80,0 1 104,-2 0 263,-4 0 313,3-1 248,0-1 392,0 0-160,-2 0-160,-1 0-3657,6-2 3977</inkml:trace>
  <inkml:trace contextRef="#ctx0" brushRef="#br0" timeOffset="1220">2688 299 6937,'0'0'1688,"4"1"-1688,-4 0 616,4 2 9,-4 3-121,3-3-16,1 3-88,0-2 40,-4-3-440,0 1 496,0 0 8,3 2 88,-3 1 72,0-1 17,0 0-681,0-2 688,0 1 16,0 3-88,-1-1-24,-3 1-56,-2-1-104,6-4-432,-5 4 392,-1 2-119,-8 1-9,8-1-32,-10 0 8,12 1-240,0-1 240,-14-2-56,11 1-24,-16 9 16,7-12 8,1 4-184,13-6 168,-16 6 48,0 0-72,-1 1 40,1-1-64,-2-1 8,14-5-128,-9 1 112,-5 4-120,2-2 88,-1-1-16,3-1 0,3-2-64,7 0 96,-10 0-16,1 0-40,0 0-8,8 0 32,-11-5-40,17 4-24,-4-4 16,-11-10-64,10 12 56,-1-12 24,-8 9-24,11-14 64,-1 15-104,1-14 32,2 14 24,1-17 0,1 10-24,0 9 72,0-15-32,3 1-32,3 0 16,8 1 24,-10-2-40,0 14-8,9-11 64,-8-3-96,17-2 16,-16-1 56,18 1-8,-13 9-32,-4 4 96,11-12-56,-1-1-16,1 4-8,1-1-8,-3 12-8,-16 4 32,19-19-32,-1 15-80,-1-14 56,3 14-8,-2-12 0,-12 16 32,7-1 8,5-4-64,-1 1 48,1-1 40,-1 1 8,-4 2-40,-8 2 48,11 1-40,-1 0-48,0 0 40,-10 2 16,12 0-16,-15-2 0,0 1 40,3 5-64,1-1 56,-1 10 0,1-9 0,-4 1-32,1 0 32,1-1-64,-4 9-32,0-8 24,0 11 48,0-6-8,0-9 24,0 12 24,-2-1-48,-3 1-40,-1 0 40,-1 1-16,4-12 16,-9 9 8,6 4-8,-1-1-40,-9 1 80,10-10-48,-5 6 8,5-6 32,-1 8 16,-9-8-72,8 13 64,-10-12-8,10 8-8,8-15-24,-18 4 48,3 11-88,8-10 64,-13 1 16,5 1-16,12-5-24,-1 1 104,-17 2-64,7 1-40,-1-2 56,8 1-16,-8-5-40,11 0 40,-1 2 32,-12-1-120,12 0 32,-12-2 48,12 0-16,-10 0 64,11-4-112,-3 1 16,1-3 16,-1 1-8,4 2 8,1 0 72,-4-11-64,1 10 16,1-2-40,2-12 8,0 12-8,0-14 24,2 15-32,0-16 32,0 7 32,4-1-48,-3 10 8,2-5 49,0-4-74,3-3 42,9 1 15,-12-1-16,10 6-16,-9 7 64,-1-1-32,14-17-48,-13 16 40,14-14 8,-12 14-32,-6 6 0,16-18 32,-10 12-88,12-8 72,-12 10-32,10-1-16,-13 2 32,0 0 16,13-2-80,-10-1 0,12 1 64,-14 1 16,10 1-16,-12 2 24,4 1 0,9 0 40,-12 0-80,12 2 8,-11 2 8,-3-3 0,3 1-32,2 2 8,-1 2 0,1-1 24,-1 1-8,-2-2 8,-2-1 40,-1 12 24,0-10-88,0 12 16,0-10 8,0 11 0,0-18-16,0 15 24,-2-7-56,-3 12 32,-1-13 24,-1 12 8,4-13-16,-2 2 56,-2 7-80,-8 1-32,12 1 40,-12-2 16,10-4 0,4-8 48,-13 3 0,6 12-48,-6-12 16,8 12 8,-11-10 24,14-7-48,-1 16 80,-12-11-64,10 8 0,-10-8 32,10-1 24,-4 0-72,3-2 104,2 4-32,-12 0-16,12 1-16,-2-3 0,-9 0-40,15-4 64,-5 2-8,-1 1-48,-8-2 8,12 0-32,-3-2 0,4 0 16,-3 0 8,-3 0-56,3 0 8,-1 0 48,3-6 0,0 2-8,2 3 48,-3-5-24,3 1-96,-1-10 56,0 11 0,0-1 40,2 4-24,0-13 64,0 10-128,0-12 80,4 10 8,1-14-32,1 15 72,-1-16-64,1 16-8,10-17 16,-10 7 8,8 2-16,-12 11 24,4-12-24,12-3-16,-12 2 24,12 10-16,-3-17-24,-14 20 32,3-2 8,15-14-64,-14 12 0,16-12 40,-16 14-48,13-10 88,-12 10 8,12 0-56,-12-1 24,14 1-48,-14 0-8,-6 4 56,20-3-32,-15 3-32,12-4 48,-13 4 8,12 0 16,-14 0-8,0 0 72,3 2-56,1 0 16,-2 1 0,-1 1-32,0 1 0,-2-4-16,-1 4-24,4 2 16,-4 8 32,0-9 24,0-1 8,0-2-40,0 9 24,-2-7-104,0 3 24,-2 8 48,1-10-8,-3 1 120,-1 10-56,-1-12-48,-6 12 0,8-12-48,-1 12 48,7-17 0,-15 5 0,10 10-56,-12-9 56,10 8 8,-10-8 16,14-1-24,-1 5 96,-13-5-72,10 10 16,-12-10-8,12 3-24,-6-3-8,8-3 64,-1 5-32,-12 1-56,12-3 48,-10 1 0,10-1 24,6-4-48,-7 4 72,-10-2-96,12-1 64,-1 0-56,-1 0 40,3-1-24,1 0 48,-3-1-88,1 0 48,1 0-32,2 0 48,0-3-24,2 2 0,-2-3-16,0 1 16,2-1-16,0-1 0,0-1 56,1 2-40,2-7 8,1 8-16,0-3 16,-1-10-16,3 12 24,5-7-16,-6 5 40,1 1-24,10-14-16,-10 14-8,10-13-8,-10 3 8,14 0 8,-5 10-48,-10-17 40,17 16 8,-7-14-48,-9 18 48,3-2-8,-4-14-80,16 12-24,-16-10 72,12 12 0,-14-1 40,12 1 8,-11-2-64,1 1 8,10 1 0,-15 1 24,1 3 24,3 0 0,2 0-40,-1 0-40,-1 0 72,0 0 24,-4 0-16,0 0 40,4 1 16,-4 3-96,0 0-24,0-1 16,0 1 0,0 0 56,0 1-32,0 1 8,-2 1 24,-4 1-56,2-1 88,-1 0-88,-1 10 32,1-13 0,-1 1 0,1 1 16,3-5 40,-5 5-80,-8 1 8,9 8 8,-1-13 8,-8 3 48,14-4-32,-1 4 48,-4 0-88,-8 1 96,8-1 8,-1 1-40,-1-3-24,1-1 80,1 2-88,1 0-32,-2-1 48,-8 1 40,12-1-48,2-2-32,-6 1 40,-1-1-16,1 1-32,0 0 56,1 0-16,-1 0 0,1 0-48,1 0 0,1-1 0,0 1-8,-1 0-48,1-2-121,2 0-135,-1 0-144,1 0-72,0 0-96,2 0-96,0 0-184,0 0-153,0-4-311,0 4-352,2-1 1768,0-1-2001,1 2-127,12-4 415,-9 4 537,18-4-3313,-24 4 4489</inkml:trace>
  <inkml:trace contextRef="#ctx0" brushRef="#br0" timeOffset="1859">2543 262 8937,'15'2'1897,"0"0"159,3 3-479,-14-4-1577,9 4 1096,7 0-336,0 1-72,2-4-40,0-1 8,-6 2-656,-6-2 753,17 1-17,5 0-64,1 0-32,-2-1-80,0 1-88,-30-2-472,31 4 424,3-2-96,2 1-24,2 1-79,1 0-9,-23-3-216,8 1 200,18 2-128,3-2 24,2 2-40,1-2-16,-9-1-40,-30-1 56,41 4-16,3-2-48,-1 0 8,2 0 32,-3-2 16,-44 0-48,37 0 64,6 0-80,-1 0 40,-2-4-8,2 0 0,-24 2-16,-5 1 136,27-3-96,0-2-64,-2 1 112,-2 1-96,-2 1 8,-40 2 80,39-2 24,1-1-136,-3 0 80,-1-1-56,-1 1-8,-25 3 16,13-1 48,8-2-120,0 0 48,0 1 32,-4-1-8,-6 1 0,-14 2 56,22-3-72,-2 4 0,-1 0 0,1-3 0,-3-1 24,-23 4-8,20-4-40,3 4-72,-2-3 40,-2 3-8,0 0 8,-12 0 72,0 0-8,8 0-136,1 0-40,-1 0 8,-1 2-48,-3-1 16,1 1-65,0-2-127,-10 0-40,14 2-64,-14 0-80,0-2 584,7 2-680,-9 0-280,3-1-225,-1 1-183,-1 0-328,0-1 1696,-2 0-1953,1 1-119,3 0 232,-1 0 535,1-1 593,-2 1 472,-4-2 240,3 2-1424,1 4-2553,-4-6 3977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2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456 311 6153,'4'0'2416,"0"2"-1503,1 2 63,-1 1-240,0 1-192,-1-1-248,-3 1-128,0-1 16,0 1 56,0-1 96,0 1 120,0-1 64,-3 1 89,-3-1 31,1 1-24,2-4-616,-2 1 552,0 3-144,-10 1-72,11 1-48,-10-3-48,8 1-240,4-4 216,-16 3-16,3 1-64,1 1 16,-3 8 64,-1-13-64,14-1-152,-11 3 241,-5 2-65,2-3 48,-3 3 48,1-3-48,10-2-224,2 0 312,-11 1-80,1 0-24,0 0 16,1 0-72,2-2-152,13 0 144,-14 0 0,1 0-40,8 0-16,-12-4-32,12-2 40,2 5-96,-6-3 80,5-2-32,-9-8 24,12 10-8,-3-2 8,4-5-72,0 6 128,-1 1-16,-1-10-48,2 8 0,0-12 0,2 12-8,0 6-56,0-22 24,0 17-48,0-16 48,6 16 32,-1-17 24,2 19-80,1 0 112,-2-19-88,12 17-48,-3-17 48,-1 5-8,-1 12-16,-11 4 16,15-22 32,-1 8-48,3 9 16,-1-14-16,0 15-16,-13 1 16,11-9-40,4 8-56,0-10 16,0 11 16,1 1 40,-10-1 24,-4 2-16,13-4 24,0 1-32,-1 1 24,-1 4 8,-1 0 0,-17 0-8,16 0 8,1 0-48,-1 0 40,1 2-8,-2 4 8,-13-4 0,1 1 40,17 3-48,-14 8 0,12-10 8,-14 3-24,0 6 24,-3-9 8,5 3 0,0 12-56,-3-12 40,1 11 24,-4-10-24,0-5 8,0 12 48,0-7-112,0 14 32,-2-6 8,0 1 8,0-10 16,1 0 40,-5 8-32,0 0-24,-1 0 32,0-8-16,-7 11 0,13-16 8,-4 5 56,-10 12-56,9-14 32,-10 12 0,10-12 8,0 0-48,-6 5 40,6-4-16,-12 8 8,12-10 32,-10 2 16,11-3-80,3-1 112,-19 4-24,14-3-64,-13-1 48,5 0-24,8 0 16,6-2-64,-17 2 80,11-2-72,-11 0 40,10 0 1,-8 0-17,13-2-32,0 0 56,-12-2-56,10 1-16,-2-3 24,-1-9 24,2 12-32,5 3 40,-5-6 16,1-12-72,1 14 48,0-12 0,1 10-16,2 1-16,0-10 24,-1 9-88,0-16 48,2 8 40,0-3-16,0 6-8,0 5 80,4-10-24,0-1-48,1-1 32,10 1-40,-11 1-32,-4 15 32,16-15 16,-10 2-80,10-3 64,-10 12 48,12-16-80,-16 19 32,2-1 48,14-14-128,-13 12-16,14-1 72,-14-10 24,11 13 0,-11 2 48,0-3-64,15-1-48,-14 1 32,12 0 8,-12 4 64,-3 0-40,10 0 24,-9 0-96,13 0 16,-14 0 40,3 0 24,4 1-8,-2 0 56,-2 1 8,10 4-88,-10-1 40,-1 3-16,0-1 0,-4-7-8,4 15 16,-1-12-64,0 12 24,-4-10 16,0 12-24,0-15 40,0 3 32,0 12-72,-2-12-9,-2 14 49,-1-12 0,1 5 0,2-7 97,-13 9-33,10-6-32,-14 12-16,14-13-24,-10 12 16,14-17-8,-3 3 16,-13 12-32,12-12 64,-14 10 8,12-10 24,-2-2-80,0 0 144,1 12-104,-10-14 16,10 5 32,-8 0-24,8-1 0,-10-1 40,11-1-112,-10-1 56,12 2 8,-10-2-8,13-2-48,-2 2 104,-3-2-104,0 0 24,-1 0 48,3 0-48,0-3-24,3 2 88,-4-3-8,0 1-32,3-3 32,1 1-48,-2-1 32,4 6-64,-2-6-24,1-8-48,-1 14 88,0-15-40,2 10 48,0-1-24,0-3 64,0 3-88,4-12-32,-1 12 88,1-12-16,0 6-16,-3 9 48,5-2 32,0-15-128,8 14 64,-10-12-24,11 3 40,-14 14-32,3-4 64,13-11-96,-14 10 24,16-8 0,-14 8-24,5-2 32,-1 1 24,-4 4 24,15-3-72,-14 1-8,16-10 0,-17 15 32,-4 0-56,17-5 8,-13 1 24,12 0 0,-12 4 16,16 0-16,-20 0 24,3 0 0,13 0-88,-12 0 32,1 0 48,8 2-24,-10 2 64,0 1-40,0 1-80,-1-1 72,-3 1-32,0-1 0,0-4 48,0 6 48,0 0-152,0 8 80,-3-10 0,-3 10-24,3-13 48,-1 1 56,-11 14-72,9-12-8,-8 12-16,8-11 40,-10 12 16,8-11 24,-10 10-16,11-12-8,-14 12-16,5-12 16,12-1-16,-9 7 32,-1-5-64,-3 8 48,2-8 40,1-1-40,4 0-16,5-2 88,-12 2-64,10 1-16,-11-3 24,3-1 32,9 2-64,6-4 32,-16 2 16,10 0-48,-8-2 24,8 0 32,1 0-64,2 0 8,-2 0 72,0 0-96,-1 0-24,1-4 72,-1 0-8,3 1-16,2 3 24,0-4 40,-1 0-48,0-1-32,0 1 64,2-1-56,0-10 32,0 11-24,0 0-8,0-1 48,4-1-24,-2 3-16,-1 1 56,5-13-56,-1 15-16,1-5 0,-1-1 16,9 1 0,-13 5 0,3-6-32,11-9 8,-12 12-24,14-3 0,-12 1 32,14-12-72,-5 17-48,1-5 24,-9-1-16,16 1 80,-18 1 48,-3 2-40,19-3-32,-5-1-16,0 2-40,-10-1 48,17 1 16,-19 4 64,0-3-96,15-1-40,-14 4 48,13-4 8,-14 4 40,0 0 40,0 0 56,12 0-72,-15 0-40,3 0 0,-3 2-8,0 0 64,0-2-24,0 5 24,0 1-24,0-2-41,-2 1 9,-1 1-24,-3 1 40,-1 0-16,-1 1 16,-8-1 72,10 8-32,-4-12 0,4-1 64,-2 6-8,-12 8-64,13-12 40,-13 1-8,5 3-24,15-8 0,-15 7 40,1 0-72,6 8 56,-10-13 25,10 3-9,2-2-40,-4 0 88,3 3-72,-10-1 0,11-1 24,-1 1-32,2-2-8,3-2 48,-6 1 8,3 0-88,-2-1 72,1 1 8,2 0-40,4-2-8,-3 2 88,1 0-144,0 0-24,0-1-24,0 1-137,2-1 241,0 0-368,0 1-392,0 0-504,0 0-552,4-1-641,-1 3 2457,-2-4-3025,4 4 257,1 0 615,12-1 793,-12 1 888,19 0-3561,-25-4 4033</inkml:trace>
  <inkml:trace contextRef="#ctx0" brushRef="#br0" timeOffset="743">484 87 6321,'0'0'360,"0"0"-72,4 0 120,-1 0 88,1 0 48,0 0 0,1 0 1,10 0 47,-11 0 88,1 0 72,10 0 88,-11 0 24,10-4 73,-8 4-65,12 0-104,-13 0-768,5 0 688,6-3-120,1-1 0,1 0 40,3 1 9,-5 3-617,-10 0 584,18-4-56,3 4-8,3-4-64,3 4 24,2-3-80,-30 3-400,26 0 296,10-4-56,1 4 0,2 0-32,6 0 16,-24 0-224,-2 0 248,29 0-95,2 0 23,2 0 8,2 0-8,-3 0-176,-50 0 184,55 0-24,5 0-96,0-4 48,1 4-16,3-4-16,-51 3-80,30-1 208,19-2-168,-2 0-8,-4-1 104,1-1-40,-24 4-96,-19 1 104,39-5 0,-4 3-80,0-1-16,-2 4 8,-3-4-24,-49 4 8,46 0 8,-7 0-128,-1-4 176,-6 4-16,-4 0-40,-1 2 80,-2 0-144,-4 4 56,-2-3-24,-4 3 24,-2-2 8,-11-3 8,15 5-56,-3 1 0,-9-1-40,16-1-24,-17 1-16,-1-5 128,12 3-136,-10 0-96,12 2-40,-12 1-48,9-2-80,-13-1 400,-1-2-433,16 2-111,-12 1-176,10 1-112,-10-3-128,10 1 960,-15-4-1096,0 2-97,6 0-263,-1 0-184,1-1-185,-1-1 1,-3 1 1824,2 0-1488,-1 1 423,1 0 489,0 0 328,-4-2 88,0 0 160,0 0-4009,0 0 4009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2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359 170 8593,'0'5'640,"0"1"49,4 1-153,-4-5-536,3 4 432,-3-1-88,0 2-32,0-1-32,0-1 72,0-1-352,0-2 400,0 5 48,-2 8 72,-1-11-15,-1 10 23,-1-8-48,4-6-480,-4 15 448,-10-10-64,10 13-16,-10-10-40,0 10-56,9-14-272,-2 0 264,-9 16-104,2-5 32,1-1-24,-3 1 24,6-9-192,7-5 272,-12 18-16,1-5-24,0-8 25,1 9-73,-1-12 0,13-1-184,-3 4 216,-12 1-88,10-1 24,-10-1 16,12 1-16,-5-5-152,3-1 136,2 2 0,-3-2-120,-6 0 40,10 0 24,-1-3-80,4 3 40,-4 0 72,1-6-80,1 2 48,-1-1-16,2-10 24,1 14-88,0-2 72,-1-2-72,2-13 40,0 12 0,0-10 32,0 12-72,0 2 64,4-16 40,2 12-120,-1-14 96,10 5-8,-10 0-56,-3 14-16,11-12 112,-8-6-176,12 3 80,-11-3 8,16 1-8,-14 9-16,0 0 64,7-13-56,1 3-40,3-1 24,-1 2 24,-2 5-16,-13 11 48,13-17-8,1 14-32,-1-15 40,3 14-48,-1-12 24,-13 17-24,8-2 32,6-12-120,-4 12 48,-1-3 64,1 3-32,-12 3 8,-1 0 72,21 0-8,-20-4-96,14 4 40,-12 0 16,12 2-32,-16-2 8,3 3 40,2 1-104,9 2 32,-15-1 24,3 2-24,-1-3 32,0 0 24,2 11-88,-4-10 40,3 2-16,-3 10 0,0-13 40,0-3-8,0 16-48,-2-2-16,-3 1 32,-1 1-8,-1-2 32,6-13 16,-5 10 16,-9 5-72,9-1 32,-8 3 24,6-3 0,0-6 0,2-3 48,0 9-56,-10 1-16,8-2 32,-8-8 16,10 13-24,6-20 72,-16 8-16,8 10-72,-10-11 40,3 10-16,0-12 8,8 3 40,-11-1-88,12 0 8,-10-1 24,10-1 0,-6 0 0,8-4 80,-2 3-32,-9-2-48,10-1 16,-3-1-16,-6 0 16,12 0-16,0 0 32,-5 0-80,-1-3 56,3-1 0,-2-2-16,4 4 8,0-1 88,-3-3-96,1-10-16,-1 12 48,1-12-40,2 11 16,2 4 32,-2-17 8,-1 3-72,2 0 40,0-1 16,0-1-24,2 1 64,0-3-96,0 1-32,4 0 64,0-3 8,-1 9-8,-1 4 56,4-12-8,-1 1-24,1 1-32,-1 0-8,10-1 16,-15 18 0,4-18-24,1 1-24,1 3 80,8 9-48,-10-12 24,2 14 40,-1-10-136,10 10 80,-11-2-24,1 3 8,8 0 24,-9 2 16,-1-4-24,3 5-16,12-4 0,-14 0 24,12 4-24,-10-3 40,12 3-80,-12 0 64,9 0 0,-12 1-16,7 1 16,-3-2 72,-4 4-104,3 1 24,11-1 40,-14 2-64,12-1 32,-13-5-8,1 17 32,12-12-104,-11 12 72,0-12-8,1 12-40,-4-15 56,2 3 8,-3 14-88,0-12 32,0 13 0,0-5 16,-2-3 32,2-8 16,-2 13-48,-3 3 8,-1-3-8,0-3 0,-8 3 40,13-17-8,-4 7 0,-9 14-48,8-5 96,-9-1 8,10 0 8,-3-12-64,1 1 112,2 14-88,-16-12-16,14 1 56,-11 8-16,3-10 40,9 3-16,-10 6-80,10-12 56,-12 4-32,12-1 48,-10-1 8,10 2-80,-8-3-8,8-1 48,-1 0 8,2-1-40,2 0 48,-11-1 8,10 0-64,-2 0 16,1-4 48,0 0-56,4 4 40,-4-3-16,-1-3-32,3 1 16,1-10 16,0 11 16,2-12 24,0 10-64,0-10 8,0 10-24,0-16 40,3 8-24,-2 12 48,2-15-32,3 0 0,-1 1-16,1-3-8,9 1 24,-15 14-16,3-12 16,12-4-24,-9-1 8,10 1-8,-10 4-16,4 6 24,-2 3-24,-2-9-48,12 1-48,-13 0 72,14 0-32,-14 10 80,-5 5-88,15-18 72,-9 14-80,14-2 48,-15 1 24,16 1-40,-20 2 64,3-1-56,11-1-96,-10 0 80,1 4-16,10-3 40,-13 3 48,-2 0-8,5 0-32,8 0-8,-14 0 16,4 0 32,0 3-64,-4-2 64,3 2 0,1 1-96,-4 1 24,4 1 0,-4-1 24,0-1 48,0 0 24,0 10-64,0-8-16,-2 10-16,-2-10 48,-1 8 24,5-12-8,-6 6 48,1 10-32,-3-12-16,-6 14 40,10-13 32,2-1-64,-3 7 56,-10 1-48,9-6-16,-10 10 40,1-12 8,10 4-40,3-4 112,-17 0 8,12 8-72,-11-8 8,12 1 24,-12 10-8,17-16-72,-4 1 88,-10 4-64,10 1 40,-10-1-8,10-1 8,2-2-64,-2 0 128,-9 2-136,8-1 32,1-2 16,-3 0 0,3-1-40,3 0 80,-4-1-40,1 0-88,-1 0 32,3 0 32,1 0-8,1-1-8,-2-2 128,1-1-152,0 1 56,2-3-8,0 0-48,0 3 24,0 1 80,0-4-56,0-8 40,4 10-64,2-11 24,-1 12-24,-5 3 0,6-17 0,-1 13-16,1-10 0,8 8 8,-10-10-64,1 10 72,5-3-32,-7 3-112,3-14 8,12 15 24,-14-12 0,6 15 112,-5 1-48,0-14-16,12 11-64,-12-11 40,10 12-16,-11-12-8,-3 15 112,12-4-56,-7-1-88,12-1 56,-12 3 16,12-1-40,-15 2 112,0 0-24,2-1-24,10 3-40,-15 0 80,6 0-32,-3 0 40,-3 0-48,4 0 64,0 0-64,-4 1 8,0 3-16,0 2 8,0-5 48,0 3-48,0 2-32,0 1 0,-2 0 40,0 1 24,-2 1 16,2-4 24,-3 1-8,-1 9-48,-1-10 8,-8 10 56,12-10 24,2-4-56,-6 6 32,-9 9-24,10-10 16,-1 9 40,-10-10 48,15-3-112,-1 2 128,-5 10-48,1-10-16,0 3 8,-1 1-8,4-4-64,3-3 96,-14 5-16,13-1-8,-3 1 16,-1-3-40,3 1-8,2-4-40,-2 2 48,-1 2-56,2-3-8,0-1 8,1 2 0,0-2 8,0 0 72,-1 0 0,2 0-88,0 0 40,0-3-16,0-1-8,0 4-8,0 0 88,0-4-88,4 1 24,-1-1 8,1-2-8,-2 5-16,2-1 16,1-4-72,-1 1 16,10-10 16,-14 15 40,11-3-16,-7 2-8,0-2-16,1-3-72,10 2-8,-11-1 40,10 1-16,-12 4 80,0-3-80,15-3-72,-12 2 40,1 1 16,10-1 24,-14 2 72,0 0 16,3 2-40,1-3-56,-1 3 32,1 0-48,-3 0 96,-2 0-40,-1 0-8,0 1 0,0 1 24,0 0-40,0 4 32,0-5 32,0 3-40,0 0-80,-4 1 64,0 1 24,-1-1-8,0-1 40,2-2 56,-4 3-96,0 3 0,-10-3 16,12 1-32,-10 1 72,14-6-16,-4 6 0,-9 0-80,8 0 24,-1 1-144,-1-1-160,5-5 360,-1 1-521,-3 5-335,-1-3-256,3 3-288,-1-1-241,2-2 1641,3-4-1768,-5 6 160,1-2 407,3 1 433,0-2 408,0-1-3697,2-2 4057,0-2 0</inkml:trace>
  <inkml:trace contextRef="#ctx0" brushRef="#br0" timeOffset="643">484 287 8545,'4'0'1193,"2"0"-1193,2 0 1288,-2 0-352,12 0-248,-3 0-96,-10 0 16,19 2 97,-7-2 63,-1 0 24,5 0 56,-1 0-64,4 0-40,-19 1-744,14 0 705,6-1-161,3 2-8,0-2 0,3 2-80,-12-2-456,-7 0 536,21 2-104,2-2-88,2 0-24,2 1-64,-3-1 1,-35 0-257,39 0 256,0 0-16,3 0-32,-1 0-8,2 0-8,-26 0-192,10 0 192,16 0-40,4 0-24,0 0-8,0 0 0,-11-2-120,-25 1 104,40 1-24,-1-4-72,-1 4-8,-1-4 64,-1 4 0,-40 0-64,32-3 88,8-1-88,-2 0-16,2 1-16,-2-1 48,-22 2-16,-2 0 72,24-3 8,-2 1-56,0 0 16,0 1-24,-8 0-16,-30 2 24,33-4 40,-1-1-72,1 2 40,-4 1-16,2-1 0,-27 2-16,13-1 24,8-1-104,-1 0 72,-3 1 16,-1-1 8,-10 1-16,-8 2 80,16-2-80,-2-1-56,0 4-16,0 0-16,0 0-32,-20 0 120,14-4-160,3 4-112,-5 0 24,1 0-40,-9 0 0,2 0 288,2 0-320,-4-4-152,-1 4-89,10 0-71,-15 0-144,3 0 776,-3 0-904,4 0-192,-4 0-321,4 0-87,-4 2-128,0 0-73,0-2 1705,0 0-1584,0 2 144,0 0 415,0 0 393,0 0 328,-1-1 304,0-1-4001,1 0 4001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2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348 252 9498,'4'0'504,"0"2"-200,-1 2-40,-3 2-32,0-1-48,0-2-184,0 0 192,0 2-48,-3 1-8,-1 1 88,0 8 64,-1-10-288,5-5 352,-6 8 8,1 8-40,-2-12 0,1 10 32,-1-8-8,4-1-344,-2 5 369,-9-3-65,8 11-16,-10-12 8,10 11-16,-7-14-280,8-1 320,-1 15-16,-14-12-32,12 10-8,-10-10 8,11 3-40,6-8-232,-17 7 224,13 0-56,-15-1-24,14-2 8,-12-3-16,12 3 0,-10-2-40,8-2-96,-6 0 80,8 0-16,0 0-64,5 0 80,-7-6 48,1 1-72,0-10 9,-1 12-1,3-3 8,4 2-72,-4-10 80,3 10-40,1-13-8,-1 12 24,0-12-8,2 14-48,0 1 96,0-20-40,0 7-40,4-2 24,-1 1 8,3 1 32,-6 15-80,5-16 64,1-3-48,9 5 32,-12-3-16,12-1 16,-14 12-48,2-3 40,15-8-56,-14-1-8,14 1 16,-12 1 104,7 5-96,-8 7 0,0-11 32,16 1-48,-16 8-48,15-18 88,-14 19-16,-3 2-8,16-16 24,-13 13-48,14 1 64,-15-10-24,14 15 24,-16-3-40,-1 0 72,17 0-80,-14-1 16,12 4 0,-12 0-8,8 0 0,-11 0 8,2 0 8,12 0-24,-10 0 48,10 0-8,-10 2-48,-5-1 16,3 2 8,11 2-88,-11 3 8,-1 6 48,3-8-24,-4 4 48,-1-6 0,3 2 8,0 12-72,-4-10 104,0 10-8,0-1 0,0-17-32,0 7 72,-2 17-144,-2-4 64,-1 0-40,-1 1 48,4-13 0,-1 2 32,-3 8-64,-8 1 16,8-1 16,-9-1 40,11-4-40,3-10 32,-14 12 24,10 0-64,-10-8 40,9 11 0,-10-10 16,15-4-48,-4 8 64,-13-6-80,11 1 56,-12 8 8,12-11 32,-5-1-80,5-1 136,0 4-72,-11-1-16,12-1 16,-10-1-24,10-1-40,6-2 72,-17 2-24,12 0-80,-10-2 88,10 0-16,-10 0 24,14 0-64,-2 0 144,-2-4-136,-3 1 40,1-3 24,2 1 0,1 1-72,2 2 120,-3-13-40,1 12-40,0-12 8,2 11-8,1-12 8,0 13-48,2 0 48,-1-15-80,0 3 88,0 0-8,0 1 16,0 5-64,0 1 80,3-8-48,1-3-88,0 3 80,-1 1 8,1 0-32,-4 13 32,5-14 32,10-1-48,-15 1 16,15-1-24,-11 3 16,-3 12-24,3-2-64,13-16-40,-14 14 24,3-10 32,10 10 80,-13-5-32,-2 6 80,16-1-88,-14 1-40,3-1 32,10-9 8,-12 15 48,-4 0-40,17-5 48,-14-1-128,12 3 72,-11 3 24,1-4-40,10 4 80,-11 0-120,1 0-32,1 0 88,-1 0 8,1 2 48,-1 0-24,1 1-56,-1 3 16,1-1-16,-1 1 16,-4-3 16,2 9-8,-3-9-80,4 5-16,-4 8 56,0-10 72,0 5-24,0-4 96,0-1-48,-4 12-32,-2-3-24,3 1-16,-3 0 24,6-15 40,-5 15-8,-3 1-88,1-1 48,0 3 8,-8-3 24,13-10-24,-2 3 80,-10 8-64,8-3-32,-9 1 48,10-8-24,-8 9-8,9-11 48,-1 0 48,-14 14-96,14-12 80,-12 8 0,12-10-48,3-4-32,-11 6 64,8 0-112,-12-2 48,12 1 16,-12-1 24,14-2-40,0 0 96,-11 1-40,10-3-40,-1 1-32,-3-2 8,4 0 8,3 0 24,-5 0 24,-1 0-8,1-3 32,3-1-40,-1 0 32,3 3-64,-2-3 56,1-2-56,2-8 24,0 8 0,0-11 40,0 14-64,0 1 104,4-16-56,0 3-48,1 9-24,1-18 56,-1 8-24,-4 15-8,4-15 48,10-2-56,-12 0 0,12 3 64,-11-2-24,3 9-32,2-2 80,-3-7-96,10 1-24,-10-1 24,12 3 8,-13 1 8,-4 11-56,19-4-16,-15-14-8,16 15-32,-16-16 96,12 7-8,-16 13 24,3-2-8,15-15-96,-16 14 40,12-11 16,-9 11-16,2 1 64,-2 1 64,-2-4-72,11 1 16,-12 1-64,3 1 8,-1 3 48,-5 0-24,6 0-80,-2 0 32,-4 0 16,3 0-24,-3 0 24,0 0 56,0 1-24,0 3-120,0 2 24,0-1 48,0 10 80,-1-11-8,0-3 56,-4 20-24,-1-14-72,-1 13 0,0-5 80,-8 0 32,14-13-72,-4 10 136,-11 3-112,10 0 24,-10 1 16,10 3-32,-1-10-32,0 0 128,1 9-56,-14 1-16,14-4 24,-10 1-8,8 1 16,-8-3-8,10 1-48,-10-8 32,8 10-8,-6-12 0,12 0-56,-2 7 72,-11-6-104,12-1 16,-5 1 32,1-1 40,2-1-56,3-2 88,-6 1-8,1-1-88,2 0 8,-1-2 24,0 0 16,6 0-40,-3 0 88,-1 0-104,0-4 80,3 1-24,-3-1-8,3 2-32,0 0 104,1-3-120,0-12 0,0 14 32,0-12 24,0 10-40,0 4 73,4-15 7,-1 10-88,1-12 0,0 3 16,1 10-48,-1 0 40,7-11 24,-7 2-64,1 8 0,1-16 64,8 17-32,-11-7 8,-2 3-32,5-5 7,10 8-55,-12-16 0,11 17 24,-12-12 56,-3 17-152,15-6 16,-11-8-40,10 8 32,-8-8 72,9 10 16,-14-1 56,1-5-32,13 6-72,-11-1 0,1-1 40,12 1 16,-15 2 48,-1 2 24,5 1-32,-1 0-112,-1 0 72,0 0-40,-1 0 40,-2 0 48,2 0-8,-3 2-88,4 2 40,-4 1 0,0 1 0,0-2 56,0-1-16,0 12-8,0-10-40,-2 3 56,0 8 16,-3-11-8,5-4 40,-6 15 16,1-10-64,-3 12 24,1-3-32,0-8 40,4 0-24,-2 8 40,-10 0-88,10 0 72,-2-8 8,-8 12 8,11-16-40,2-1 120,-5 16-96,-8-10-24,10 8 8,-1-8-32,-8 8 32,13-15-8,-2 4-16,-4 9-80,-10-8-32,13 0-168,-3 1-264,0-4 560,-1 1-816,5 2-433,-5-1-327,-8 1-232,10-3-241,2 1 2049,3-4-1928,-16 4 440,13-1 399,-1 1-3368,5-4 4457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3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6601,'0'2'768,"0"-1"-768,0 0 1056,0 1 113,0-1-9,0 3-136,0 0-88,4-1-56,-4 1-63,0 2-33,0-1-8,0 1-64,0-1 8,0-4-720,0 4 704,0 0-79,0 3 23,0 6-56,4-8-48,-4 2-544,0-2 544,0 0-56,0 9-48,0-10-56,0 12-48,3-3-336,-3-14 264,0 8-32,0 12 9,0-5-65,4-1 8,-4 3-56,1-11-128,2 6 72,-3 7-56,0-3 32,3 1 0,-3 1 0,0-5-48,0-7 72,0 12-128,0 2-32,4-1 16,-4-3-8,0 3 8,0-18 72,0 14-120,0 2-152,0-1-9,0 3-55,0-3-48,0-8 384,0 1-416,0 7-144,0-1-120,0 2-128,0-10-200,0 10 1008,0-14-1193,0 4-247,0 12-128,0-12-153,0 8-119,0-10 16,0-1 1824,0 7-1537,0-5 457,0 8-80,0-8-2873,0-6 4033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33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7545,'0'0'1720,"0"0"369,0 0-2089,0 0 1864,4 1-423,-4 3-433,4 2-336,-4-1-200,0 1-112,1-5-360,1 3 344,-2 2-32,0-1 160,0 1 65,0-1 55,0-1-592,0-2 664,0 5-56,0 8-88,0-10 0,0 12-56,0-12-24,0-4-440,0 19 440,-2-6-152,2-6 1,0 12-65,0-5-32,0-7-192,0 0 176,-1 10-40,-1-1-8,0 1-8,2 1-16,0-6-104,0-10 88,-2 16-24,0 1-40,2-2 16,-2 3-16,1-1-32,1-16 8,0 10 16,0 6-48,-2-1-48,0 1-48,0-3-48,2-6 176,0-4-256,0 10-136,0-1-137,0-1-263,0-8-200,0 10-280,4-12-425,-4 3-367,5-1-408,1 0-241,8-1 320,-8 1 625,12-1-3161,-18-6 4929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3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5289,'3'0'2296,"-3"0"-2296,0 0 1200,4 0 49,-4 0-209,4 0-280,0 0-240,-1 0-112,-3 0-128,4 0 32,0 0 16,-1 0 49,-3 0-377,0 0 496,0 0 32,4 0 32,-4 0 56,0 2-16,0 0-8,0-2-592,0 1 600,4 1-64,-4 0-71,0 0-33,0 0-48,0 1-384,0-1 344,0 2 16,0 1-48,0 1 0,0 9-8,0-10-304,0-5 312,-2 17-16,0-12-16,-2 14 48,1-14-72,1 14 0,0-14-256,-2 4 233,1 6-153,-1 2 40,0-1-32,0 1 24,2-5-112,1-8 168,-1 13-72,0 1-56,-2 0-32,3 1 0,-1-1 32,1-14-40,0 12 64,-1 3-88,2 1 32,0 0-32,-2 1 24,2-12 0,0 0 40,0 9-56,0-3-72,0 0-80,4-8-80,-1 12 248,-2-18-328,-1 7-89,3 10-159,3-12-144,-1 8-272,-1-8-304,-2-4 1296,2 1-1593,1 12-375,1-11-273,-1 1-143,12 1 199,-15-2 2185,-1-3-1616,20 5-3209,-21-6 4825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3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7089,'0'0'3217,"0"2"-1617,3 1-408,1 3-456,0-1-271,-1 1-89,1-1-80,-4 1 40,4-1 104,-4 3 56,3-3 40,-3 3 16,0-1 0,4 0-56,-4 8 1,0-9-65,4 8-16,-4-8-40,0 8-48,0-11-328,0 0 304,4 12-96,-4-10-24,0 14-24,0-12 0,0 9-160,0-14 136,0 6-8,0 10-80,0-3 8,0 1 16,0-1-8,0-11-64,0 9 48,0 3-72,-2 1-16,0-1 32,0 3 16,1-9-8,0-4 32,-1 11 0,0 1-64,1-1-104,-1-10-56,0 11 192,2-18-320,0 6-136,0 1-144,0 1-152,0-3-153,0 1-191,0-4 1096,0 1-1240,4 1-280,1 0-185,1-3-223,8 1 159,-9 0 1769,-4-2-1336,17 0-3441,-18 0 4777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35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12 7289,'0'0'1336,"0"0"-1280,0 0-16,-2-4 24,2 4-64,0 0 120,0-4 0,0 4 104,0 0 81,0 0 31,0 0-336,0 0 408,0 0 8,0 0-32,0 0 16,0-3 8,0 3 0,0 0-408,0 0 456,0 0-48,0 0 24,0 0 41,3 0-17,-3 0-456,0 0 528,4 0-64,-4 0-8,0 1-32,0 1-32,0 1-392,0-2 424,4 3-48,-4-1-40,0 3 24,0-1-8,0 1-23,0-4-329,0 11 344,-2-8-112,0 13 0,0-1 0,0 0-16,1-7-216,1 0 256,-4 8-80,0 2-8,0 4-56,-1 0-48,2 2-64,2-24 64,-2 25-40,-1-1 0,-2 2 0,3-1-16,-1 1 56,3-19-64,-2 11 56,-2 8-56,1-1 16,1 1-24,-1-2 0,3-10 8,0-8 0,1 16-72,-2-4-176,0-2-120,2-1-168,0-10-240,0-7 776,0 18-985,0-14-319,4 2-168,0-1-257,-1-3-159,-1-2 1888,0 0-1512,13 0-3569,-15 0 5081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 8441,'0'0'1217,"-2"0"87,0 2-216,1 0-384,-1-1-152,0 1-144,2 0-7,-2 0 31,0 0 24,-1 0 32,-1 1 0,0 1 16,2-2-504,-1 1 504,-3 3-24,-9-1-8,12 1 24,-5 1-31,3-1-465,3-4 464,-5 12-8,-10-8-32,12 10-32,-3-10-56,-8 11-40,15-16-296,-2 5 264,-4 12-24,-8-10 32,11 12-24,-3-4 16,3-7-264,1-1 256,-3 7-48,-1 3 8,1-1-31,-1 3 7,2-2-192,4-16 152,-6 18-8,2 1-32,-1 1-40,2 2 32,2-1-24,2-16-80,-1 10 120,1 7-72,0 0-24,0-2 24,0 2-56,2-9 8,-1-8 40,5 13 32,-1 2-48,1-3 0,9 1-24,-12-2-16,-3-17 16,15 15-40,-10-1-56,12 1 8,-11-1-64,12 2-32,-16-14 184,1 1-160,14 11-96,-11-12 40,14 3-49,-15 1-79,10-2 344,-11-4-392,-1 6-104,14-3-128,-13-2-48,1-1-88,12 1-88,-17-2 848,3 0-905,3 0-127,10 0-56,-12-3-48,2-1-81,10-2-55,-12 1-72,1-1 32,12-8 335,-13 10 313,1-11 664,-5 15-352,17-5-3585,-17 5 3937</inkml:trace>
  <inkml:trace contextRef="#ctx0" brushRef="#br0" timeOffset="1652">403 231 10546,'-2'2'1568,"-3"-1"-360,1 0-1208,2 0 753,-3 1-281,-1 0-192,1-2-40,-1 0 24,0 0 56,-8 0 64,8 0 16,-1-4 48,-8 4 8,10-3 8,-1 3-464,-3 0 456,3-4-136,-10 0-23,10 4-57,-12 0-56,14 0-184,2 0 176,-14-3-48,9 3 0,-10 0-56,10 0 16,-12 0-40,16 0-48,-1 0 8,-14 0 8,12 0-64,-12 0 56,10 0-8,-2 1 0,2-1-8,2 2 16,-10 0-96,10 0-80,-8 0-88,8-1 256,6 0-400,-7 0-145,-8 1-127,9 0-168,1 0-96,-1 0-104,5-2 1040,-1 2-1177,-4-1-87,3 3-128,-1 0 16,2-1 263,1-1 1113,0-2-776,1 6 328,0-1-3537,0-5 3985</inkml:trace>
  <inkml:trace contextRef="#ctx0" brushRef="#br0" timeOffset="1653">372 507 10098,'0'1'1968,"3"5"-248,1 1-655,0 1-361,-2-4-704,-1-1 488,3 2-152,0 1-64,-1 0-48,3-1 40,-2 1 24,-4-6-288,5 7 328,-1 0 24,-1 8 0,1-10 9,0 3-17,-3-2-344,2 3 328,0-4-48,3 2 8,-1 8-48,1-9 8,-3 0-248,-3-5 296,6 14-16,-1-12-48,1 3-16,9 1-72,-15-1-64,0-5-80,5 5 88,10 0-64,-11-1-16,1-1 32,1-2-32,-3-1-8,-1 0 72,4 0-32,8-1-32,-10 0-16,2 0-16,-1 0 24,-5 0-40,15 0 32,-12-3-8,3-1-16,-1-1 24,1-1-32,-4 1 40,2-5-16,1 10-16,1-5-24,8-1-8,-10-8-40,-1 14 104,-2 0-136,4-6-64,1-11-48,-3 17-40,1-5-24,0-1-64,-4 6 376,3-5-392,1 1-56,-4 1-64,0-1 23,0 4-39,0-2 528,0 0-528,0-1 8,0 3-16,0-4 8,0 4 80,0-4 448,0 4-368,0 0 64,-2-4 40,0 4 31,2-3 17,-1-1 16,1 4 200,0 0-168,0 0 32,0-4 40,0 1 72,0 3 40,0-3-16,0 2 0,0 1 16,0-4-8,0 1 56,0 3 16,0 0-80,3 0 88,1-4 24,0 4 24,-1-4 8,1 4 32,-2-1-176,0-1 185,1-2-17,-3 4 48,4-4 8,0 4 24,-1 0-248,-3 0 280,4 0-56,0 0 8,-1 0 32,-3 0-40,0 0 24,0 0-248,0 0 264,4 0-88,-4 0 24,0 0-16,0 0 16,0 0-200,0 0 208,0 0-16,0 2 16,0 0-16,0 0 32,0 0-224,0-2 217,-2 2 31,0-1 0,1 1 32,-1 0 32,0 2-16,1-3-296,-2 1 296,1 2-72,-1 2 96,-1-3-120,0 3 56,2-2-256,1-3 272,-3 5-120,0-1 96,-1 3-88,-1-1-8,1 0-8,4-6-144,-4 6 96,0 7-32,-1-10 56,-1 4 16,1 6-8,3-11-128,1 0 144,-6 11-16,3-8-15,-2 9-33,-1-10-40,2 10-40,5-13 16,-7 5-24,-6 12 24,12-12 40,-4 11-56,-1-12 0,2 12 16,-1-10-32,0 10 8,1-11 8,1 10-8,2-14 8,1-1-8,-5 17-40,4-14 32,0 10-120,-1-10-73,1 10-39,2-15 248,-2 6-392,0 8-56,2-8-16,0-1-56,-2 3-48,2-5 568,0 1-568,0 2-96,0-1-49,0-1-103,0 0-64,0 0 880,0-3-992,0 5-64,0-3-41,0-1-71,0 0-64,0 2-8,0-4 1240,0 1-1041,4 1 289,0 0 304,-4 0-3521,0-2 3969</inkml:trace>
  <inkml:trace contextRef="#ctx0" brushRef="#br0" timeOffset="1654">853 676 11962,'4'2'1768,"-3"-2"-1768,-2 3 1129,5 3-457,-1-1-256,1-1-64,0 1-72,-4-1-280,0-2 320,3 4 16,1-1 8,0 1 56,-4-1 24,3 0-424,-2-4 449,2 4-33,-3 1-40,4 8-24,-4-8-56,0 1-32,0-1-264,0 3 240,0-4-64,0 12 24,0-12-32,0 14-32,0-13-136,0-5 160,0 19-80,0-12-16,-2 12-16,-2-5-8,1-1-8,2-11-32,-2 11 56,-3 4-32,3 1-8,-1-1-8,2-3 8,-1-6-16,1-2 72,-2 8-72,0-7-8,1 8 8,-1-10-8,2 7 8,2-12 16,-2 5 32,1-1-24,-1 1-24,0-1 24,0 1-72,2-6 48,-2 2-8,0 0-56,1-1 0,1-1 24,0 0-32,0 0 72,0 0-32,0 0-8,-2-3 0,0-1-32,2-1 32,-2-1-16,2-9 8,0 12-8,0-12-8,4 9 0,-4-12 24,1 16 40,1-2 0,2-18-32,0 8 40,-1-1-40,1-2 0,0 3 32,-2 10-24,1-13-32,3-1 56,-1 2 8,1-1-8,-1 0-8,-4 14 8,4-10 8,0-2-48,10-1-8,-15-3 32,6 1-40,-3 8 56,-1 3 0,4-9 8,-1 1-8,-1-1 8,1 10-24,1-15 16,-6 20 8,5-5-32,1-10-8,-1 12 64,-1-11-64,0 12 24,-1-3 0,3 1-88,-2-1 88,1 3-24,-1-1 24,0 4 8,-3 0 24,5 0-16,-1-4 8,1 4 0,9 0 8,-15 0-48,0 0 24,5 0-8,12 0-24,-14 0 72,3 0-32,10 2 8,-14-1-16,0 0 32,13 3-40,-12-3 32,1 3-40,2 2 24,-1-3-8,-5-3 0,6 4 0,-3 1-8,1-1 16,0 2-32,-4-1-8,1-3 32,1 4-40,-2 1-88,0-2 24,0 10 0,0-11-8,0-1 112,0-1-56,0 15-24,-1-13 0,-3 3-24,-2 0-16,1 8 0,5-14 120,-7 3-136,-8 13 48,9-11 40,-8 1 24,8 8 16,0-14 8,-3 1 24,4 4-56,-10-1 40,10 3 0,-3-3 0,-4 0-8,10-4 48,-4 4-48,1 1 32,-3-1-48,1-3 0,1 2 24,5-4-8,-3 2-24,0-1 0,0 1 16,3-2 0,-3 0 24,3 0-16,0 0 16,-1 0 0,0 0 0,2-3 0,0-1 0,0 4-16,0 0 32,0-4-40,0-1-16,0 1 40,4 0-40,0 1-16,-1-1 40,1-1-40,0 1 40,1-2 16,1 1 0,5 1-16,-7 2 32,-1-12-24,14 14-16,-14-6-16,3 1 40,10-1-8,-14 5-8,0-2 16,15 0-32,-12-3 0,12 2 8,-14 1 40,7 1-32,-1 0 64,-4 2-16,12-4-8,-12 1-16,16 3-24,-8-4 0,-12 4 0,16 0 8,-2-4 8,1 4-8,1-3 8,-1-1-8,1 0 8,-1 1-16,1-1 16,-1 0-16,-1 1-8,-5-1 8,-5 2 24,11-3 0,-1-1 16,0 1-24,1-1 0,-1 1-16,-14 4 0,13-13-16,-9 10 0,17-1 8,-16-10 32,16 11-16,-20 2-8,2-1 40,10-12-64,-8 11-16,8-1 24,-14-12 8,5 14 8,-4 3 16,14-6 16,-15-9-8,5 12-32,-1-3-8,0 1 0,-4 2 16,3-9-32,1 12-16,-4-6 40,0 1 0,0-1 0,0 3 8,0 1 40,0-2-24,-2-1 24,0 1-32,-1 0-32,-1 1 24,4 3 0,-6-4-32,1 4 24,-1-4 40,1 4-24,-3-3 8,6 3-16,-3 0 24,-10 0-64,10 0 64,-2 0-8,-8 0 16,9 0 48,-10 0-40,10 1 24,-8 3-32,8 2 24,-11-1-8,16-4-48,-3 6 48,-11 0-16,10 8 40,-12-12-8,13 12-8,-3-12-56,0 0 112,1 4-64,-1 9 32,0-10 16,1 1-32,1 7-64,5-11 104,-6 2-16,0 10-8,1-9 16,1 10-40,2-10 0,2-2-56,0 6 56,0-4-16,0 1-8,0 10 32,0-12-8,3 5-56,-2-5 56,3 1-16,1 8-80,1-8 32,9 1-24,-10 0 24,-5-6 8,15 6-8,-10 0-48,17-1-8,-7-1-32,2 3-64,-9-6 160,2 1-160,8 3-88,3-3-24,1 1-16,-2 0-32,-2-1 320,-14-3-352,22 2-72,-4 0-32,4 0-129,-1 0-39,1-2-88,-2 0-168,0 0-88,0 0-105,0 0-151,-2 0-88,-10 0 1312,-4 0-1328,16 0 239,0 2 329,1-2-3505,-25 0 4265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51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264 280 6913,'-2'2'584,"0"2"272,0 0 169,2-2-1025,-2 1 1024,1 3-176,-1-1-152,0 3-96,-2-3-88,1 2-40,-3-1-72,1 1-31,-3 1 55,1-1 72,0 0 32,6-6-528,-6 6 544,-8-2-72,10 3-24,-2-1-16,-8 0-24,12-3-408,0 0 416,-4 1-79,-8 2-97,12-1 0,-3-2-32,-1-1-208,7-3 184,-8 2 8,1 0-56,-8 0-40,12-2-16,-3 0 16,-1 0-40,-1 0-56,1 0 48,0-6-24,-1 3 24,5-1-48,1 2 56,-4-3-32,1-1 16,-1 1-56,1-12 16,-1 13 40,6 4-40,-2-5-8,1-12 0,-1 14 64,0-12-32,2 9-8,0-1-16,0-2 48,0 3-72,4-10 0,-1 10 48,3-10 32,-2 11-56,-3 4 72,5-19-16,10 14-16,-16-14-16,6 15-8,10-16 16,-15 21-32,2-3 16,3-14-40,10 14 16,-12-12 48,11 9 0,-13-2-40,-1 2 88,14 2-8,-11-2-40,1 1-24,10-1-8,-12 1-8,-2 5 40,4-4-16,1 1-16,-1 3 56,1-4-48,-3 4 32,-1 0-48,2 0 128,-1 0-104,3 0 56,0 0-8,-3 0 16,1 1-88,-2 0 136,1 2-80,1 1-16,2 2-24,-1-1 24,1 1 32,-6-6-72,3 5 128,1 2-64,0 8 40,1-11-8,1 3-24,-3-3-72,-1 0 104,2 3-56,0 8 16,-1-10-32,1 3 48,-1 6-80,-2-12 64,-1 4 0,0 1 8,0 10-56,0-12 8,0 10-24,0-14 0,0 3 16,0 11-48,0-10 16,-2 10 0,-2-9 8,2 4 8,0-6 0,-3 2 0,-1 1-16,1 10-8,-3-12 56,1 10-24,7-14-8,-15 4 32,10 11-48,-2-12 32,-8 1-32,9 3 48,3-6-32,-1 1 40,-11 5-48,12-3-16,-5-1-8,-6-1 48,10-1-16,4-2 48,-8 2 16,1 0-80,0 0 0,-1-2-16,-6 0 8,13 0 24,-2 0 32,-3 0-72,1-4 24,-1 0 8,-1 1-8,4-1 16,1 2 40,-4-3-32,2-1 8,1-9-24,1 10 0,-2-10 8,4 15 0,-2-5-8,1-12-16,-1 12-8,0-14-8,2 14 8,0-2 32,0-5 16,0 7-40,0-12 56,0 12 0,4-15-32,-2 15 0,-1 4 32,5-21-40,-1 16-32,1-14 56,8 15-32,-14-14 16,1 18 0,4-3 32,0-13-104,12 14 64,-13-12-8,1 9 56,4-1-40,-1 0 88,-8 3-64,15-2 8,-12-8-64,3 14 72,-1-4-40,-5 4 16,6-4-8,-1 4 32,1-3-64,-1-1 16,1 4 56,-5 0-48,3-4 33,2 4-33,-1 0 40,-1 0 32,0 0-48,-1 0-24,-1 0 80,4 2 0,-3 0-56,3 2 0,-1-1 8,-1 1-40,-4-4 8,4 6 0,-1-1-8,1 1 56,0 1 32,-1-2-40,-3-1-40,0 0 72,4 3-64,-4 8-56,4-10 88,-4 10 8,0-9-48,0-5 32,0 16 40,0-11-72,0 14 0,0-15 16,-2 16-24,1-20 8,-4 5 0,0 12-16,-1-10 56,1 10 64,-1-3-32,-2-12-72,2-1 80,2 17-48,-11-5-48,10-6 56,-12 10-8,10-11-32,7-7 40,-18 21 0,12-16-48,-11 12 24,12-12 56,-12 3-32,15-3-40,-1 4 48,-12-5-48,10 2 16,-3-1 24,-6-1-8,10-2-32,2-1 80,-3 1-48,-1-2-24,-1 2 8,1-2 24,2 0-40,4 0 0,-5 0 0,-1-4-24,1 1-24,1-3 56,2 1-8,1-4 0,1 1 40,-2 4-32,0-12-56,2 10 72,0-12-56,0 5 32,0 11 16,0-12 32,0-1-72,0-2 48,4 1-24,-1-1 24,-2 12-24,2-6 24,1-4-72,-1-3 48,3 3-32,-1-4-24,-2 9 56,-2 4 48,5-11-48,-1 3 32,1-3 0,8 1-32,-14 10-8,0 6 8,6-22-16,-1 7-48,10 10 64,-15-15 16,6 14-48,0-1 32,2-3 80,-4 7-72,0-14 0,1 14 48,1-3-32,-2 1-24,-3 5 24,14-6 8,-11 0-40,1 1 40,-1-1-8,1 3 0,-4 3-24,2 0 48,2 0-56,-1 0 32,2 0 32,-3 0 0,1 1-56,-2 0 88,2 0 0,-1 1-8,3 2-32,-3 1 0,1 1-48,-4-6 48,4 7-56,-1 1 0,-3-1 40,4 0 16,0 8 16,-4-13-64,0 2 56,3 10-136,1 1 40,-4-9 40,0 10 8,0-5-8,0-7 104,0 3-72,0 12-64,0-5 48,0-6-56,0 10 72,0-15-32,-2 11 8,-1 0-64,-3 1 80,2 0-40,-1-8 72,1 13 0,-1-12-56,-1 10 16,-1-12-48,-8 10 64,13-11-32,2-4 24,-7 13-40,0-8 64,-8 10-56,9-10 8,-1-1 24,5-2-24,-3 2-40,-10 0 0,11 1 16,-3 1 16,0-3 40,2-3-32,2 0 56,-4 2-24,1-1-24,-1-2-56,1 0 24,1 0-16,5 0 40,-6 0-8,3 0-16,-1-3 32,2-1 40,0-2-32,1 4-16,-1-1 32,0-3-56,0-12-64,2 14 40,0-12 24,0 11 24,0 4 16,0-15 8,0 10-32,0-10 8,4 10-32,-1-16 48,-2 17-16,2 4-16,1-21-40,-1 17 40,3-17 8,-1 16 16,10-14 40,-15 5-48,6 10 0,8-15 24,-14 14-24,6-12 0,-6 18 32,15-6-40,-15-12-72,5 12 56,10 1 48,-11-12-32,-3 17 8,1 0 56,4-5-88,-1-1 8,1 1 16,-1-1 8,-2 3 0,-2 2 72,3 1-48,-1 0 8,1 0 24,-4 0-40,4 0 8,-4 0-24,3 0 24,1 2-96,0 2 24,-1 0 56,-3-1-8,2-1 0,0 0 40,2 2-8,-1 1-24,-3 1 0,4 1 24,-1 0-32,-2-7 32,-1 15-40,0-13 24,0 5 8,3 10-24,-3-12 32,0-1-32,0 7 16,0-5-88,0 8 56,-1-6 0,-1 8 16,-1-12 0,2-2 64,-3 16-72,1-12-16,-3 8-16,1-8 24,-1 9 48,6-15-32,-5 5 40,-3 12-48,1-12 24,-8 12-16,12-12 24,-3-2-24,-3 2 24,5 2-40,-1 0-24,-10 8 32,11-11 0,-2 0 8,5-3 40,-14 7-8,11-3-64,-1 2 64,-2-1-32,-1-2-8,7-4 8,-3 2 0,-4-1-56,3 1 8,-1-2 48,1 0 8,3 0-8,0 0 56,0 0-8,0 0-72,1 0 8,-1-3 0,0-3 16,2 6-40,-2-4 40,2-1-56,0-10 56,0 11 16,0-1-32,0 3 16,0-2 96,0-10-144,4 8 16,-1-9 72,1 10-72,-1-6 32,-2 7 64,3 1-32,1-3-88,1-9 88,8 10-56,-10-10 0,-3 14 24,3-3 24,2-13-112,11 13 80,-14-10 0,12 10 48,-13 1-40,0 0 56,3-11-24,10 10-16,-11-1-48,1-10 48,1 15-88,8-4 24,-14 0 48,4 1-48,1 3 80,1-4 8,-4 4-40,1 0 32,3-4-32,-2 4 8,-1 0-32,1 0-40,-1 0 64,-2 0 56,2 0-32,1 2 32,-4 2-72,4-2 0,-4-2 16,0 3-16,0-1-72,0 2 56,0 1-16,0 1 0,0 1 48,0 1-8,0-6-56,0 3 16,0 1 56,-2-1-32,-1 7 24,2-9 16,-4 1 0,-1 1-56,-1 10 40,-1-12-16,-6 5-8,13-7 24,-4 5 16,0 1-80,-10 8 32,10-13 24,-1 4-16,1-3 24,3-1 40,-4 4-24,-1-1-16,-1 1-8,1-1 8,2-3 0,5-2-24,-6 2 8,2 0-40,1-1 104,1-1-16,-2 0 0,3 1-32,0 0 64,-1-1-136,1 0 56,1 0 8,0 0 32,0 0-24,0 0 48,0 0 0,0 0-64,3-3 0,1-3 24,0 2-56,-4 4 48,3-5 8,1-1-56,2 1 8,-1-1 48,10 1-40,-13-4 32,-1 1 16,5 5-56,9-3 8,-12-10 56,3 12-32,9-10 8,-14 13-8,3-2-32,11-3-32,-12-9 48,3 12-24,9-12-8,-14 14 56,1-2-48,2-2-72,0-1 48,1 2 64,-1 1 32,-2 0-24,0 2 64,-2 1-24,0 0-56,0 0-8,0 0-40,0 0 64,0 0 8,0 0-96,-2 0 104,-2 2-72,0 0 32,2-1 24,-1 0 32,-3 2-72,1 3 40,-1-2-24,1 1 24,0 0 0,4-4 8,-6 4-8,0 1-16,-1-3 0,1 1 24,0 1-32,5-4 24,-4 2 32,1 3-64,-10-1-24,13-1 56,-3 0-24,1-2 24,2-1 48,-5 3 16,1 1-40,1-3-56,-1 2 56,1 0-24,5-4-24,-6 3 0,1 1-16,1 0-64,0-1-56,1 1-152,2-3 312,0 2-408,-3-1-305,2 3-143,0-1-128,2-2-224,0 0 1208,0-1-1344,0 1-353,0 0-463,0 2-217,4-1 57,2-1 511,-1 2 729,12-2 504,-14-1 336,16 1-3785,-19-2 4025</inkml:trace>
  <inkml:trace contextRef="#ctx0" brushRef="#br0" timeOffset="1637">268 201 6529,'-2'0'32,"-4"0"48,1 2-32,-1 0 24,6-1-72,-2 0 152,-1 1 8,1 0 72,-2-2 64,0 1 8,2 1-304,1-2 352,-1 2 8,0-2 8,2 0 33,0 0 31,0 0 16,0 0-448,0 0 504,0 0-16,0 0 56,0 0 40,4 0-24,-2 0-560,-1 0 560,3 0-72,0 0 1,-1 0-9,3-4-16,6 4-464,-9 0 504,-3 0-16,5 0-56,10 0 88,-11 0-24,10 0-32,-13-1-464,2-1 545,14 2-105,-12 0-8,15-4 24,-14 4-64,6 0-392,-6 0 456,9 0-56,1 0 0,3 0-72,1 0-24,0 0 8,-19 0-312,20 2 264,3-2 0,2 0 9,-2 0-41,3 2-16,-15-2-216,4 0 224,13 0-64,3 0 24,-1 0 8,0 2 16,-6-1-208,-18-1 192,20 0-8,4 0-48,-1 0 0,-3 0 0,5 0-8,-27 0-128,21 0 136,3 0-104,1 2 56,-3-2-40,3 0-16,-13 0-32,-5 0 88,18 0-96,1 0 16,0 0 32,0 0-16,-1 0-24,-28 0 64,27 0-24,2 0-56,-1 0 24,1 0-40,0 0 40,-1 0 72,-1-3-120,1 3 32,-1 0 0,-3 0-24,-5 0 32,-13 0 40,18 0 0,-2 0-48,1 0 24,-2 0 8,-1 0-16,-20 0-8,18 1 56,0 1-136,-2 2 72,-1-2-64,-1 1-16,-8-2 88,-1 0-56,-1 1-88,14 0-8,-15 0 16,12 0 16,-12 1 120,-5-3-168,15 4-16,-11-2-64,1 0-56,1-1 0,-1 1-56,1 0-48,-2 0-145,1 0-95,-1-2-32,-1 0-136,0 1 816,-2 0-864,-1-1-160,4 0-241,-1 0-215,-3 0-248,4 0-89,-4 0 1817,0 0-1800,0 0 128,0 0 471,0 0 433,4 0 352,-4-2 416,0 0-120,0 2-3833,0 0 3953</inkml:trace>
  <inkml:trace contextRef="#ctx0" brushRef="#br0" timeOffset="2941">2005 196 7449,'0'0'600,"0"0"128,0 0-728,0 2 761,4-1-201,-4 5-184,4 0-104,-4-1-56,0-1 24,3-1 64,-3 1 72,0 0 120,4 1 112,-4 1 48,0-6-656,0 3 697,0 3-41,0 0-24,0-3-48,0 3-96,0-4-488,0 1 480,0 1-120,0 1-32,0-1 8,0 2 0,0 0-336,0-5 353,0 6 7,-2 1-88,0-1-32,-1 8 16,-1-10-16,3-4-240,-4 4 232,0 2-64,-1 8-64,-8-10-16,10 10 40,0-12-128,1 0 128,-12 4-24,9 8 0,-10-10-40,10 1 16,-10-1-80,16-5 144,-6 6-48,-1-3-8,-10 3 16,12-2-16,-12 1 16,15-4-104,-1 2 104,-14-1-80,12-1 0,-3 1 16,-6-2 0,11 0-40,2 0 88,-6 0 16,-1 0-80,1-5 64,0-1 0,-8 1-48,13 4-40,2-4 104,-7-9-112,1 10 40,-1-11-16,1 10-8,4-4-8,-1 1 64,-5 3-72,3-16 32,-1 16-24,3-15 32,1 15-32,2 4 32,-2-21-48,0 7 40,0 1-24,0-1 32,2 0 24,0 11-56,0-7 32,0-3-32,0-1-16,4-2 40,0 12-24,-2-11 0,-1 8 40,5 3 0,11-16-64,-14 16 72,12-15 0,-11 14-8,-4 6-40,14-22 65,-8 16-130,9-10 41,-10 12-8,12-10 32,-15 12 0,1 0 80,16-4-63,-14 1-25,13-1 8,-12 1 8,6 0-8,-9 4 40,2-2 40,10 3-64,-11 0 24,12-4-40,-12 4 24,-2 0-24,11 0 40,-10 0-104,3 2 88,8 0-40,-10 1 32,-1-1-16,0 0 64,2 3-48,1 1 0,-1 1-16,-1 1 16,1-1-16,-5-7 40,4 7-24,0 8-8,-1-9 0,1 8-48,-4-8 104,1-4-64,2 3-24,-3 12-16,0-10 56,0 11-64,0-12 56,0 6-8,0-7 40,0 0-56,0 12-40,0-10 72,0 10-32,0-10 16,0-7 24,-2 16 0,0-8-40,-2 8 64,1-8-32,-1 8 24,1-12-40,1 0 40,-2 12-80,-2-10 8,3 8 16,-3-8 32,1 0-16,5-5 40,-6 7 8,1 8-16,-1-10 8,1-1-32,1 3 0,3-7-8,-4 3-16,0 0-72,-1-1 112,1 1-24,-3-2 32,5-1-32,1 0 64,-4 1-104,1-1 8,-1-1 48,1 0 0,-1 0 32,1 0-40,1-3-96,-1-1 120,-1-1-40,2 1 32,2 2-24,-1-2 80,-3-1-112,3-10 0,-1 11 64,0-1-64,1-8 32,3 9 8,-4 4 16,0-16-56,1 12 32,-1-14 0,0 12-8,4 3 8,-2-12 0,1 0-64,-1 10 32,0-17 16,2 16-8,0-6 24,0 4 88,0 2-56,0-14-32,0 5 24,0 10-64,4-15 40,-4 20-8,3-6 48,1-9-88,2 10 88,-3-10 0,3 12-32,-4-3-8,1-3 64,3 9-80,-1-6-48,10 1 88,-15 1-56,4 0 32,-3 3 24,5-3 32,0 0-112,-1 4 104,1 0-40,-1 0-16,-4 0 8,13 0 56,-14 0-80,3 0 24,3 0 48,-1 2-56,-3 0 8,0 0 40,4 3-32,-3 1-32,3 1 32,-1-1 0,-2 6-8,-2-10 16,5 4-8,-3 1 16,3 8-40,-3-10-8,1 10 32,-3-14-8,2 4-8,0 11-56,-3-10 8,0 12 48,0-3-32,0-11 40,0-1 48,0 16-24,0-12-88,-1 11 64,-3-3 8,0-8-8,4-7 32,-5 21 8,-3-14-88,3 11 56,-10-10-8,12 8 0,0-13 0,0 2 48,-12 13-88,10-11 8,-3 10 48,1-12 16,-6 7-32,10-9 24,-1 3 16,-11 8-80,10-10 64,-3 2-16,1 1 24,6-6-32,-5 3 56,-9 0-80,13 0 72,-4-2-32,1 1 32,2-1-48,0 0 88,-2-2-64,1 2 16,1-2-48,-1 0-8,0 0 16,4 0 8,-3-4 16,-1 0-48,0 1 96,0-1-24,1-11-64,2 14 16,0-1 64,-1-4-120,-2-14 24,3 16 48,-1-12-16,0 12 0,2 2 56,-2-16-24,2 3-56,0 10 32,0-14 0,0 14-8,0 4 0,0-20 16,0 15-88,0-16 16,0 17 88,0-14-16,2 16-16,0 1 104,1-17-56,1 14-64,-4-14 40,6 14-32,-1-10 8,-5 13-32,6-1 48,-3-12-32,1 9 0,0 1 40,1-1-48,-4 5 24,2-3-32,2-11-32,1 15-32,-1-5 72,1-1 24,9 1 64,-15 1 16,14 0-112,-10 4 56,0 0-56,1 0 24,-4 0 8,4 0 40,0 0-88,1 0 80,-1 0-8,1 0 24,-4 0-48,1 0 56,3 2-88,-2 2 16,-1 1-32,1-1 64,-1 0-16,-2-3 16,2 5-40,-3-1 16,0 3 8,0-3 16,0 1-16,0-3 0,0 9 16,0-9-104,0 3 56,0 8-8,0-10 32,-1 0 8,0 0 32,0 3-16,-1 8 8,0-10-48,-2 1 24,-1 8 0,5-14-16,-6 4 0,1 2-16,-1 1 16,1 0 16,-1 8 0,4-14 0,-3 2 80,-10 4-120,11 0 0,-1 1 32,-2-1-8,2-2 16,2-3 80,-4 6-32,-1-3-48,1 1 40,2-1 24,-3 1 40,7-6-104,-3 5 96,-2 1-64,1-4-16,-1 0 0,1-1 0,2 0-16,0 0 48,-1 1-80,3-2 24,-1 0 24,-2 0 16,3 0-32,0 0 64,-1-4-56,1 4 8,-1-3-24,0-3 16,0 1 8,2 3-16,0-2 40,0-11-96,0 15 0,0-5 64,0-12-32,0 15 24,0 1 56,0-14 16,4 11-80,-4-12 40,5 12-24,-1-14-8,-4 18 0,4-4 32,1-14-72,1 14 56,-1-11 8,1 10-56,-4-2 32,1-3-24,1 5-56,1-12 8,1 12 64,-1-10 56,7 12-48,-9 2 56,-3-14-40,15 12 0,-11-3-40,1-8 24,1 10 32,8-2-48,-10 1-72,1-1 72,1 3-16,0-1 56,-3 2-24,-1 0 56,4-1-72,8 3-8,-10-4-16,0 4 0,1-4 40,-5 4 24,15 0-32,-15 0-32,5 0 32,1 0-40,-1 0 48,-3 0 0,0 0 32,4 0-112,-3 2 32,1 0 24,-4 2-8,3-2 32,-2-1-8,-1 5 24,0-1-48,3 1-32,-3-1 40,0 3-80,0-8 104,-2 7-64,1 0-8,-3 8 72,0-11 8,-1 11 0,3-13-8,0 1 32,-3 14-48,-1-12 32,1 12-48,-1-12 40,-7 8-8,11-11-32,0 3-8,-5 12 8,-8-11 24,10 8 32,-2-8 48,3-4-72,-7 3 56,5 2-64,-1 1 24,0-1-8,-8-1 40,13-2-48,0-1 72,-3 3-40,-3-3-56,1 3 48,1-3 0,1-1-24,5-2 96,-4 4-16,2-2-88,1-2 40,-3 0-32,2 0 8,1 0-8,0 0 40,-1 0-72,1 0 16,-1-4 40,2 0 24,0 1 40,0-3-56,0 1-24,0-10-16,0 11-40,3 1 40,-2 2 8,2-4-16,-3-11-88,4 12 88,1-11-16,-1 12 0,1-12 80,10 11-64,-15-1-32,15-12-24,-15 13 40,14-1 32,-13 5-40,2-17 56,3 14-32,8-3 8,-14 1-24,6-1-8,-1 4 40,5-1 64,-7-1-112,1 0 16,2 4 64,-1-3-80,-1 3 48,-1 0 16,1 0-112,-4 0 72,4 0-32,-4 1 0,0-1 56,0 2-40,0 4-80,0-3 80,0 3-56,0-1 48,0 3-24,0-1-56,0 0 72,-2 1-48,0-1 56,-1 6 48,2-11-40,-2 3-57,-1 3-31,0 7-8,1-10-80,-3 1-80,3 1-32,-3 8-200,2-12-72,1 5-112,-1 6-152,-2-8-121,3-1-175,-1 3-152,0-1-88,1-1-65,-1-1-79,4-5 1544,-2 7-1536,0-1 143,1 1 417,1-1 352,0-2 368,0-3 256,0 1-576,5 2-3441,-5-4 4017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4:5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3262 1176 6873,'0'0'88,"4"0"40,-4 0 56,1 0-184,2 0 272,-3 0 32,3 0 56,-3 0 48,0 0 8,3 0-416,-2 0 449,-1 0-9,4 0-8,-4 0 16,0 0 16,0 2 8,0-1 40,0 1-16,0-2 16,0 2 24,0 0-15,0-1-521,0 0 504,0 1-56,0 1-8,-2 3-24,0-2 8,1-3-424,0-1 432,-1 4-80,1 0-48,-1-1 0,-2 1-8,-1 0-16,4-4-280,-4 5 273,0 1-73,-1-1 24,-1 1 8,-1-1 0,5-2-232,1 0 264,-6 2-16,1 1-72,-8-1-16,10 1 40,-8-1-200,11-5 168,-3 6 0,-3-1 24,-6 1-72,8-1-48,-9-1 0,14-3-72,-3 2 48,-13 1-56,12-3 40,-3 1 8,-6 0-32,10-1-8,2 0 64,-5-1-16,-8 0-64,10 0 48,-3-4-32,-6 1 16,13 2-16,-2-4 64,-3-1-128,-1 3 80,0-3-16,1 1-16,4 2 16,-1 0 64,-3-11-104,1 10 40,1-2 16,0-10 0,2 12 24,1-1-8,-1-12-64,0 12 72,2-1-8,0-11-8,0 14 24,4-12-80,-4 11 0,3-12 56,3 12 0,-3-5-24,-1 3 64,15 3 24,-14-14-72,12 12 16,-11-12 8,10 14-40,-13 2-16,2-13 40,16 10-40,-14-1 32,12-10 8,-14 15 16,3-2-40,5-2 40,-7-1-80,12-1 32,-10 1 8,10-1 40,-12 4-40,-2 1 104,16-3-8,-12 0-104,14 4 64,-15-3-32,14 3 24,-14 0 24,12 0-72,-13 0 24,1 0-8,12 1 16,-17 1-32,0 0 128,5 4-56,10-3 32,-15 3-24,3 1-24,1 0-56,-4-6 72,4 6-16,1 9 1,-1-10-33,0 1-8,-4 10 0,0-16-16,0 3 0,0 13-48,0-10 8,0 10 23,0-10 42,0 4-25,0-5 64,0-1-24,-2 14-40,-4-12 24,1 11-16,1-10 32,-1 6 16,-1-6-112,1 10 72,-1-12-24,1 12 8,-10-12 64,11 10-56,-1-10 0,-3 8-32,1-8 40,1-2-16,5-3 24,-7 14 32,-6-11-16,8 1-24,-1 1-16,-8-1 8,14-4-8,-2 2 0,-2 1-32,-3-1 8,3-1 40,-10 0-8,13-1-8,1 0 56,-5 1 8,0-2-40,-1 0 8,2 0-24,-3 0-8,8 0 8,-7-4-56,1-1-24,1-1 64,-1 1-8,1-1 8,3 1 8,-2-5 80,1 7-120,-1-12-32,0 9 96,2-10-8,0 12-16,1 2 24,-1-14 48,0 10-112,2-10 16,0 10 64,0-12-80,0 12 80,0-14-112,0 15 80,4-14 48,-1 14-40,-1-5-16,0-1 72,4 6-64,-1-14-24,10 5 40,-11 8-24,0-11 0,-3 14 16,14-2-16,-12-12-32,12 11 64,-11-10-24,11 12 56,-14 3-64,3-3 48,11-11-72,-12 11-8,12-1 16,-11-1 40,5 3-24,-3 1 80,-3-2-8,3 4-32,8-4-16,-10 4-32,2 0 8,-6 0 0,5 0-8,12 0-32,-12 0 48,1 2-24,-4-1 16,1 0 64,3 1-88,-1 0 16,1 3 32,-3 1-40,0-2 16,-2-3 48,3 14-40,0-11 16,-1 3 0,-3 8-16,4-10 32,-4-2-40,0 9 16,0-6-80,0 8 48,0-6-8,0 8 8,0-7 16,0-3 64,-2 1-48,0 12-32,-3-12 0,-1 10-8,1-10 24,5-7 8,-6 18 16,1-10-48,-3 8 24,1-10-16,0 8 8,4-12 8,-2 2 16,-10 11-72,10-14 8,-2 7 24,-10 7 48,13-13-24,3-1 80,-14 7-32,9-3-40,1 1-8,-10-1 0,10-1 0,4-4 0,-4 3 16,-10-1-64,14 0 32,-5 0 40,0-2 16,3 0-40,-1 0 56,-3 0-16,-1 0-16,3-4-24,-1 1-8,2-1 8,3 4 40,-5-6-88,1 1 56,-1-10 16,3 12-64,-1-3 56,0-9-32,2 12-8,1-12-8,-1 9 24,0-8 0,2 10 8,0 2 8,0-14 32,0 10-80,0-10 56,0 10 0,4-11-8,-4 16-8,0-3 40,3-16-72,3 16 40,-1-13 16,1 12-8,-4 0-16,1-5 16,12 5-32,-15-10-48,6 11 48,8-10 48,-11 11-32,-2 2 24,4-5 56,10 1-88,-11-1-24,0 1 24,10 1-16,-13 3 24,2-3-24,2 0 0,10 0 8,-15 4 0,6 0 56,-3 0-40,-1 0 16,4 2-48,-1 0-8,1 0 0,-3 2 48,1-1-8,-4-3 0,4 6 24,-1-1-64,1 3 40,-4-3 32,0 2-8,0-1-24,0 3 72,0-3-144,0 1 24,0 8-24,0-10 24,0 7 48,0-9 48,0 3-40,-2 1-16,0 9-16,-1-10-24,-1 1 48,4-6 0,-5 13 0,-1-10-8,1 1 32,-1 1-48,1 1 48,1 1-24,0-1 16,-11-5-72,12 3 80,-5 3-40,1-3 32,0 0-16,7-4 72,-8 4-72,3 1 32,-3-1-16,1 1 8,0-5 8,-1 1-24,3 0-8,-1 0 8,-1 0 32,1 0 0,3-2-40,1 0 64,-5 0-24,1 0-72,1 0 32,1 0 24,0 0-32,1 0 48,-1-4-88,2-2-8,0 3 64,0-3-16,2 4 8,-1-1 80,-1-3-80,2 1 32,0-10-24,0 11-32,0-8 24,0 10 48,0-2-56,3-11-16,1 12 40,0-12 8,-1 11-48,3-12 88,-1 10-128,1-9 32,-1 10 88,10-12-72,-11 12 128,1-10-72,10 11-112,-11-1 88,1-12-48,9 14 32,-13 3-8,-1-6 56,6 1-104,10-1 56,-12 1 0,1-1-16,1 2 56,10 1-88,-12-1-8,2 4 72,10 0-16,-13-3 0,-2 2 48,2 1 8,3 0-40,-2 0-32,-1 0 16,1 0-24,-4 0 24,4 2-24,-1 0-16,-3 4 40,4-1 8,-4 1-24,0-3 16,0 1 40,0 3-80,0 1 72,0-1-48,-2-1 24,1 0-8,0-5 8,-2 4-56,-1 10 48,-2-9-24,1 1 16,-1 8-8,5-14 16,-3 3 0,-2 4-48,-8 8 16,10-10 16,-3-1 16,3 5 0,2-5 24,-13-3 16,12 3-40,-3 3 24,-1-3 24,0 2-8,6-6-40,-6 4 48,2 0-80,-3 1 48,1 0 8,1-1 24,4-3-48,-1 0 120,-3 0-144,1-1 32,-1 1-8,3 0-16,0-2 16,2 0 56,-3 0 0,2 0-88,1 0 72,-1 0 0,0 0-56,2 0 16,-2 0 72,0-4-136,0 1 24,2-1 32,-1 0-16,1 2 24,0 1 72,0-3-40,0-2-48,0 3 40,0-3-32,0 3 8,0 3 8,3-4 48,1-2-104,-4 1 56,4-1 32,-1-8 8,1 10-24,0 0-64,1-1-16,1-1 32,-3 1 64,1-10 8,2 11 32,-1 1-72,1-3-24,-1 1 24,-1-1-40,-1 2 0,3 1-8,-2-3 48,-1 3-32,1-1 56,2 0 8,-3 4-40,1-3 16,1-1-32,-1 4 16,-1 0 0,-2 0-16,-1 0 8,3 0-48,-3 0 40,4 0 32,-4 0-40,1 0 24,2 0 32,-3 0-80,0 0-32,0 0 56,0 0 8,2 0 16,-1 0 32,-1 2 0,0-2-88,0 2 32,-1-1-16,-1 1 72,2-2-32,-2 6 32,0-3-96,0 3 80,-1-2-40,1-1 24,0-1 0,0 0 64,0 0-104,-1 1 48,-1 1-32,2 0 24,-2 0 0,-1-1-48,1 1 64,-1 0-48,1-3 32,0 3 8,4-3-8,-3 2 0,-1-1-32,0 1 24,1-1 8,-1 2-32,3-1 32,0-1 72,-3 2-48,1 0-72,-1-1 64,-1 1-48,3 0 32,2-4 8,-4 5 40,0 1-144,1-3-8,-1 3-168,2-2-200,1-2 472,-2 1-657,2 3-359,-1-1-280,0 1-320,0 1-401,1-3 2017,0-2-2368,1 5-337,0-2 321,0 3 583,0 6-3160,0-14 4961</inkml:trace>
  <inkml:trace contextRef="#ctx0" brushRef="#br0" timeOffset="1370">3180 1036 8609,'0'0'744,"0"0"89,0 2-209,0 0-136,0 1-120,0-1-32,0 0-8,0 0 0,0 0 40,0 0-8,0-2 24,-2 0-384,2 0 369,-2 0 7,0 0-16,-2 0 0,3 0 0,-3 0-40,3 0-320,-2 0 344,0-4-80,-1 4 16,0-6 0,1 3-32,0-1-248,2 2 328,-1-2-64,-2-1-8,1-1 0,1-8-32,-2 10-7,4 4-217,-3-5 224,1-10-72,0 9 0,-2 1 16,2-12 8,2 15-176,0-1 200,-2-14 0,2 12-56,0-14 8,-1 14 24,-1-12-176,2 14 144,-2-12 8,0 9-16,0-18-32,0 10 8,1-3 8,0 14-120,-2-9 64,-1-4-40,-1-1 16,-1-1 56,1 1-16,1 6-80,2 4 120,-5-11-48,-1 1-72,-6 1 40,8-3 0,-8-1-40,14 20 32,-6-20 16,-11 1-72,12 3 16,-12 1 32,3 0-8,11 9-16,-2-4 56,-13-7-72,3 3 0,8-1 40,-15 0 16,10 4-40,9 7 96,-13-10-24,1-1-48,-2 9 48,1-14 0,1 15 80,12 2-152,-12-13 96,-2 11-8,1-12 24,-3 12 40,1-12 16,7 15-168,2 1 136,-12-16-47,1 11-9,-2-12-40,2 13-8,0-10-32,18 13 24,-18-2-96,-1-10 80,-1 8-24,4-10 72,-4 10-32,15 0-24,-8-6 48,-7 8 0,0-13 24,-1 14 72,1-12-32,6 11-112,9 2 120,-16-12-80,0 10 0,-1-11-56,-2 10 24,0-10-8,24 14 0,-20-2-8,0-2-32,-2-1 16,2 1 40,0 1-32,12 2 16,-4-1 72,-8-3-24,-2 1 24,2-1-24,-2 3-16,6-1-32,14 4 32,-18-4-40,0 4 64,0-5-48,2 1 0,0 4 40,15-1-48,-11-4 24,-4 2 0,0-1 88,-2 4-40,0 0-40,8-2-32,6 0 80,-13 2-72,1 0 48,0 0 0,0 0-32,0 0 8,19 0-32,-19-3-8,0 3 0,0 0 56,0 0 8,-2 2-48,0-1 48,1 1-16,-1 0-16,2-2 40,0 2-24,3-1-40,12 0 48,-16 1 16,1-1-32,-4 3 8,6 0-64,-4-2 32,18-2-8,-14 1 32,-2 5-72,-4-2 72,3 1-8,-1 1-16,10-3-8,2-1 72,-10 4-32,-4-1 8,2 1-32,-2-1 16,4 2-32,18-6 88,-20 6-56,0 10 72,2-12 24,0 1-80,1 8 8,14-13-56,-8 2 64,-6 4-56,3-1 88,-1 9-24,-1-12-8,5 1-64,8-2 88,-12 12-48,-1-8-16,1 9 24,2-10-8,-1 1-32,14-6-8,-13 5 40,1 1-56,-3 1 16,2 8 24,1-12-8,6 0-16,-1 0 40,-6 4-80,-3 1 104,3-1-88,-1 8 32,3-10-8,11-5 48,-13 15-88,1-9 136,-1 8-72,0-8 0,8 1-16,2-4-8,-12 9-32,9-7-32,-12 10 48,5-9 32,8 10-48,-6-12 32,6-2 112,-8 12-40,0-6 0,8 8-8,-13-10-56,12 10 0,8-15-8,-20 4-8,13 2-16,-13 10 24,12-12 8,-10 10 8,15-13-16,-1 1 88,-15 12-104,12-9 8,-10 8 0,10-8 8,-11 10 48,10-10 8,-8 1-56,8 10-32,-8-12 16,10 12-48,4-16 64,-12 5 0,8 11-40,-10-13-8,10 1 72,-1 2-24,-1 1 0,1-1 32,1-1-16,-10 8 16,12-8-56,-1 9 24,0-10 0,4-5 16,-4 7-24,-1 1-40,1 7 72,1-10-40,0 2 0,4-4 16,-2 2 32,-1 11-112,1-10 56,0 9 0,2-10 48,0 6-24,0-5 56,-2-1-32,2 10 0,0-10-64,0 14 16,0-14 24,0-5 40,0 19-88,0-12 24,0 8 0,0-8-88,0 10 80,0-15 32,0 1-80,0 16-64,0-12 40,0 9-40,0-10-16,0 12-16,0-10-120,-2 10-64,1-11-56,-1 10-152,0-10-152,2-5 720,-2 13-897,0-8-167,0 8-120,1-10 8,-3 14 239,3-16 937,0-1-1096,-3 15-352,-1-12-336,3 3-545,0-1 57,0-2 2272,2-4-1625,0 4 521,0 1-3321,0-6 4425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0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7361,'0'2'680,"0"0"192,0-1 105,0 3-89,0-2-888,0-2 808,0 4-64,0-3-40,0 3 32,0-2 9,3 0 15,-2-2-760,2 2 776,1-1-48,1 1 0,1 0 32,-3 2-111,1-3-649,-2 0 648,3 0-72,10 1-96,-11-2 56,10 2-40,-8-2-40,-6 0-456,18 0 440,-12 0-104,18 0-8,-10 0-23,3 2-1,-8-2-304,4 0 328,7 0-112,4 0 48,4 0-48,-2 0 0,-5 0-216,-15 0 224,24 0-80,1-4-8,0 4-56,2-3 56,0 3-40,-26-1-96,23-2 128,7-1-40,0 1-32,1-1 40,-3-2-16,-15 4-80,-3 1 136,18-5-24,0 1-64,-2-1 32,2 1-8,-4 1-72,-29 4 80,31-4 16,-2 1-80,-1-1 48,-1 0-24,-1 1 16,-20 3-56,11 0 88,7-4-160,0 4 56,0-4 16,-4 4-32,-7 0 32,-8 0 96,15-3-72,-4 3 32,1 0-40,-1 0 8,0 0 16,-16 0-40,13 0 0,1 0-24,-1 0 0,0 1 40,0 3-24,-9-3 8,2 0 48,7 3-40,-10-3-64,19 1 56,-18 2-8,11-2 8,-14-2 8,3 3 32,8-1-88,-10 0 24,2 0-64,10 0-24,-15-2 112,2 0-120,0 0-120,3 0 32,-2 0-40,-4 0 0,2 0 248,-1 0-256,-1 0-64,4 0-48,-4 0-80,0 0-16,0 0-72,0 0 536,0 0-553,0 0-111,0 0-88,0 0-128,0 2-160,-1-2 1040,0 2-1081,-1-1-95,-3 1 8,1 0-32,-1 0-89,1-1 1289,2 0-1288,-3 1-112,-1-1 24,1 1 239,-1 0 289,1 0 360,4-2 488,-4 2-240,-1 0-3721,6-2 3961</inkml:trace>
  <inkml:trace contextRef="#ctx0" brushRef="#br0" timeOffset="2368">1529 135 10162,'3'7'1640,"1"1"-368,-3-6-1272,2 10 728,0-6-383,-3-1-185,0 1-56,0 9 56,0-10 128,-1 10 112,-1-10 64,-2 3 96,-2 7 24,-1-10 24,5-4-608,-11 5 600,10 11-144,-5-12-31,1 10-33,-10-9-32,14 2-360,1-2 352,-15 0-24,12 9-88,-12-10 0,12 2 32,-13-1-272,17-6 232,-13 15 8,-1-12-48,0 5 16,8-1-48,-11-1-8,15-5-152,-2 3 168,-11 2-88,8-1 24,-6-1 40,8-2-64,-10 0 40,10-1-32,-11-1-56,12 0 8,-2 0-16,-1 0 0,7 0-24,-5-5 24,-1-1-48,1-8 40,0 10 16,1-2-40,2-2 8,0 0 64,0 4-88,-1-12 32,2 10 32,0-12-40,2 13 0,0 4 32,0-21 9,0 17-65,0-16 40,0 7 24,0-1-48,6-2 64,-1 3-72,1-1 32,11 0 24,-14-1-32,1 6-8,-2 5 96,12-10-56,-8 1-40,12 8 24,-12-16-32,12 17 16,-17 4-8,4-19 24,13 15-64,-12-10 8,12 10 8,-12-1-24,2 0 48,6-3 40,-9 9-104,17-5 0,-16 1 24,14 0-16,-15 1 56,14 3 16,-14 0 0,10 0-16,-11 0 40,1 0-40,-4 0 0,4 0 0,0 2-32,1 3 16,-1 1 16,1-1-24,-4-2 24,0 0 32,1 4-48,1 8-57,0-10 65,-1 3 0,1 7 8,-4-14 40,4 5 33,-4 8-81,3-6 8,1 8-24,-4-8 24,1-3 0,2 8 24,-3 2-48,0-1 32,0 1 0,0 0 8,0-5-16,0-5 32,0 9-16,-2-6 0,0 10-16,-2-11 8,-1 12-8,4-18 0,-4 3 8,0 15-40,-1-14 48,-1 10-8,0-11 0,-1-1-8,1 1 48,1 3-8,-8 1-40,8 6 0,-9-10 32,9 2-32,5-5 0,-16 14 24,12-13 0,-12 2-24,12-1 8,-2-1 40,3-1-48,-7 2 56,5-1-112,-1 0 48,0-1-8,-1-1 24,4 0-8,1 0 80,-3 0-24,1-3-88,-1-1 16,1 0 40,-1-1-56,6 5 32,-3-6 88,1 1-80,0-10 8,0 11 40,0-1-40,2-1-16,-2-3 32,1 4-64,1-10 0,0 9-16,0-12 64,0 14-16,0 3 64,0-18 8,0 4-48,5 1-16,-1-1-48,1 9 16,-4 2 24,4-14 24,-2 13-56,3-17 72,-1 16-16,12-14-32,-15 17 8,0 1 56,3-17-56,12 14 0,-14-14-16,3 16 0,9-3 0,-10-10 8,1 12-8,8 0-16,-10-1 32,2-1-8,-5 5 8,3-2-8,11 0-48,-11 3 16,1 0 16,1 0 24,-2 0 0,-3 0 48,5 0-24,-3 0-48,1 0 0,-4 2 0,4 1-48,-4-3 72,0 4-40,3 1-56,-3 1 48,0 0 72,0-1-16,0-1-8,0-1 56,0 5-48,-2 6-72,1-10 48,-5 3 8,5 8 8,0-13-16,-4 4 0,-1 8 8,1-10-24,-1 1 56,1 10 8,3-14-32,-2 4 0,-1 9-8,-1-8 0,-9 1 56,12 1-16,-1 1-32,2-4 72,-14 1-24,12-1-40,-11 3 16,10-1 16,-2 0-40,6-7 40,-6 8-16,0-3 8,-8 1 16,11-1-16,-3 1 16,4-5-48,-1 2 56,-4 0-56,1-1 64,1 2 0,-1-1-32,3-1-32,3-2 72,-7 2-80,1-2-56,1 0 120,1 0-48,-1 0 64,6 0-72,-2 0 120,1 0-160,-1-4 40,0 4 8,2-3 0,0 0-8,0 0 104,0-2-32,0-1-72,0-9 32,0 12-48,0-2 16,0 4-8,4-15 16,1 12-16,1-12 48,-1 12 8,1-13 8,-1 16-56,6-3 40,-7-15-96,1 14 16,1-14 32,-1 14 0,5-6 8,-5 5 64,-1 1-40,1-1-16,10-10 48,-11 12-64,1-11 48,1 12-48,8-3-88,-10-8 72,11 14 0,-11-4 32,2 1-8,2 0 32,-4 0-72,1-1-8,12 4 8,-13-4 8,0 4 32,-3 0 32,14 0-32,-11 0-48,1 0 56,1 0 0,-1 0 24,-4 0-32,4 0 16,-2 2-104,1 2-8,-4 1 24,0 1 64,0-1 48,0 1-8,0 1-32,0-1-32,0 1 0,0 0 8,0-6 24,-4 6-40,-1 8-24,-1-10 32,-1 12-8,-8-12 64,14 2-24,-1 3 40,-13-3-88,9 10 72,-8-10-48,8 9 40,-7-11-16,10-4 56,-3 14-64,-11-12-8,12 12 32,-10-11-8,10 1 0,2-2-8,-9 9 64,8-10-96,-1 3 16,-3 1 40,1-1-8,3-4-16,1 0 80,-12 3 8,13-2-64,-3 0 16,-1 1-32,2-1-24,1-2 32,-3 0-48,4 0 40,-1 0 8,1 0-24,1 0 8,0 0 16,-1-4-40,0 1 40,1-1-32,-1 0 16,2 1 0,0 1 24,0-2-24,0-1 40,0-1-8,0-9-24,3 12-16,-2 3 8,2-6 16,1-10-80,-1 12 64,3-1 8,9-12-16,-13 14 8,-1 0 48,5-15-64,9 14-48,-12-14 48,3 14 8,6-8 8,-8 8-8,0-2 48,11-12-72,-12 12-56,12-8 24,-11 10-8,-1 1 72,9-9-72,-9 9-8,3-3-8,8 1-8,-14-10 24,4 15 72,-2 0-8,3-4-32,1 4 0,-1-4-16,1 4 24,0 0 16,-6 0 16,3-3-32,1 3-56,-4 0-16,4 0 56,-4 0 24,1 0 24,1 2 32,-2-1-56,4 1-16,-4 0 16,0 4 16,0-4 8,0-1 48,0 5-56,0-2-48,0-1 16,0 3 8,0-3 16,0-2 16,0 4-9,-4 0-95,1 1 24,-1-2 32,-2 1 32,3-2 16,1 0 32,-6 2-72,-6 3-32,8-3 40,-8 1-40,8-1 72,6-5-104,-7 6-80,-1 1-128,1-2-40,0 1-80,-1 1-56,6-5 488,-3 2-536,-2 3-104,1-1-64,0-1-73,1 1-87,1-2 864,2-3-928,-1 3-112,1 1-112,0-1-89,0 0-87,-1 0-8,2-4 1336,0 1-1289,1 1 241,0 0 384,0 0 296,3 0 232,-1-2 136,0 0-3865,-2 0 3865</inkml:trace>
  <inkml:trace contextRef="#ctx0" brushRef="#br0" timeOffset="2369">1459 168 7385,'0'0'392,"0"0"40,0 0 88,0 0-80,0 2-87,3-2-1,-3 0-56,0 2 16,4-2 96,-4 0 32,3 0-440,-2 0 488,2 0 40,-3 0-72,4 0 32,-4 0-8,4 0-15,-3 0-465,2 0 512,2-4-104,1 4 16,-1-4 8,1 4-32,-3-2-400,-1 1 488,4-3-72,-1 4 32,10-4-16,-11 4-16,10-3 1,-14 3-417,4 0 368,12-4-64,-10 0 48,11 4 24,-12-3-48,3 1-328,4 0 384,3 2-160,0-4-56,1 4 64,1-3-56,1 3 64,2-4 8,2 4-80,1-4 40,-1 4-8,0 0-16,-19 0-184,16-3 144,5 3-47,3 0 15,1 0-16,-1 0-32,-11 0-64,-2 0 48,17 0-40,2 0 16,0 0 24,-1 0 8,-2 0-56,-27 0 16,30 0 24,0 0 0,0 0-16,2 0 16,2-4-40,-27 4 0,16 0 8,9 0-32,2-4 0,-4 1 48,2 3-32,-11-3 8,-13 2 40,22-3 16,2 4-40,-4 0 8,-1-3 8,-3 3-24,-25 0-8,20-6 8,2 6-32,-4-4-8,1 4 16,-5-3-8,-8 3 24,1 0 40,-4 0-64,16 0-40,-16 0 16,10 0-24,-12 0 72,-3 0-40,6 0 0,-1 0-72,10 0-64,-15 2-33,4-1-111,-3 0 320,2 0-384,0 3-144,1 1-120,-4-1-48,4 2-104,-4-4 800,0-1-864,3 3-89,-3 1-63,0-1-56,0 2 8,0-1-41,0-5 1105,0 6-1176,0-1-56,0-1 0,-2 0 95,1-3 289,0 1 848,0 0-528,-1 0 216,0 2-600,2-1-2929,0-3 3841</inkml:trace>
  <inkml:trace contextRef="#ctx0" brushRef="#br0" timeOffset="2370">3014 120 9337,'0'6'1145,"0"-1"-113,0 3-344,0-3-208,0 1-136,0 1-88,0 2-256,0-3 296,0-3-8,-1 12-7,-3-9 103,-2-1 40,1 12-424,5-17 472,-7 5 32,-8 10-80,9-9-16,-1 10-24,-8-9-72,13 0-312,-1 3 352,-16-3-72,5 8 24,-3-9 0,2 8 1,4-9-305,8-4 352,-12 15-32,-2-10-48,3 1-8,-3 1-8,1 6-16,13-11-240,-9-2 280,-5 4-120,1-1-16,8 0-24,-14-2-8,18-1-112,1-1 152,-14 0-24,10 0-24,-9 0-56,10-3-8,-9-1-40,13 4 32,-3-5-16,-1-1 8,-1 1 40,2-10-40,-1 11 40,5 0-64,-2-7 64,2 6-96,-1-10 32,0 12 16,0-14 16,2 13-32,0 3 72,0-18 0,0 4-104,4 10 56,-1-13 0,3 1 0,-6 16-24,5-4 72,12-18-96,-13 8 48,12 0-32,-10 0 64,2 13-56,2-1 64,-4-17-40,14 14-16,-15-12-16,16 12 64,-9-10-56,-10 14 56,4-2-8,16-11 0,-7 15-72,-1-5 32,1-1-8,-12 5 0,9-3-32,-7-2-32,17 3 8,-7-1 64,0 4 24,-5-2-32,-4 0 80,0 2-56,14 0-32,-14 0 0,12 0-16,-13 2 16,-4-2 8,15 2-40,-11 2-56,10-1 72,-9 3 8,8-1 56,-12-2-40,0 0 64,2 2-88,-1 1-40,1 1 24,-4 8 8,4-9 16,-4 8 16,0-8-80,0 10 24,0-10 48,0 12-40,0-17 48,-2 4 32,0 11-96,-3-8 32,-1 10 48,1-12-56,-3 12 96,1-13-48,-8 12-16,11-11 32,-3 8-48,-6-9 24,11-4 8,-3 6 0,-12 8-16,3-10 32,6 3 16,-10 6 24,16-13-64,-3 0 80,-12 5-64,10-1-8,-12 1 8,12-3 24,-5 0-40,6-2 88,-2 5-24,-8-3-64,10-1 32,-10-2 24,10 0-8,6 0-48,-15 0 96,12 0-128,-5 0 72,3 0 16,-3-3-32,6 1-24,-1 0 96,-3-4-120,1 3 0,1-3 8,0 1 40,3 0-24,1 4 32,-2-14 8,0 12-24,2-3-16,0-12 24,0 14 40,0 0-64,0-8 16,0 8-48,0-14 0,4 12 16,-1-12 56,0 14-40,-2 2 81,5-18-1,-1 14-64,12-14-32,-14 15 16,3-16 24,-6 21-24,16-5 32,-12-12-32,11 14 8,-10-12-40,10 11 32,-13 2 0,1-1 40,14-12-104,-11 15 16,10-6 16,-10 1 24,5 2 8,-8 2 40,1-4-16,11 1-32,-12 4-65,12-4 25,-11 4-16,-3 0 64,3 0-72,11 0 0,-11 2 16,1 0 24,1 2-8,-4-3 40,-1 0-40,3 2 0,0 1-40,-4 1 40,0 1 16,3-1 24,-3-4-56,0 4 0,0 2-32,0 8 32,0-11 16,0 1 32,0 0 8,-1 5 0,-3-6-48,-2 3-16,1 10 64,-1-14 0,1 8 0,3-7 48,-5 1 32,-8 3-104,9 7 48,-1-10 8,-9 10-16,14-14-16,-2 3 64,-13 4-96,12 6 88,-12-8 40,10-1-32,-1-2-64,-1 0 128,4 4-64,-13 1 8,12-3-24,-10 1 8,11-2-56,4-3 32,-14 3-16,10 1 64,-3-3-24,1 0 17,-8 0-17,14-2-56,-1 2 32,-4 0-80,1-2 56,-1 0 16,1 0 0,2 0-24,2 0 96,-3 0-72,2 0-8,1-4 32,-1 0-56,2 1 56,0 2-48,0-2-16,0-3-32,0 1 88,0-1-32,3 1 16,-1 3-24,0-2 48,2-1-64,-1-1-8,1-8 64,2 10-16,5 0-24,-8 2 56,1-14-8,2 12-64,10-1 16,-12-10 0,1 11-16,-3 4 16,11-5 16,-7-10-72,10 11 56,-10-1 0,8-10 16,-12 15-16,0 0 72,15-5-112,-12-1-16,12 2-8,-14-1-8,11 1 72,-13 4-56,3-4-16,1 1-32,12-1-17,-14 4 33,3 0 40,-4 0 48,1 0-72,3 0 0,-1 0 56,1 0-48,-2 0 40,-2 1 24,-1 0 16,-1 3-64,4-3-56,-4 1 56,0 2-56,0 2 32,0-6 72,0 5 16,-2 2-128,-2-1 96,-1 1-24,-1 1 8,4-2 32,-1 2 8,-4-2-56,-8-1 32,9 3 0,-1-1 24,-6-1-8,11-5 16,-3 14-24,-12-9 32,12 1-8,-12 0-8,12 1 8,1-7-16,-9 3 8,8 2-48,-12-1 80,12 1-32,-10-1 0,12-1-8,0-2 88,-4 3-48,0-1-40,-1 0 16,-7-2 16,12-1-32,3-1 0,-6 2 48,1-2-56,-1 0 16,3 0 32,-3 2 8,5-2-48,-2 0 88,0 0-88,1 0-24,0 0 40,-2 0-40,3 0 24,1 0 32,-2-4 16,2 4-80,0-5 72,0 1-24,0 1 0,0 2-16,0-4 32,0-1-72,0 3 80,0-3-40,3 1 24,-1 2-24,0 0 40,2-2-56,1-10 0,-1 11-16,1 1 64,1-2-32,-6 4-32,5-14 48,10 15-56,-11-5 0,1-10 32,10 12 0,-14 1 8,2 0 16,2-4-56,1 1 16,10-1-32,-12 1 8,0 1 48,-2 2 0,12-1-24,-14-1-48,6 0 56,-1 4-16,-1 0 24,-4 0 8,4 0 40,-1 0-88,1 0 24,-4 0-8,0 0 0,0 0 32,0 0 56,0 2-88,0 0 32,0 3-40,0 1-16,-2-3 56,2-2 24,-2 4-72,-1 1 64,-1-3-32,0 3-48,1-1 72,1-3-8,-2 4-32,-1 1-32,-1 0 48,2 8 0,-1-13 0,1 1 16,2 0 24,-5 4-80,1-2-152,1 1-64,-1 1-136,1-1 408,5-6-528,-6 14-80,1-12-200,-1 4-81,1-1-135,-1 1-136,4-4 1160,-1 1-1280,-1 3-225,-1-2-215,1-3 40,2 1 343,1 0 1337,0-2-920,-1 0-3313,2 0 4233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0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3278 1203 8913,'0'1'1041,"3"3"-57,1 4-296,-4-1-248,4 0-128,-4-2-312,0-2 304,0 4-32,0 0 48,0 1 72,0-3 33,-2 3 55,2-8-480,-2 5 448,-3 2-56,-1 8 56,-1-11-8,-1 3-24,5-4-416,-1 1 424,-11 4-120,10-1-24,-3 1 32,-10-3-32,13 0-280,4-4 320,-15 6-39,9-2-57,-10 3 8,10-3-24,-12 1 0,18-5-208,-3 3 224,-15-2-80,14 2 8,-12-2 48,10 0-48,-2-1-152,3-1 160,1 0-8,-10 0-32,11 0-40,-3 0 48,0 0-128,7 0 96,-8-3-56,3-1 0,-3 0 32,3 1-72,-1-3 88,6 4-88,-1-1 112,-1-14-120,0 13 40,2-1-16,0-12 24,0 13-40,0 3 88,0-18 8,0 14-48,4-15 8,1 14 24,1-14-8,-6 18-72,16-11 88,-12-1-88,1-1 32,10 0 8,-9 0-32,2 8-8,0 0 88,-2-8-80,8 0 24,-8 10-8,9-15-16,-11 15-8,-3 4 24,17-16 16,-12 12 8,14-12-8,-14 14 8,12-3-40,-17 5-8,4-3 24,13-2-24,-13 1 16,16 1 16,-16 0 16,7 2-48,-5 1 96,-2-3-48,14 4-8,-14 0 16,10 0-40,-12 0 40,-2 0-56,4 2 64,11 1-88,-12 3 48,2-2 8,-1 1-48,1-2 16,3 0 72,-9 4-80,4 0-40,1 8 72,-1-9-56,-4 5 32,0-8 48,3 12-7,-3-8-74,0 10 49,0-10-24,0 12 8,0-15 0,-1 6 33,-3 5-49,0-8-1,1 14 17,-3-7 17,3-9-17,1-2 48,-4 17-48,1-14 8,-1 10-24,-9-10 32,10 10-16,5-16 48,-8 6-40,-6 8-64,8-10 72,-9 2-32,10 1 16,0-5 0,-5 3 72,5 1-152,-12-1 64,10 1 40,-8-1-16,10-3-8,3-2 120,-15 4-104,12-2-40,-12 0 40,12-1-40,-10-1 64,13 0-40,-2 0 64,-12 0-104,12-3 64,-3-1-24,1 0 24,4 2-24,-1-1 56,-3-12-40,3 15-16,-3-15-24,2 12 56,3-2-32,1 4 8,-4-15 48,2 12-56,0-13 32,0 12-40,2-13-8,0 16 16,0-2 40,0-13-120,0 12 72,4-13 40,0 3-32,-2 11 0,-1 2 88,3-20-48,2 17-64,-1-15 24,1 14 16,8-12 56,-13 17-72,2-13 64,12 8-40,-10-14 16,12 15-64,-14-12 56,5 15-32,1-1 72,-3-14-112,10 13 80,-10-1-40,12-1-24,-14 2 24,-2 3 80,16-5-88,-13 1-8,14 1 48,-16 0-24,12 4 24,-12 0-32,0 0 32,13 0-80,-10 0 72,8 0-16,-10 2 0,4-1-8,-1 0 64,-3 1-88,10 2 8,-10 1 48,11 1-24,-12-1-8,-3-5 32,6 6-16,-1-1-56,10 3 24,-15 6 16,6-10 8,-5 1-8,1 5 48,-2-5-104,4 1-8,-4 10 64,0-10-40,0 5 40,0-8 64,0 5-8,-2 8-112,-2-8 64,1 12-40,-3-13 8,6-6 24,-7 17 40,-8-11-88,10 10 80,-10-10 0,9 11-64,-2-15 32,0 0 56,1 13-56,-10-10-16,2 9 48,10-10 8,-10 8-40,13-11 16,-5 3 48,-12 10-16,12-11-88,-9 1 16,8 3-8,3-7 32,-6 3-56,5 2 40,-10-3 24,10 1-8,-9 0 72,12-3-72,1 0 80,-6 0-16,-6-1-32,10 0-24,-1 0 24,-1 0-16,6 0-16,-5 0 48,-1 0-96,2-3 104,1-1-64,-1-1 24,2 2-16,0 0 88,0-3-144,1-8 72,-1 10 0,0-1 0,2-9-16,0 11 56,0-1-24,0-12-40,0 10 40,0-12-24,0 12 0,4-14 24,-1 15-72,3-16 40,-2 16 8,1-17 16,-2 18-24,0 2 56,2-18-24,12 15 8,-14-12-80,3 11 72,7-12-32,-11 16 16,1-3-8,3-12 32,8 14-24,-10-12 16,11 11-40,-12-1 32,14-12-96,-13 17 24,1-5 56,12 1-8,-14 1 0,-3 2 80,15-2-40,-11 3-48,1-4 24,10 4 0,-11 0 16,-4 0-32,14 0 72,-10 0-128,2 0 32,-1 0 0,10 2 16,-15 0 8,0-1 40,5 3-16,-1 2-8,0-1-48,-1 1 32,-3-1 0,0-5-32,4 7-8,-4 1 16,0-1 24,0 8-8,0-10 8,0-3 0,0 4 16,0 12-80,-2-12 16,-3 8 40,-1-6-8,3 2 16,1-4 40,-13 9-24,9-8-40,-10 14 16,9-14-16,-14 9 64,21-15-40,-14 6 0,-1 9-48,-2-10 8,3 12 16,6-10 24,0-1 0,-4 4 16,-3-5-8,1 8-24,-1-8 8,0 1 56,10 5-48,3-9 16,-16 1 0,12 1 16,-12 1-40,12-1 16,-10 1 16,15-6-24,-4 1-8,-2 3-56,-1-2 48,1 0 8,0 0 8,2-2 0,2 0 64,-2 0 0,1 0-56,0 0 8,3-4 16,-3 4-32,4 0 0,-2-4 24,0-1-80,0 1 40,2-1 16,0-10-16,0 14 16,0-2 56,0-12-88,4 10-16,2-10 72,-1 10-8,-1-9-16,-2 9 88,12 0-16,-10-14-80,11 14 24,-12-17 0,14 16-32,-15 6 16,1-18 16,14 3-72,-12 10 56,14-16-24,-14 16-8,6-4 32,-1 0 48,-5 3-128,15-12 64,-14 14 0,14-11-32,-15 12 48,-4 3-32,17-6 0,-12-10-40,10 16 24,-10-4 16,8-2 8,-9 5 24,-6-3 0,16 0-48,-15 4 40,5-4 16,1 4 24,-3-2-32,-1 1 48,2 1 0,0 0-96,-1 0 16,1 2 64,0-1-56,-4 0 24,0 0 16,0 5-48,0-3-8,0 1 48,0 2-24,0-3 56,0 3-88,0-1-24,-2 1 80,0 1-72,1-3 64,0-2 56,-3 3-40,3 3-56,-3 6 56,2-10-64,-3 2 32,4-4 16,-2 10-16,-3-10-48,1 4-32,-1 1 80,-8-2 32,11 0-16,2-2 72,-6 4 24,-8-1-144,8 1 24,-10 0 0,10 1 24,7-8-16,-19 7 88,12 8-96,-10-13 56,10 5-24,-13-1 8,18-4-16,-2 1 64,-14 3-128,12 1 16,-10-2 32,10-1 8,-5-1 8,8-2 72,-3 1-8,1-1-16,-3 1-32,1 0-24,1-2 0,6 0 8,-5 0-16,-1 0-40,3 0 96,-1-4-40,2 1 48,1 1-48,0 0 72,-1-2-88,2-1 48,0-1-48,0-8 8,0 14 32,4-15-16,0 11-8,-1-1 56,1-10-48,2 11 0,-5 0-8,3-6 40,2 6-96,10-11 24,-12 10 56,11-10-48,-12 13 24,-1 0 72,15-14-32,-12 12-72,14-11 40,-14 12-24,13-3 0,-16 6 16,2-16-32,14 12-88,-12-1 80,14-1 8,-14 1 0,14-1 72,-15 0-112,12 1 0,-12-1 56,14 3-48,-15 0 64,-3 2 0,16 1-16,-13-4-8,12 4 48,-12-3-56,12 3 24,-15 0 8,2 0 8,3 0-104,-1 0 80,1 0 24,-3 0-56,-1 1 48,0 0 32,-2 2-48,4 3 8,-4-3 0,0 1 16,0 1-8,0-4-24,0 2-8,0 3-48,-2-1 24,0 1 0,-4 1 16,4-4 40,-1 2 16,-3 9-80,1-10 24,-3 3 8,1 1 40,-4 3-8,7-8 48,-1 3 16,-10 1-72,10 8-16,-3-11 40,-8 1-24,14-4 8,-2 4 64,-3 0-120,-8 3 24,12-3 16,-5 1-16,5-4 32,-1 1 64,-4 3-72,-6-3 24,12 1 8,-4-2-16,2-1-8,3 0 40,-3 0-24,-1-1-8,1 0 32,2 0-32,-2 0 16,4 0-24,-1 0-24,-1 0-56,2-3 8,0-1 64,0 0 48,0 2-40,0 1 80,0-5 24,3 1-136,1-1 0,0 1 32,1-12-32,-4 16 32,4-2 48,0-2-88,1-1 8,10-10-16,-12 12-8,-2 2 56,2-1 8,12-3-88,-12 1-40,1-1-32,1 1-56,5 2 208,-7 2-297,-1-3-23,3 4-128,9-3-32,-15 3-40,5 0-112,-4 0 632,4 0-712,9 0-272,-10 0-65,1 0-143,1 1-128,-3 0 1320,-1 0-1416,4 3-257,9 1-63,-15 1 263,5 0 385,1 1 1088,-6-7-1176,16 15-2913,-16-15 4089</inkml:trace>
  <inkml:trace contextRef="#ctx0" brushRef="#br0" timeOffset="1219">3245 1133 8977,'0'0'777,"0"2"-57,3-2-144,-3 1-176,0-1-88,0 0-72,0 0-32,0 0 48,0 0 56,4 0 72,-4-2-384,0 1 440,0-5-8,0 1-15,0-1-41,0-8 0,-2 10-8,2 4-368,-2-17 320,2 12-8,-2-12 16,1 12 16,-1-16-8,1 14-336,0-2 312,-3-8-56,2 1-24,-1-3-48,1 3 40,-4-4-32,3-1-23,-1 1 7,-2 0-8,-1 0 24,0 0-16,5 15-176,-4-13 160,1-5-104,-2-1 0,-1 2 40,-8 1-16,12 10-80,2 2 152,-13-11-64,10 0 0,-10-1-40,8 1 24,-9-1-72,15 20 88,-13-19-48,-1 0 0,0 1 56,-1 3-16,-3-1 8,13 11-88,-4-6 104,-9-5-128,1 1 48,-2-1 40,-1 2 8,5 3-72,10 8 128,-16-11-40,2 0-24,-2-1-24,2 1-8,0 1 24,18 12-56,-20-11 32,-2 7 16,0-16 24,-2 17-16,0-16 24,15 14-80,-2 0 112,-12 1-16,-1-8 80,0 8-80,-1-11 24,2 13-120,22 3 96,-23-16-64,-1 17 96,1-5-80,-2-12 56,1 14-32,19-2-72,-12-7 80,-7 8-16,1 1 16,2-12 16,-2 11-32,9 1-64,9 1 96,-16-4-40,-2 1-23,0-1 15,2-8 40,-2 14-32,25 0-56,-21-6 72,-4 1-80,0-1 16,0 1 32,-1-1-8,16 4-32,-4-1 88,-13-1-80,3-11 16,-3 15 32,1-4 32,6 2-88,16 1 88,-23 1-24,1-4 8,1 0-56,0 4 16,-1-3 32,22 3-64,-16 0 0,-3 0-32,-4-4 56,4 4-40,-1 0 56,10 0-40,4 0 88,-13 0-64,-4 4 40,5-2-64,-1-1 32,0 3-32,22-4 8,-20 0-16,-2 0-8,2 0-8,-2 2 48,0 0 24,16-2-48,-6 2 72,-10-1-48,0 5 16,2-4-16,-2 0 48,4 1 56,0-1-56,-2 0 48,3 2-56,-1-1-8,2 3 24,15-5-80,-15 3 0,0 2 16,-2-1 48,0 1-56,1-1 80,10-2-88,0 0 88,-10 12-48,3-12 112,-2 3-48,-1-1-16,2 0-88,16-4 88,-16 6-104,-1 8 64,-1-10-8,1 1-8,0 1 16,13-5-48,-9 2 8,-2 1 0,-1 10 8,1-9 56,-3 8-8,8-10-64,6-2 80,-14 3-16,5 10-8,-3-9-16,2 1 32,-1 9-16,15-14-56,-15 4 8,1 12-8,1-12 0,6 8 32,-12-8-16,17 0-16,-1 3 32,-18-4 8,14 10 80,-10-8-80,3 8-8,11-9-32,3-5 16,-18 16-80,12-12 168,-15 12-48,7-10-24,1 12-24,10-16-8,-7 8-104,-4 4 16,8 0 112,-13 0 0,5 3 64,7-10-88,1-1 120,0 9-104,-13 3 40,12-5-32,-8 1-8,8 1-16,8-15 8,-16 4-8,8 15-72,-10-5 64,12 0 48,-10 1-48,14-10 8,-2 3 64,-12 8-56,10-10-8,1 11 48,-3-1-8,-2-5-40,6-8 72,0 15-24,-1-5-24,-3 1-16,3 0-16,-1 0-8,6-14 16,-7 14-16,1 0-24,3 1 64,-1-1-8,2 2 24,0-10-40,0 0 80,1 10-96,-1-2 72,0 1-56,0-1 8,0-2-8,2-11 32,-2 12-64,1-6-8,-1 10 16,2-11-16,0 14-8,-1-19 48,0 3-80,1 13-88,0-12-64,0 10-8,0-10-56,0 6 296,0-6-336,0 9-112,0-9-152,0 12-128,0-13-56,4 14-97,-4-18 881,3 5-888,-3 11-16,4-3-168,-4-6-265,4 10-303,-3-15 1640,1 0-1936,4 15-169,-1-12 17,1 1 223,-1 10 513,9-14 1352,-11-3-888,2 15-3313,-5-15 4201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0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7961 1957 10290,'0'1'1656,"5"1"-448,-4-2-1208,13 2 696,-10-2-383,-1 0-169,1 0-56,0 0-64,-4 0 64,3 0-16,-3 0 32,0 0 72,0 0 8,0 0-184,0 0 224,0 0-16,0-4-32,0 1 80,0-1-48,0-1 32,0 3-240,0 0 264,-1-4-88,-3-8 32,0 14 8,1-6 0,0-5-216,2 6 248,-1 1 0,0-2-64,-1-10 32,-1 12 32,0-12-39,4 14-209,-5-2 280,1-14-56,-2 12 56,1-12-40,-1 12-32,4-3-208,-1-2 200,-4 6-120,1-18 16,-1 9 32,1 8 16,0-13-144,5 16 144,-7-12 8,-6 10-32,10-19-8,-3 9 16,-1-1 0,7 12-128,-5-9 56,-1-5-32,-1-1 0,1 1 0,0 0 32,2 7-56,2 3 80,-4-10-32,0-2 16,-8 1-8,11 3 8,-1-2-64,5 17 64,-8-13 16,1-1-32,-8-2 32,10 3-16,-1-1 16,1 10-80,-5-5 72,5 5-40,-2-12 64,-10 12-48,12-17 56,-8 17-104,9 4 104,-3-23-48,-10 20-24,12-10 48,-12 10 0,11-12-32,4 15-48,-10-2 96,6-12-96,-12 11 40,12-1 32,-12-1 17,14 4-89,1-1 112,-14-12-56,12 10-16,-14-1 24,14-9-16,-11 15-48,15 0 16,-4-5-8,-14-12-24,14 14 56,-12-12-16,12 11 8,-1 3-32,-7-3 56,8-11-144,-12 11 152,10-12-32,-12 12-24,14-8-8,3 6 104,-15 0-88,10 1 24,-9-14-32,8 14-16,-10-13 40,17 17-32,-15-17-8,2 13-8,-3-12 32,0 12-16,3-14 40,7 18-40,-3-2 40,-8-15-48,1 13-32,-1-12 40,1 11 32,2-6-32,12 10 48,-15-2 24,-3-14 0,1 14-56,0-11 32,0 12-32,16 2-16,-13-4-16,-1 0-16,-4-12 32,4 13 40,-3-1-16,10-4-24,2 3 96,-9 2-80,-2 1 16,-1-1-64,1 0 72,1-1-40,18 5 32,-21-6-56,2 1 40,-1-1-16,-1 3 32,4-1 8,10 3-40,-6-2 72,-6 0-80,-2 3 16,-1-4 24,1-2 8,4 2-40,12 3 32,-16-5 8,-2 3-96,-1-3 40,1 1 56,0-1-40,20 5 0,-16-3 96,-2-2-88,-2 1-8,2 1 40,-2 0-40,12 2 0,0 1 64,-12-3-40,0 0 56,0 1-40,-1-1-32,3 1-8,20 2 0,-24-4-72,2 5 96,-2 0-24,1 0 24,-1-4-32,18 3 8,-10-2-40,-6 0 0,-3 3 24,3-4 32,-4 4-32,11 0 16,8 0 64,-16-4-48,-1 4 8,0 0 16,4 0-80,-4 0 64,25 0-24,-20 0-8,-3 0-32,2 0 112,0 0-80,0 0 8,12 0 0,-2 0 48,-8 0-80,0 2 8,0-2 56,-1 2-16,5-2-16,12 0 0,-14 0 32,-1 2 16,1 0-24,-2 0 24,-1 1-8,17-2-40,-12 2-48,-6-1-8,4 0 16,-1 1 8,-3-1 16,10-1 16,4 0 16,-12 1-16,-2 3 80,2-1-64,-1 0 40,1-1-8,20-3-48,-20 2-16,0 2 64,-1 0-64,-1-1 40,0 3 8,15-5-32,-6 1 32,-7 4-16,-2 1 8,2 1-8,-3-1-8,7-2-8,10-3 40,-16 4-64,0 9 24,0-12-8,4 5 56,-2-1 24,17-6-72,-13 13 24,-4-9-8,2 1-16,-1 8 80,1-8 80,9-2-160,-1-1 248,-8 14-24,-2-12-16,1 3-104,-1 6-88,4-12-16,14-2 16,-17 6-40,1 12 24,2-14 8,-3 1 16,3 3-40,10-7 16,-7 3 0,-3 2-24,-3 10 8,3-10 32,-1 1 24,5 3-40,6-5 48,-13-1-16,-1 10 32,0-10-32,2 3 16,-3 8-24,20-14-24,-18 4 32,1 2-88,-1 8 64,1-10 16,0 1-24,9-1 0,-3 4 88,-6-3-104,0 10 16,-1-10-32,3 10 16,1-11 16,11-4 8,-12 6-8,-3 10 40,1-12-64,1 12-8,-1-12 40,1 14-40,1-14 72,-1 12 96,3-12-80,-3 3 40,13 0-96,1-2 48,-18-2-48,5 2 96,9 8-80,-12-8 24,5 8-40,13-13 16,-4 4-64,-13 10 32,10-10 0,-8 10 0,8-9 24,1-4-8,-4 3 16,4 11-40,-12-8 88,12 7-16,-12-10-32,15 9-16,3-10 64,-18 2-104,12 9 8,-11-8 64,10 8-8,-10-8 24,17-6-48,-5 15 64,-11-11-120,2 15 48,8-14 16,-11 12-32,10-15 24,1 0 88,0 13-64,-12-10 16,3 9-16,8-10-40,-7 9 16,12-11 8,-4 2-56,-12 10 72,12-10-32,-12 10 0,14-9 8,0-2 0,-7 8-64,7-6-8,-12 1 56,12 0 0,-3 1 8,4 1 8,1-4 64,-4-1-88,-1 4 40,1 6 16,0-10-48,1 3 8,6-6 8,-7 13 16,-1-9-72,1 10 72,2-9 8,-3 8-32,3-8 72,-1 10-64,1-10 8,-3 9 8,3-10-16,0 9 0,4-11-16,-6 2 32,0 10 16,-8-9 0,11 10 0,-1-10-40,3-3 8,-2 12-32,-3-8-72,-1 8 80,1-9 56,-8 1-16,13 2-16,1-3 56,-5-1-40,1 12-64,-1-12 16,1 3 8,-3 6 24,8-14-24,-5 4 32,-1 1-96,1 12 72,1-11-40,-2 1-32,5-2 88,-1 5 16,-2-5-96,0 1 0,3 8 32,-1-8-32,0-1 80,2-3-80,-2 13-32,0-10-24,2 3-40,0 8-56,0-10-32,0-5 264,0 14-360,0-9-88,0 1 56,4 10-80,-4-12 72,2 4 400,0-1-304,-2-1-160,0 13-137,3-14-295,1 11-256,-1-12 1152,-2-5-1408,2 6-41,-3 12-71,0-13-40,4 3 183,-4-1 97,0-2 1280,0 5-1328,0-6-120,0 3 127,0 0 217,0-1 360,0-1 744,0-3-4073,0-2 4073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8681,'4'0'1417,"1"0"47,0 0-1464,7 0 1000,-7 0-448,16 0-176,-16 0-64,12 0-39,-15-3-273,-1 2 272,16-3 120,-13 1 192,12 3 248,-10-4 168,12 0-48,-17 4-952,15-3 833,2-1-241,0 0-72,4 4-32,1-3-48,-14 3-440,5 0 464,10 0-72,2 0-32,2 0-40,-1 0-8,-3 0-312,-18 0 304,23-4-80,2 4 9,1-4-25,1 4-16,2 0 24,-29 0-216,23-3 144,6 3-32,1-4 8,1 4-24,2-4 16,-17 2-112,-2 1 88,22-3-24,2 0-32,2 1 24,-1-1-16,-3 1-40,-39 2 0,45-2 64,0-1-96,0-2 72,-2 1 24,0 1-48,-32 3-16,18-1 64,12-2-96,-2 0 8,4 4 80,-4 0-8,-12 0-48,-17 0 96,25-4-24,-4 4-144,-3 0 64,-2 0-24,-5 0 32,-23 0 0,22 0 72,-3 0-104,-3 2 40,-1-2-32,-1 2-64,-12-1 88,0 0-80,17 1-56,-15 0-48,14 1-16,-14-1-32,10 1 232,-13-2-256,1 3-120,12-3-48,-11 3-113,1-2-95,1 0-80,-5-2 712,3 2-808,2-1-184,-1 3-145,1-2-15,-2 0-88,-2-2 1240,-1 0-1200,3 0-25,0 0-103,-4 0 16,3 0 48,-3 0 263,0 0 1001,4 0-656,-4 0 232,0 0 240,4 0-3833,-4 0 4017</inkml:trace>
  <inkml:trace contextRef="#ctx0" brushRef="#br0" timeOffset="1285">2135 129 8617,'6'0'2617,"14"2"-1825,-16-1-792,8 0 464,3 1-96,-9 2 0,8-1 64,-14-1-64,3 1-368,-2-2 473,3 1 7,-1 1-24,1 1 24,-4 0-40,0 1-24,0-5-416,0 4 392,0 1-120,0 3-8,-2-1-16,-3 8 0,1-13-248,0 1 288,-3 14-64,-10-10-15,10 15-9,-13-7-8,6-1-192,11-11 200,-15 17 8,1-4-24,-1 3 0,0-3 0,-1 3 8,15-16-192,-12 8 192,-3-3-104,-1 10 72,0-12 0,2 10-32,7-14-128,3 0 216,-6 3-88,-3 3-64,0-3 16,3 1 0,-2-4-80,15-2 64,-6 0 40,-13 0-104,12 0 64,-10 0-32,12-6-8,2 4-24,-6-1 96,4-3-120,1 1 32,-3-1 32,3-11 24,1 14-64,2 1 104,-3-16 8,1 12-88,2-10 32,0 10 32,2-14-48,0 19-40,0-4 120,0-17-104,0 7 32,4-1 8,0 1-40,-2 8-16,1-2 112,3-6-80,8-2 8,-10 3 32,2-3-48,10 4-24,-14 11 56,4-12 16,10-1-88,-10 0 40,12 10-16,-12-17-8,-2 18 0,10-7 24,-9-4-88,14 10 48,-4-12 0,-10 14 48,7-1-32,-6 2 80,0-13-64,9 12-88,-10-1 48,15-2-8,-14 3 24,-6 3 8,20-4 40,-14 4-128,10 0 112,-12 0-48,11 0-16,-13 0 40,1 0 40,3 0-104,10 2 40,-12 2 72,1 1-56,7-2 8,-9-2 16,1 4-8,-1 3-32,1 6-16,2-8 40,-3 9-48,-3-14 48,0 3-24,0 13-48,0-10 8,0 11 8,-3-3 24,0-6 32,0-1 8,-2 8-24,-1 3-16,1-3 24,-3 3-8,-6-3 0,8 1 56,0-1-104,-8 1 88,8-3 8,-1 3 0,-10-2 32,10-8-88,-10 11 24,12-12 32,-12 11-8,12-13-24,3-3 48,-13 6-8,10 1-88,-10-1 88,11-1 8,-10-3-40,12-2-8,-2 2 64,-3-1-136,-1 0 48,1-2-8,0 0 32,3 0 0,0 0 80,-1 0-88,-2-4 64,1 0-24,2 1-40,1-2 8,3 4 40,-4-4-16,2-10-24,0 11 56,0-10-40,2 10 16,0 0-32,0-9 40,0 8-96,0-17 88,0 7-16,4 0-8,-2 6-8,0 4 73,1-14-57,3 1-65,0 1 41,8-1 32,-10 1 9,-4 16-33,5-16 64,1 0-112,9-1 40,-12 1 0,3 1 0,0 9 8,3-3 48,-6-4-96,3 8-9,-1-12 25,12 12 0,-14-5 32,-3 7-24,6 1-8,9-3-80,-12-10 32,3 16 48,10-4 0,-12 3 32,-4-2 24,6 0-112,8 3 48,-10 0-40,2 0 24,-3 0 56,-1 0 24,4 0-40,-1 2 24,-1-1 8,-1 3-24,1 1 8,-4-4-48,4 0-8,0 5-56,-1-1 48,-3 1 40,0 9-8,0-13 32,0 1 32,0 12-80,0 0-32,0-8 80,-3 11-56,0-7 56,2-7 16,-3 3 40,-1 10-48,1-2 0,-2-10 24,-1 15 32,0-5-32,-8-7 8,9 12 16,-8-15-24,8 15 40,-2-17-72,0 0 112,0 15-64,-8-12-40,8 9 40,-8-10 24,11 8-72,4-11 80,-15 3 32,10 3-112,-10-1 24,8 0 8,-6-1 0,12-5-32,-2 3 40,-3 0-88,-1 0 40,1-1 0,0-1 24,2-2-16,2 0 56,-4 0-48,2 0-8,1 0 24,0-3 24,2 3-40,2 0-8,-3-4 25,1-2-41,0 1 7,2-12 26,0 14 39,0 1-56,0-2 64,0-11-72,4 10 32,-1-12 16,1 12-40,0-10 0,-2 12 56,3-3-24,1-14-72,8 5 48,-14 10 32,6-14-64,-4 18 24,11-3-8,-10-17-40,12 7 8,-11 8 24,1-14-8,4 17 24,-1 0 32,-5-13-32,14 10-64,-13-8 8,1 10-1,11-10 57,-15 13-104,2-2 120,3-12-72,9 15 24,-12-6-8,3 3-16,-1 3 56,4 0-16,-5-4-64,2 0 16,8 1 32,-14 3 40,4 0-8,-2 0 8,2 0 48,-1 0-88,1 0-48,-4 1 80,4 1-16,-4-1 16,0 4-24,0 0-24,0 1 40,0-1-24,0 1 0,-1 2 32,0 0 16,-1-2-64,-2 11 0,-1-10 72,-1 9-32,1-11 8,5-4-16,-6 16 8,1-10-8,-3 9 48,3-8 16,-3 10 48,7-16-96,-5 2 80,-9 12-56,12-10 0,-3 10 32,-1-8 24,3 2-80,2-4 104,-5 0 0,0 12-96,-1-12 8,1 1 24,-1 8 24,1-12 17,0 3-73,1 1 16,-1-1-48,0-1 32,4-3-8,0 0 80,-2 2-104,-1-1 80,0-1-24,3 0-16,0-2-16,2 0 48,-3 0-48,3 0-8,-3 0 24,2 0 0,0 0 0,2 0-16,0-6 24,0 1-112,0-1 56,0 1 16,0-10 24,0 13-8,0 1 88,0-14-40,4 11-64,0-12 48,-1 10-40,1-9 8,-4 14 16,4-5 64,-1-12-120,3 12 56,-1-10-8,1 10-40,-5 1 32,3-8 32,2 7-88,-1-12-40,-1 12 64,2-8-56,-3 10 88,-1 2 16,4-4-40,-1-8-24,1 10 24,-1-1-24,1-1 24,-1 1 0,1-1-65,-1 6 49,-1-4 48,0 1-8,-2 3 0,1 0 72,1-4-120,1 4-48,1 0 80,-1 0-24,-1 0 40,-4 0 16,4 2 24,-1 0-112,1 1 32,-4 3-8,4-1 16,-4 1 48,3-1-104,-3 1 8,0 1 32,0 1 0,0-5 48,0-1 48,0 6-40,-1-1-56,-1 0 56,0 8-40,-2-10 32,4-5-32,-3 6 48,-1 11-96,-2-14 80,1 5 8,-1-1-16,4-1 8,-1 3 40,-3-4-96,3 1 80,-3 1 8,2 8-48,0-12 16,3-3 64,-5 6-64,1 1 0,-1-1 24,1-1 16,-1 1 0,5-5-40,-5 3 24,0 0-80,-1 0 32,2 1-8,-1-3 24,4-1 8,0 0 88,-3 3-80,1-3-24,-1 1 16,1 0-16,2-2 16,2 0-8,-4 0 56,3 0-120,-1 0 80,-2 0-16,2-4-24,2 4 32,-2 0 96,1-3-136,-1-1 24,0 4 40,0-4-32,2 2 8,0 1 48,0-3 8,0-2-56,0 1 16,0-1-40,0 1 8,0 4 16,4-13-16,-1 11-64,1-3 88,0-9-40,-1 12 0,-1-5 32,0 1 32,4 3-96,-1-1 0,1-12 24,-1 14-40,0-2 80,-4 4-64,4-14-32,1 15-88,-1-5 64,1-10-8,-1 15 64,-3-1 64,2-3 0,1-2-120,1 2 24,-2 1 8,1 3 40,-3 0 48,0 0 32,3-4-32,-1 4-32,0-4-32,-1 4-32,1 0 32,0 0-56,-1 0-24,1 2 80,0 0-32,-4 0 24,3 2 24,-3-1-128,0 1 24,0 1 16,0 1-40,0-2 176,0-3-136,0 5-48,0-1 0,0 1 32,-3 1-8,-1 8 24,-2-11-64,5 3-121,-5 8-31,1-10-88,1 10-128,1-12 568,0 0-552,-4 11-88,2-8-88,-3 1 24,1 0-41,-1-1-31,3-1-24,-2 1-120,1-2-56,1-1-32,-3 1 223,6-3 785,-1 2-520,-3 0 152,1-1-3657,5-2 4025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1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0 7209,'0'0'184,"-2"2"160,1 1-344,0-2 528,-1 2 144,2 1 73,-1-2-9,-1 2-40,2-3 32,0 0-728,0 2 720,-2-1 0,0 3 16,0-1 41,-1 0 31,0-2-808,2-1 800,-1 3 24,-2 0-32,1 1-79,-1-1 7,-2 2-64,6-6-656,-5 5 584,-1 2 24,-1 1-80,2 6-32,-3-8-56,6-1-440,-3 7 344,-2-7-39,-8 13-33,11-3 8,-11 0 32,11-4-312,3-7 288,-16 12 0,10 3-64,-10 1 8,14 0-32,-12 0-56,11 0 24,-3 1-88,-8 3 8,12-2 40,-3 3-40,3-11-88,1-2 120,-6 12-32,3 2-8,1-2 32,2 1-16,1-1-96,0-22 88,0 26-32,1-3-24,0 1-24,0 0 40,0-2-32,0-18-16,0 12-8,5 6 32,1-2-56,-1 0 40,1-4 8,-3-5-16,-1-7-24,13 10-16,-11-1-64,10 0-32,-8-1-16,14-8-56,-19-6 208,13 15-216,0-10-160,1 1-48,0-1-64,1 2-120,-9-4 608,1 0-608,9 2-105,-1-3-135,1 0-80,1 0-144,-4-2 1072,-11 0-1224,13 0-145,-10 0-175,16 0-192,-17-4-145,16 1 73,-20 2 1808,3-2-1369,14-1 465,-14-1 504,13-1 304,-12-8 0,4 11 96,-3 2-96,-1-14-3841,-5 15 3937</inkml:trace>
  <inkml:trace contextRef="#ctx0" brushRef="#br0" timeOffset="1498">504 337 8689,'-2'0'1233,"1"0"167,-5 0-144,-1 0-368,1 0-247,-8 0-89,10 0-552,4 2 512,-8-2-8,-8 0 64,10 0 64,-8 0 24,10 0-656,2 0 768,-14 0-15,10 0-81,-12 0-48,10 1-112,-9-1-512,16 0 440,-14 0-64,8 2-40,-13-2-8,5 0-16,0 0-16,10 0-296,-4 0 240,1 0-64,-10 0-23,10 0-49,-12 0 24,9 2-128,8-2 104,-14 0-56,2 0 40,10 0-72,-14 0 0,14 0 40,2 0-56,-11 0-16,9 0-40,-12 0 64,12 0-40,-10 0 24,13 0 8,0 0 40,-5 0-88,0-4-88,-1 4-80,3 0-89,-2 0 305,6 0-488,-4 0-152,-1 0-224,1 0-272,-1 2-232,3 0-257,2-1 1625,-2 0-1968,1 1-185,0 1-55,0 1 471,2 0 609,0 0 1128,0-3-584,0 5 440,0 1-1632,4 8-2169,-4-15 3945</inkml:trace>
  <inkml:trace contextRef="#ctx0" brushRef="#br0" timeOffset="1499">506 522 12402,'4'6'2545,"-1"1"-593,3 14-784,11-7-431,-16-12-737,1 2 536,15 12-168,-12-10-16,12 10 72,-12-10 24,12 10 112,-12-10-56,12 14-32,-12-12-24,14 12-88,-4-13-47,-15-6-313,5 16 224,13-9-72,-12 10 0,11-10-40,-12 8 8,2-13-120,1 0 128,-5 13-80,12-12 40,-9 3-40,10 1-16,-11-2-32,-4-5 40,15 6-64,-12-1 32,11-1-24,-10-1-8,10-2 32,-14-1-8,3 2-16,15-2-40,-14 1 32,14 0 24,-14-2-24,7 0 24,-4 0 48,-2 0-72,14 0 8,-14-5-8,12 1-40,-13-1 64,-4 4-64,19-4-32,-15-10-40,12 11 64,-12-10 32,1 8-16,0 1 56,5-4-48,-6 3-56,1-12 40,8 12-8,-10-14 72,-1 16 0,-2 2-40,4-18-40,1 5 16,-1 10-40,-1-14 31,1 16 41,-4 2 32,2-13-56,1 10 0,-4-10 64,0 10-32,3-1 8,-3 2 16,0 0 16,0-1-48,0 1 56,0-1-48,0 0 24,0 4 0,0 0 24,0 0-32,-1 0 88,-1 0-56,0 0-8,-2 2 16,3-1-32,-1 2 24,-4 2-8,0-1 33,1 2-1,-1 8-8,-1-8 40,0 12-16,-1-11-48,1 12 24,-8-3-56,10 3 24,4-17-8,-4 12 40,-9 5-96,8-1 128,-1 1-56,-10-1-16,15-11 0,-1 2 48,-5 10-32,-8 1 16,10-2 0,-1 3-40,-5-5 8,9-12-64,-1 14-40,-1 3 0,-2-3-32,-1 2-49,3-1-39,3-15 224,-4 10-304,1 6-64,-1-3-56,3 1-112,-1-1-96,2-6 632,0-4-720,-1 10-168,-1 1-145,2-1-167,-2-1-200,3 2-144,1-17 1544,-2 15-1673,2 1-103,0-3 383,0-6 449,0 10 384,2-16 560,1 2-88,3 12-16,8-10-24,-8 1-3825,-6-7 3953</inkml:trace>
  <inkml:trace contextRef="#ctx0" brushRef="#br0" timeOffset="1500">1221 912 9898,'0'4'1672,"0"11"128,0-1-495,0-6-481,0 10-824,0-16 496,0 13-152,0-8-104,0 13 48,0-5 56,0 0 48,0-10-392,0 4 448,0 8 24,0-1 9,-1 3-33,1-1-40,-2-6-408,2-7 328,-2 13-32,0 1-8,0 1-56,0 2-16,1 0-8,0-19-208,0 16 136,-1 3-16,0 0 16,0 0-24,0 0 8,1-10-120,1-2 96,-2 11-48,-2 1 40,2-2-72,0-2 24,-1-1-40,3-15 48,-2 14-24,0 1 24,0-10 8,0 11-32,0-12-8,2-2-16,-1 9-8,1-10 0,0 3 40,0-1-72,0-3 24,0-1 16,0 0-16,0 1-56,0-2 32,3 0-16,-3-4-40,4 0 8,-4 4 88,4-14-64,-1 10-24,-3-11 16,4 10 80,0-17-56,-2 15 48,1-1 0,3-10-16,-1-4 16,1 1 8,-1-3-48,8 3 40,-11 17-8,2-18-64,1-10 112,1 5-64,-1-1 48,1-3 0,-3 24-24,8-16-112,-11-6 120,6-2-32,9 0 32,-15 1 80,3 11-88,-1 7 40,4-21-16,8 0-24,-10 0-48,2-2 72,8 2-16,-14 33-8,4-34 24,1 1 0,10 2-72,-9 0 64,-1 3-56,1 18 40,5-7-8,-8-9-24,3 2 16,11 0 16,-14 4-8,1 6 8,-2 9 24,14-11-8,-12 1 0,1 1-24,10 8-16,-11-11 16,1 14-24,10-3-16,-11 3 72,1-1-24,10 0 0,-13 2 0,0 1 72,3 1-72,10 0-8,-11 0 16,1 0 0,0 0-8,-4 0 16,15 1 8,-12 1-32,1 2-8,1 1 8,9 1-24,-14-5 32,1 3-40,2 11-16,1-11-32,1 3 24,-2 8 16,-2-11 48,-1-3-48,3 16 40,0-12-56,-1 10 24,-3-9-8,0 10 8,0-15 40,0 6-32,0 7-56,0-8 24,-1 12-24,-5-12 8,4 1 80,-2 2-48,-1-3-16,-2 9 80,-8-10-16,9 10 16,2-11-16,3-3-8,-14 7-56,10 6 72,-1-8-8,-9-1 24,10 1-16,4-5-8,-4 3 8,-2 11-16,0-13 40,-1 3-8,3 1-16,0-5-8,2 0 32,-2 3-24,-1-3 16,1 1-40,1 0 32,2 0-16,2-2 0,-3 2-8,1-2 24,-2 0 0,0 0 0,3 0-8,0 0-8,0 0 32,-1 0-24,2 0 8,0 0-8,0 0 8,0 0-16,0 0 32,0-4-8,0 4 48,0 0-32,4-4-32,-1 4 64,-2 0-72,4 0 8,0 0-8,1-3 40,9 3-64,-12-4 48,6 4-24,-1 0 24,-3-4-16,14 1 8,-5-1-48,-8 4 48,15-3-16,-18 2 0,13 1-16,1-3 32,1-1 8,-1 0-16,3 1 8,-15 1-16,9-2 0,6-1-64,-2-1 56,2-9 8,1 12-24,-9-1 24,-6 2 16,12-13-16,1 10 48,-5-14-32,1 5 0,0-1-24,-15 14 8,5-3-56,17-17-8,-16 16 40,14-14 16,-14 14-24,2-4 32,2-2 32,-6 5-24,1-14 32,10 14-64,-15-14 24,4 16 0,-2 3 16,3-14-40,1 11 56,-3-10-48,1 10-8,0-13 0,-4 16 24,0-3-16,3-11-24,-3 11 16,0 1 16,0-3 0,0 3 8,0 1 24,-2-4-24,-1 1-8,-3-1 16,-1 3 16,1-1-16,6 4-8,-14 0-16,10 0 40,-11 0-24,8 0 16,-11 0-8,15 0-8,-2 0-16,-13 2 8,10 3 56,-10-1 16,11 1-24,-7 6-40,9-7 80,0 0-80,-14 1 72,14 12 0,-12-12-16,12 12 8,4-15-64,-13 11 32,9-8-16,-3 15 56,1-12 24,0 10 8,3-10-104,0-1 128,-1 8-24,-1-1 16,1 1-24,1 0-8,2 0-88,2-14 64,-2 18-24,0-1-16,2-1 8,0-1-16,0 1 32,2-13-48,0 6 8,4 7-16,8-1-16,-10-1 8,11 0 32,-13-10-16,-1-3-16,16 17 32,-12-14-96,12 12-24,-11-12-48,17 12-80,-22-17 232,15 5-280,-1 3-64,3 6-72,0-12-112,1 4-168,-10-4 696,4 1-896,7 5-257,2-1-247,0-2-296,2-1-281,-2 1 1977,-18-4-1912,23 0 399,1 3 513,2 2 552,1-3 272,2 1-3857,-26-3 4033,-14-2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2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1679 2880 6089,'0'4'504,"0"1"-504,0-5 664,0 17 32,6-13-104,-1 10-200,10-10-160,-11 3-104,-3-5-128,3 4 97,13-1-81,-14 1 40,3-1 48,-1 1 72,-1-3-176,-2-1 280,4 4 16,-1-4-32,1-1 32,-1 1-40,-1 0-64,-4-2-192,5 0 200,-1 0-144,0 0-16,-1 0-16,1 0-40,-2 0 16,0 0 32,1 0-48,1-4 16,-4 1-8,4-1-8,-4 0 16,0 3 32,3-5-8,1 0 24,-4-8 8,4 14-32,-4-6 8,0 4-32,3-10 24,-3 8-32,4-2 24,-4-8 0,4 10 16,-2-4-32,-1 1 80,3 4 32,0-3 32,-1-10 80,1 12 72,0-12-296,-4 15 344,3-4 40,-3-12-24,4 12 41,0-14-9,0 14-16,-3-1-376,1-7 368,4 8-120,-3-15-8,1 5 24,0 9-40,-2-9-224,-1 8 288,3 2-56,2-19-16,-1 9-24,-1-1 0,1-1 0,-4 16-192,4-13 168,-1 0 0,1-3 8,1 2-32,-1-1 32,-2 8-176,0-1 193,2-5-33,10-3 48,-12 2-64,3 1 0,-1-1-144,-4 13 128,15-13-8,-12 10 48,1-17-32,12 7-32,-13-1-32,0 10-72,6-9 48,-6-1-32,11 1 32,-12-1 24,14 1 8,-13 4-80,-3 5 88,16-12 0,-13 0-8,12 1-24,-12 0 32,12 3 24,-15 13-112,4-4 72,11-13 0,-10 12 56,12-16-24,-12 17-8,3-4-96,2-3 136,4 7-48,-10-13 40,16 3 0,-16 9-24,13-10-104,-14 12 144,11-16-80,0 14 72,-10-16-24,15 8-56,-5 8 40,-13 3-96,11-14 32,3 11-8,-1-12 24,-10 12 24,18-14 0,-15 12-72,-2 1 72,11 2-16,-3-15 0,3 14-16,-2-14 40,-1 4-80,-14 15 48,17-4 0,-2-15 8,-1 14 24,3-14 41,-11 14-57,2-2-64,7-7 72,0 9-48,2-18-8,-1 19 40,-1-16-8,-3 11-48,-8 6 80,11-2-48,2-16 96,-1 7-104,-1 10-8,2-17 48,-1 16-112,-1-14 48,1 5 48,-1 10-32,2-14 24,-9 17-40,0-1 72,7-19-40,1 18 96,3-14-120,-3 3 40,0 1-48,-13 12 0,13-21-72,3 18 80,-3-13 0,3 12 48,-3-12-48,-11 12-8,5-3 64,5 3-56,1-12-8,-1 13 64,0-12-24,1 11 48,1-8 8,-1 8 80,-1-10-112,1 12-24,-1-2 24,-14 6-64,13-5-88,-9-10 96,17 12 64,-16-3-16,14 1 40,-17-2-96,0-1 112,17 8-56,-15-6 80,12 1-80,-11-1 8,6 2-64,-10 3 32,4-14-96,10 15 224,-10-4-168,14-1 24,-14-1 32,-3 3-48,10-10-120,-7 13 128,12-6-8,-12-8-16,12 14 24,-15-4-8,-1 2 16,15-3-16,-11-10 160,14 11-120,-15-1-8,15-10-32,-20 15 0,6-4-112,14-1 128,-14-1-40,14-10 64,-15 12-40,3 2 0,7-2-16,-10-1 0,17-10 96,-16 12-120,16-3 48,-8-9 40,1 12-128,0-1 128,-10-2-72,16 1 48,-7-10 8,-12 13-32,11 4 0,-7-7-8,16-1-16,-17 3 24,14-3-24,-17 4 24,1 0 24,15-1 8,-12 3 56,12-4-8,-12 0-24,12 1-16,-12-3-88,14 2 216,-15 1-128,12-1 8,-11 0-8,-2 4-40,8 0-120,-6 0 136,8 0 24,-8 0 40,9-3-72,-12 0-8,-1 2 0,15 1-16,-14-4-80,12 4 120,-11-3 40,12-1-48,-15 4-16,2-4 56,12 1-72,-12-1 8,12 0 40,-11 1-16,3 1-16,2 0 24,-3-2-40,8-1-88,-8-1 112,9 3 24,-11 0-32,-3 2 64,14-3 40,-10 4-128,12-5 32,-11-1-16,10 2 0,-15 1 8,4-8 32,11 11-88,-12-4 40,12 0 24,-12 1-8,6 0 0,-3 0 80,-4 0-24,14 3 104,-14-4-168,14 4-24,-12-4 32,-4 4-8,15-3-136,-10 3 112,8-4 48,-8 4 8,9-4 0,-14 4-24,3 0 112,11 0-96,-12 0 40,12 0-48,-11 0 32,7 0-40,-7 0 48,1-4-40,1 4-64,12 0 72,-14 0 40,10 0-48,-12 0-8,0 0 136,15-3-168,-14 3 24,14 0 24,-12-4-16,4 4 0,-1 0 72,-3-4-56,14 4-112,-14 0 120,14 0-32,-14 0 8,-5 0 0,17 0 104,-12 0 0,14 0-104,-14 0 16,14 0 0,-18 0-16,3 0-96,13 0 120,-12 0 24,12 0 8,-12 0-72,6 0 16,-5 0 32,-1 0-56,12 0-72,-13 0 184,12 0-88,-12 0 24,-4 0-24,14 0 96,-8 0-160,9 0 80,-10 2 0,10 0 8,-14-1-24,2 0 88,11 1-88,-8 1-64,-1-1 112,12 0-32,-14 0-16,-2-2 40,4 2 64,12 3-296,-14-3 208,3 0-32,10 0 32,-15-2-16,2 0 168,12 0-200,-12 0 48,3 0-16,10 0-40,-13 0 40,-2 0 0,5 0-56,12 0 272,-14 0-184,12 0-8,-12 0-24,-4 0 80,15 0-344,-12 0 208,14 0 24,-13 0-24,12 0 104,-14 0-48,2 0 40,12 0-40,-10-4-56,10 1 64,-10 3-8,-2-3 0,-3 2 24,16 1 64,-13 0-176,10 0 72,-10 0-16,12 0 24,-14 0 8,0 0 88,13 0-112,-11-4 56,1 4-16,12 0-8,-16 0-8,1 0 48,4 0-24,9 0-56,-12 0 8,3 0 16,8 0 48,-14 0-8,6 0 104,-1 0-64,10 0-104,-11 0 40,-3 0-8,3 0-120,11 0 56,-15 0 88,6 0 32,-1 0-16,5 0-40,-5 0 64,-2 0-64,3 0-24,0 0-8,-1 0 48,1 2-16,-6-2 0,5 2 24,10 0 0,-12 0-32,1-1 24,11 1-24,-15-1 8,0 0 41,5 1-41,10 5 24,-15-5 16,6 0-64,5-1 24,-8 0 64,1-1-56,0 0 224,1 2-200,10-2-40,-11 0-8,-3 0 16,3 0-224,2 0 160,-1 0 48,10 1 16,-11 1-8,-1-2 8,-1 0 72,4 2-40,-1-2-32,1 0 8,-1 0-24,9 0 16,-13 0 16,2 2-16,1-2-56,2 2 56,-1 0 0,10-2 16,-14 0-16,2 1 72,0 1-88,3 4-136,8-3 144,-14-1-41,5 0 49,-4-2 41,4 2 135,10 2-64,-15-2-40,6-1-72,-1 1-16,-4-2 16,4 0-80,9 2 0,-14 0 56,6 0 24,0 0-8,-4-2 8,1 1 88,3 3-56,8-2 64,-10 2-88,1-3-16,0 1 8,-4-2 16,4 4-128,1-2 136,0 0-48,-1-1 48,1 1-16,-5-1-8,3 0-40,11 1 32,-15 0-88,5 0 144,1-1-32,-3 1-16,-1-2 40,4 2 40,-1 0-96,1 0 16,9 0 0,-15 0 32,0-2-32,5 0 8,1 0-80,-1 1 88,-1 1-88,1 0 16,-2-1 56,0 0 72,2 1-120,1 0 144,-1-2-56,-1 1-24,0-1-16,-2 0 64,3 0-144,1 4 400,-1-2-360,1 0-40,-1 0 72,-4-2 8,2 0-312,2 0 304,-1 1 48,2-1 0,-1 2-80,-2-1 40,0 0 32,2 1-32,1 0-96,-3 0 144,1-1-48,1 1 0,-4-2 0,2 0 96,3 0-184,-1 2 120,-1 0-32,1 0-16,-3-1 16,2 1 72,0 0-120,-1 0 256,3 0-168,-3 0-16,1-1-24,-2 0 40,4 1-256,-1 3 104,10-1 104,-15-2-16,3-1 32,1-1 80,2 0-144,-1 0 64,1 0 0,-1 0 8,-2 0-16,0 0 56,0 0-96,3 2 144,-2 0-120,1-2 16,0 2 0,-4-2 32,4 0-120,1 0 144,-1 0-40,-1 0-16,1 0-16,-3 0 16,2 0-88,1 0 48,-1 0 88,0 0-56,-1 0 24,1 0-16,-2 0 16,2 0-32,-1 2-104,3-2 152,-3 2-32,3-2-40,-6 0 40,4 1 152,-1-1-200,1 2 72,0 0 32,-1 0-88,0-1 32,0 0 40,1 1-72,1 1-88,1-1 144,-3 0-56,2-1 32,-4 0 32,2-1 56,3 2-104,-1 0 56,1-1-40,0 1 16,-5-2-16,3 0 0,2 0-56,-1 2 48,1 0-16,-1 0 80,-2-2-56,0 0 64,2 2-48,1-1 72,-1-1-112,1 2-16,-3 0 40,-3-2-48,4 0-56,2 0 40,-3 2 56,3 0 40,-3 0-40,-1-2 8,2 1 40,1 1-56,-1 0 16,2 0 8,-1 0-16,-2-1 8,-2 0 8,4 0-16,-1 1-144,0 0 152,-1 0 16,1 0 8,-3-2-24,2 2 168,0-1-216,3 1 24,-1 0 16,-1 2-24,-1-3 32,0 0 48,0 1-8,1 3 104,0-1-120,-1-1-8,1-1-16,-4-2-16,4 0-104,-1 2 152,3 0-64,-2 0 40,-1 0-48,-2-1 40,2 1-16,1 2-24,-1-2-8,1 0 16,0-1-16,-4 1 48,0-2 48,3 2 0,1 2-96,0-2 64,-1-1 16,1 3-32,-4-4 0,4 2 80,-1 2-136,1-2 56,0 1 8,-1-1 8,-1 0-16,0 0 48,2 1-96,-4 3 64,3-2-16,3-1 40,-3 0-40,-2-2 24,2-1-64,1 2 160,0 0-128,-4-1 8,3 1-8,-2-2 8,2 0-136,1 0 56,-1 2 72,1 0 64,0 2-48,-2-3-8,-1-1 48,3 4-40,0-4 104,-1 2-136,-3 0 32,4 0-8,-4-2 24,4 5-136,0-1 80,1-2 56,-1 0-32,-1-1-40,-1 0 48,0 0 56,2 1-136,-4 4-80,3-5 168,1 1 0,-1 1-8,-2-2 72,2 1 72,1 3-64,0-1-136,-1-2 72,1 0-24,-4-2-40,4 0 8,0 0 16,-4 0 80,3 0-48,-1 1-8,0-1 48,2 2-72,-1-2 48,1 0 0,-4 0-16,3 2-8,-2-2 16,2 4-120,1-4 248,1 2-144,-1 0 0,0-2 16,-3 0-16,1 1-168,2 1 128,0 0-16,0 0 64,-4 0-24,2-2 16,-1 0 56,3 0 0,0 3-64,-1-1-8,1 0 40,0 2 8,-1-2-16,1-1-32,0 1 0,-1 0 24,1 0 8,0 0 80,-1 0-200,1 1 224,2-1-112,-3 0-56,0-1 48,-2 0 104,3-1-264,-1 3 200,1-1-24,0 0-8,-1 2 24,-2-4-32,2 0-48,1 2 8,-1-2-24,1 2 24,0-2 24,-2 0 16,-1 0 48,3 1-16,0-1 40,-1 2-48,3 0 0,-3 0-24,-2-2-16,2 2-64,1 0-40,0-1 96,-1 1 40,1 0-16,-3-1 0,2 0 128,0 3-192,1 1 144,0-3-80,-1 0-8,-3 0 8,0-1 48,4 1-104,0 2 32,-1 0 24,1-3 16,0 1-32,-4-1 16,3 0 64,1 1-176,0 0 96,-1 2 16,-3-3-72,6 3 168,-1-2-120,-1 2 56,2-3-24,-3 1 0,1 0-8,-4-2 16,4 2-56,-1 0 56,1 0-40,0-1 40,-1-1-24,-3 1 8,0 0-8,4 1-48,0 0 32,-1 0 32,1 0 0,0-1-8,-2-1 64,1 2-48,1 4 0,1-4-48,-1-1 8,0 1 24,-4-2 0,4 0-40,-1 0 32,1 0 32,0 0-8,-1 2 8,-1-1-24,0 0 32,2 1-56,-1 0-16,1 0 16,0-1 8,-1 1 16,-3-2 32,4 0 40,0 2-48,-1 0 16,1 0-56,0 0-16,-4-2 32,0 1-16,3 1-32,1 2 24,0-2 24,-1 1 8,-1-1-8,0 0 40,2 0 16,-4 2 32,3-3-88,1 1-16,-4 2 0,4-2-64,-1 3 144,1-1-72,0 0 0,0-1 0,-3-2 8,1 0-64,2 3 24,0 0 80,-4-1-64,3-1 24,1 2 40,-4-2-48,4 3 56,-1-1-24,1-2-16,0 1-32,-4-2 24,3 0-24,-3 1-64,4 2 104,0-3-16,-1 3-8,-1-3 8,0 0 40,2 1-56,-1 2 24,1-1 8,0-1 8,-1 0-24,-3-2 0,4 2-16,0 1 120,-1-1-120,1 2 24,0 0 8,-3-4-16,1 1-112,2 3 120,0 2 0,1-5 16,-1 3-16,-2-3-8,0 0 48,1 1-72,1 0 88,2 0-96,-3 1-16,1 1 80,-4-4-32,4 5-56,-1 1 64,1-2 16,0-1-24,-1 1-8,-1-2 8,0 0 24,2 3-64,-1 12 32,1-15 16,0 3-8,-1-1 40,-3-2-40,4-2-32,0 1 0,-1 3 8,-3 0 80,1-3-56,4 3 64,0 2-104,-1-1 0,0-1 0,-1 0-16,1 1 112,2-1 8,-3-2-56,3 1 24,-2 1-48,-1-1 16,-3-2 0,6 4 32,-1 1-32,1-3 24,-1 1-32,-1 0-64,-3-4 72,2 2-24,2 1-32,-1 1 120,1-2-24,1 3-48,-3-2 8,-2-2 32,4 1-128,1 5 112,-3-3-16,1-2 16,0 0 32,-4-2-48,5 0-32,-1 1-16,-1 3 16,1 0 32,0-1 32,-2-1-32,0 0 56,1 2-56,1-2 0,1-1 8,-1 3-8,-1-2 0,-2-2 32,2 7-24,1-1 8,0-2-8,-1-1 16,1 1-56,-3-3 32,2 2-40,0 2 0,-3-1-56,4-1 96,0-1 8,-2 1-8,0-2 64,1 3 0,1 1-8,0 1-56,-4-1-32,3-1 8,-3-4 24,4 4-56,0 1-40,-1 1 80,1-1 64,1-1-48,1 1 72,-1 1-88,-1 1-88,2 0 24,-1-1-16,0-2 96,-4-2-73,4 5-31,1-2-64,-1 3-72,-1 6 0,1-8-24,-3-4 264,2 3-264,1 10-64,-1-11 0,0 3-24,0 0-8,1 8 16,-1-9-144,-1 12-16,-3-12-120,4 8-137,-4-8-135,0-1-224,0 14-208,4-14-201,-4 10-255,0-10-353,1-3 2137,1 2-2544,-2 3 263,4 1 545,2-3 664,8-3 760,-10-2 312,-2 0-184,18 0-3801,-20 0 3985</inkml:trace>
  <inkml:trace contextRef="#ctx0" brushRef="#br0" timeOffset="2369">0 2972 6225,'4'4'40,"2"-1"0,-1 3-8,1-1 24,-4-1-56,-1-2 40,5 2-16,-1 1 8,1-1-24,-1 0 32,-1-1-40,-4-3 40,4 2 8,-1 0-8,1 0 32,0 0 32,-4-1 40,1 0-144,1 0 176,-2 1-8,0 0 0,4 0 0,-4-2-16,0 0-152,0 0 128,0 0-8,0 0-40,0 0 24,0 0 8,0-4 16,0 4-128,0 0 144,0-4-64,0-1 32,0-1-16,0 1 24,0 3-120,0 0 160,0-3-40,0-1 9,0-9-17,4 12 0,-4-2-112,0 4 136,0-15 24,4 12 8,-4-11 40,3 10 40,1-14 24,-4 18-272,0-3 304,4-15-16,-1 14 48,3-17 16,-3 7 16,0 5-368,-2 5 376,3-9-24,-1-1-40,3-2 8,-1 1 9,1-2-49,-5 16-280,13-17 344,-14-1-48,5 0 16,1-2 40,-1 0-80,2 11-272,1-2 312,-4-11-56,1-2-40,1 0 40,10 3-56,-13 4-200,-2 15 224,4-18 0,1-1 8,-1-3-8,1 0-24,9 0 0,-14 19-200,1-13 161,13-6-17,-11-2-32,1 1 24,12-1-16,-15 11-120,-1 7 168,14-16 8,-11 0 24,12-1-56,-10-1 0,12 2 56,-18 26-200,6-29 128,12 3 8,-3-5 24,-10 1-32,16 1 56,-16 18-184,4-7 216,6-8-48,0 0 64,1-2-112,1-1 0,-4 5-120,-10 17 136,16-24-120,-1 1 40,2-1-32,1 1-8,1 3 56,-18 21-72,12-19 64,4-5 8,0 1 16,1 1 64,-3 1 32,-7 12-184,-2 2 232,10-15 0,-1 3-7,2 1-81,-1 2 0,0-1-144,-18 22 88,17-19-16,1 1 56,-1-1-32,0 2 40,3-6-72,-15 17-64,8-8 80,4-4-56,3 4-64,-3-3 56,4-2-8,-9 8-8,-6 5 48,15-16 80,0 6-56,0-1-8,0-1-8,4 3-72,-24 14 16,20-15 8,2-1-32,2 0 72,-4-1 40,4 1-8,-15 9-80,1-1 136,12-8-88,2-2 24,0 1-32,0-1-40,-4 3 0,-19 14 8,21-17-24,2-2-64,0 1 136,-1 1 0,1 2-24,-19 13-32,12-9 128,7-4-144,-1 0 32,-1-1 96,0-1-40,-8 10-72,-6 3 88,14-9 64,2 10-48,-1-18-16,1 10-24,0-1-88,-2-2 8,0 12 56,0-17 0,0 16 56,-1-14-72,-13 18-24,4-1 24,8-16-8,2 14 48,0-14-32,0 16-32,-5-10 0,-14 9 48,17-1-64,-2-14 144,2 14-88,0-12 0,1 13-8,0-10-72,-1 10 80,1-11-8,0 12 32,1-12-40,-10 13-24,-4 0 64,14-3 16,0-12-128,-2 14 112,0-12-8,-1 11-56,-20 4 32,21-5 64,2-10-128,-4 15 56,3-6 0,-1 1-32,-15 0 8,8-5 72,7 7-128,0-1 64,0 0 48,-2 1-40,-4-1-16,-10 2 96,16-4-72,0 1 96,0 1-136,0-1 16,-1-1 24,-20 6-24,20-3-88,1-1 48,-2 0 48,0 1-56,0-1 80,-10 2-32,1 0 104,11-1-48,0-1 88,0 0-112,-2 0 24,-5 1-56,-12 3 0,18-4-56,-1 4 72,0-4-80,0 1-8,1 3-48,-17-1 120,10-2-56,6-1-32,-1 4 168,-1-3-32,2 3-48,-7-3 0,-6 2 80,14 1-120,-1 0 104,-2 0-72,3-4 24,-3 4-16,-18 0 0,18-3-24,1 3-8,-1 0 56,0 0-24,1-4-32,-11 4 32,4 0 40,8 0-88,1 0 280,1-4-200,0 4 32,-6 0-64,-12 0 80,16-3-256,-1 3 248,-1-4-80,2 4-8,0-4 0,-16 4 16,13 0-56,3-3-16,-2-1 16,-1 4 32,1-4 40,-9 2-16,-1 1 64,10 1-40,-1 0 0,1 0 8,-1 0-16,-2 0-16,-14 0 8,18 0 24,-3 0 16,2 0-16,-1 0-8,0 0-40,-1 0-8,-1-4-72,3 4-32,-1 0 72,-1-4-48,-3 4 104,-7 0 64,10 0 88,1 0 192,-2 0-247,3 0-89,-2 0-24,-14 0 16,15 0-305,1 0 225,1 0 40,-3 0 48,1-3 32,-9 3-40,0 0 56,9 0-24,-2 0 48,1 0-80,-1 0 24,-1-4-24,-12 4-16,13 0-24,2 0 32,-3 0-8,1 0 8,2-4-40,-3 4 80,3-3-96,-2 3 48,1-4 8,-1 4 8,-5-2 0,-4 0 48,0 2-32,16 0-64,-7-4 80,-1 4 40,1 0-72,-15 0 64,15 0 48,-10 0-176,17 0 32,-16 0 72,16 0-32,-16 0-8,3 0 88,5 2-88,1-2 249,2 2-209,-3 0-16,-2-2-24,-9 0 64,12 2-320,-1 0 336,-8 0-48,16-1 16,-16 1-8,-3-1-40,16 2-64,-5 1 0,-8-1 32,16-1 16,-17 2-16,7-3 32,-3 0 16,-4 0-8,17 3 64,-16 0-24,14-1 8,-15 1-56,-5-4 16,21 4-64,-16-1 64,17 1-24,-7 2 64,-9-3-56,1-1 0,8 0 0,-10 2-40,17-2 80,-16 3 8,16-1 8,-18-2-56,-3-1 48,19 5-88,-14-4 208,16 1-248,-16 1 96,14 0-8,-19-4-8,3 4-176,18-1 128,-16 1 48,16 0-16,-16-1 24,4 0-8,2 0 72,-7 0-80,17 1-144,-16 0 128,14-1 0,-15-1 24,-5-2-8,22 4 168,-7-2-136,-9 1-8,14 1 16,-15-2-56,1-1 24,9 2-8,-10 0 8,14 3-24,-14-2 48,15 1 8,-16-2-32,-2 0 40,18 2 8,-14 1-40,12-1-16,-12 1 0,12-1-16,-18-5 24,5 6 8,14-1 16,-14 3 24,16-3 0,-16 1-16,2-4-32,4 1 32,-5 1-64,12 1 128,-12 1-88,12-1-32,-14 0 24,-2-4 56,14 1-112,-10 3-40,12-1 184,-14 1-120,14-1-16,-17-3 48,4 4 88,11-2-232,-10 1 168,12 0 8,-14-1 24,5-1-56,-2 0 88,-1 2-40,12-1-48,-12 1-32,12-2 40,-13 1-8,-4-2-48,17 0 64,-3 5-56,-10-2 8,16 1 56,-16-3-32,2-1 8,6 2 64,-7-2-96,14 3 80,-14 0-56,14 1-32,-16-2 40,-3-2 80,14 3-112,-9-1 144,10 1-72,-10 0-40,14-1 16,-18-2-16,1 4-72,18 0 32,-16 1 32,12-1 16,-12-1-16,3-1 8,1 0 40,-4 2-40,10 1-40,-9 1 80,8-1 24,-9-2-64,-4-3 8,15 5 24,-10-1-128,10 1 40,-10-1 64,10 1 24,-15-5-32,2 1 88,14 4-112,-12-1 32,12-1 16,-12 2-24,5-3 0,-3-1 32,-2 2-24,10 1 200,-11 1-184,12-1 0,-12 1 0,-4-6-24,15 5-224,-12-3 192,12 4 24,-11-3-16,12 1-8,-14-2 32,0 2 32,14 1-40,-10 1 80,9-1-24,-12 2-80,2-2 32,-4-4 48,15 4-128,-12 1 24,11-1 32,-10 1-40,1 0 56,-5-5 8,14 5 48,-11-1-72,11 1-16,-10-1 72,10 1-48,-13-2 16,0-1 40,12 3 24,-10-1-96,2 1 32,10-1 16,-12 1-16,-4-6 8,5 4 32,1 1 56,9-1-64,-12 1-32,3-1-24,-1-2 24,5 1-88,-7 3 16,3 0 152,-1-1-32,10 1-24,-13-4-24,0-1 96,1 5-152,3-3 232,9 3-176,-15-2-24,5 1 48,-4-4-24,4 4-176,0-2 120,10 3 56,-15-2-8,5 1 16,-2-3-8,0 0 72,2 1-104,1 1 88,-1 0-8,1 1-24,-2 0-24,-3-4 88,5 2-160,-1 3 64,1-2 32,-1 1-48,1-1 48,-5-3-24,3 3-72,2 2 8,9-4 16,-15 1 56,3 3 72,1-3-80,-2-1 64,3 4-8,1 1 96,-1-1-160,1-1-8,-2-1 56,-4-4-40,3 2-104,3 3 72,-1-1 40,-1 2-32,0-1 0,-2-3 24,1 0 64,1 3-88,1 1 264,1-3-248,-2 1-32,-2-1 40,-1-2 16,5 2-256,-2 1 328,-1 2-88,1-1 16,1 1-8,-4-5-8,2 3-56,3 2 8,-1-1 32,1-1 8,-1 0-16,-3-1 24,0-1 72,1 2-56,3 1-272,-2 1 288,-1-1-8,3 1-24,-6-6 8,4 4 240,1 1-144,1 1-120,-3-1 48,1 1 0,-3-5-32,3 3-96,0 0 48,2 1 144,-1 1-120,-1-2-48,-2 0 72,-1-3 40,3 3-168,2 1 232,-1 1-88,-1-3 0,1 3-16,-1-1-88,2 1 40,-1 0 72,1-1-24,-1 1-16,-3-4 16,0 1 88,3 4-104,-1-1 8,2-1 40,-3 1-48,0-1 16,-2-5 40,4 6-24,-1 0-16,0-1-16,-1 1-48,1-1 48,-3-4 16,2 2-24,0 2-16,1 1 48,2-1-24,-3 1 32,-1-3-16,0-1 80,2 4-72,-1 1 0,1-1 16,0-1-40,-1 1 16,-3-6 16,4 2 0,0 3-72,-1 1 32,1-1 0,2 1-8,-5-4 32,1 1 32,2 3-96,0-4 16,1 3 16,1 1 48,-3-2-16,-3-3 56,6 6 24,-1 8 40,1-13-160,-1 3 48,-1-1-40,-3-4 32,4 2-96,0 2 88,1-1-56,-1 3 104,1-1-40,-3-2 0,-1 0 64,4 4 24,8 12-56,-14-18-40,6 5-8,-1-1 16,-5-4-16,6 0-16,0 5 0,-1 1 40,1 1-32,-3-3 24,-2-3 0,2 2 72,2 1-120,-1 10 72,0-11-56,1 1 16,-2 0 16,-2-3 72,4 6-72,1-3 56,-2 1-56,-1 8-24,1-10 8,-4-4 16,6 15-56,-3-10 8,1 3 24,0 8 24,1-12 24,-3-1-24,0 0 32,1 11-32,3-8 72,-1 1-56,-1 0-24,1 6 8,-4-11 8,2 0-80,1 15 176,2-12-96,-3 1 0,3-1 32,-5-4-40,3 2-104,2 2 88,-1 10 0,1-11-16,-1 1 56,-1-1-24,-2-2 16,3 5 16,1 10-56,9-14 0,-15 5 40,5 6-16,-5-14-16,6 2 64,-1 4-80,1-1 32,-1 3 16,1 6-32,-4-12 16,1 2 56,3 11-96,-1-12 48,1 5-32,-1-1 8,1 8 56,-1-10-40,1 1 88,-1 8-56,1-10-8,-1 3-32,-4-5 8,4 4-56,0 8 8,-1-10 24,0 3-24,-1 8 32,0-13 16,-2 0 16,3 3-16,-1 12-16,1-13-16,0 3 32,1 7 0,-5-13-16,4 1 80,0 3-64,-1 2-16,1 1-24,0-1 80,-3-5-40,1 3 32,2 10-88,0-11 128,-1 1-144,1 10 16,-1-12 56,-2-2 16,2 4-152,1 10 40,0-10-56,-4 3-8,4 7 24,-4-14 136,3 3-184,-3 3-64,4 8-33,0-9-63,-1 10-72,1-10-40,-4 12-136,4-11-64,1 12-88,-1-12-152,1 13-41,1-12-127,-1 10-32,1-12-96,-1 8-161,1-10-167,-3-3 1520,9 4-1760,-9 0-265,12-3-239,-10 0 359,16 0 497,-5-2 624,4 0 568,4 0 16,2-4-3769,-26 4 3969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32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6977,'0'0'368,"-2"0"64,1 1 112,-1-1 56,0 2-47,0 0 15,0 0 0,0 0-48,1 0 56,-1-1 40,2 1 48,0-1-664,-2 2 712,2 3-47,-2-3 31,0 1-8,0 1-24,1-2-664,1 0 672,-2 2-80,0 3 16,0 6-39,0-10-33,-1 3-536,3-6 552,-4 15-56,0-10-48,0 14 8,1-13-32,-3 15-56,1-5 0,1-2-64,-1 3-72,1 0 8,-2 1 1,4-7-241,1-6 216,-5 12 24,2 3-104,-1-3 24,-1 4-16,1 0-48,-1 0 40,3-2-104,-3 1 24,1-1 24,1-2-24,2-9-56,-1 3 88,-1 4-104,2 1 56,-2-3-32,1 3-8,1-11 0,2-5 88,-2 20-120,0-14 56,0 11-48,0-12-80,1 10-40,0-15 144,0 4-304,-1 2-144,-2 1-64,1-1-145,1 0-127,0-4 784,0 0-896,0 2-272,0-1-249,1-2-303,-1 0-256,0-1 1976,2-1-2129,0 0-31,0 0 415,0-3 489,5-3-3329,-5 6 4585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32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80 9353,'6'0'1465,"-2"0"-209,1 0-352,-3 0-904,0 0 592,1 0-256,1 0-103,0 0-57,-1 0 8,2-3-184,-4 2 264,3-3 24,-1 1 96,1 3-8,0-4-24,-4 4 0,1-1-352,1-4 280,-2 2-24,0-1-48,0 0 16,0 1-56,0 3-168,0 0 184,0 0-16,0-4-56,0 4 16,0-4 16,-3 4 16,3 0-160,-4-3 120,-2 3-7,1 0-1,-2-4-72,1 4 40,3 0-80,-1 0 88,-11 0-88,9 0 72,-8 0 8,8 0-8,-8 1-72,10 0 104,-3 2-40,-12 1 0,4 0-16,8 1 32,-13 1 40,5-1 16,8 3-64,-12 6 8,12-8-8,-11 1 0,14 2-72,0-1 136,-14-3-16,12 12-16,-10-10-16,10 12 0,-8-12-88,14-7 96,-6 20-8,-1-12 8,1 14 32,-1-15-8,1 13-8,5-15-112,-1 5 120,-2-3-72,2 15 56,0-7-8,0-8 16,1 8-112,1-9 160,0 1-32,0 10 0,3-12-24,1 12-24,1-14 8,1 5-8,9-1-48,-12 8 48,16-13-40,-14 1 16,4-1-56,1 0 88,4 0-96,1 0 40,2-1-48,1-1-16,0 0 32,-16 0-56,20 0-16,0-3 48,2-1 8,-2-1 40,2-1-8,-18 3-16,12-9-40,2 9-8,1-12 16,-3 9 8,-1-10 40,-8 12-16,-4 2 8,10-16 16,0 12-40,-10-12-32,14 3 72,-16 1-40,-3 14 16,6-6 16,10-12-24,-12 12-24,2-14 32,8 15-24,-14-2 24,0-5 24,4 7-64,0-17 32,-1 16-8,-3-14-48,0 16 64,0 2 8,0-16-72,0 12 40,0-14-32,-2 15 0,-3-12-48,4 15 104,-5 0-184,-2-14-40,-6 10-80,8-8-80,-11 10-152,13 1 536,1 0-680,-17-11-256,13 14-265,-16-6-183,7 3-216,-1 3 1600,16 0-1705,-16 0-79,-1 0 40,-1 0 407,3 1 385,-1 5-3377,17-6 4329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3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7777,'0'0'784,"1"0"-784,2 0 817,-3 0-217,0 0-192,4 0-64,-4 0-72,0 0-272,0 0 304,0 0 40,0 0 0,0 0 120,0 2 48,0 0-8,0-2-504,0 2 544,-2 0-103,0-1 23,-2 3 24,1 0-48,0-2-440,0 1 512,-2 3-88,-1 1 8,1 8 32,-1-10-64,0 8-400,5-9 392,-7 3-39,1 10-25,1-2-8,-1-8 0,0 13-48,-1-3-32,1-3-40,0 3 8,-1 1 56,3 1-32,1-9-232,0-2 248,-1 9-56,-1 1-80,1 1 0,-1-3-32,1 1-80,5-16 104,-6 20-40,3-3-48,1 4 40,0-5-56,0 1 40,2-12-40,-2 5 32,2 3-64,-2 1 24,2 0-48,0-8 0,0 6 56,0-7-120,0 8-96,0-10-48,0 11-144,0-10-112,0 1-144,0-6 664,0 14-784,4-10-161,-4 2-23,4-1-96,-1 1-168,-1-6 1232,0 1-1329,2 3-167,-4-2-104,4 2 71,-1-3 353,2 1 1176,-4-2-4617,-1 0 4617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34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8153,'0'0'760,"0"0"49,0 0-193,0 0-72,-2 1-80,2 1-464,0-2 488,-2 2 72,0 4-24,0-3 40,1 3-7,-1-1-25,1-3-544,0 2 552,-1 1-88,-2 3-16,1-3-8,-1 12-64,0-13-376,2-3 440,-1 14-56,-3-10-24,3 14-8,-1-4-23,-2-1-9,6-12-320,-3 11 256,-3 2-8,4-1-32,-1 5 8,1-1-40,0-9-184,0 1 168,-2 8-40,1-1-40,-1 1 16,2-2-48,1-1-56,0-11 64,0 14-16,-1-1-16,0 1-16,0-1 0,0-1 16,2-12-32,-2 9-32,1 3 8,1-1-40,0 0-8,0-10-56,0 7 128,0-5-160,0-2-56,3 12-160,1-12-80,0 12-168,-1-12-137,-3-4 761,0 6-888,4 0-200,1 0-112,-1 1-153,0-3-119,-2-3 1472,1 2-1464,3-1 63,-1 1 329,14 0-1272,-14-1-1785,-5-3 4129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3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444 140 10194,'3'0'952,"1"-4"-952,-2 3 592,12-14-128,-10 11-120,0 1-104,1-3-104,-1 0-24,0-8-8,-1 14-24,-3-6 104,0 1 24,0-10 40,0 15-248,0 0 329,0-6-57,0 1 8,0-1 8,-1-8-56,-5 14-232,6 0 208,-5-6-24,-1 1-40,0 1-24,-1 0-24,-8 1 0,14 2-96,-3-2 144,-3-1-16,-10 4 72,11 0-32,-12 0 0,13 0-168,3 0 216,-17 0-40,12 0-8,-13 2-48,5 2 8,-1 1-8,14-4-120,-13 4 136,-2 0-40,1 3 56,-3-1 0,1 8 16,10-12-168,0-1 225,-13 15-137,7-10 40,-1 12-32,0-14-8,9 13-88,5-16 128,-21 13-32,14 0 24,-14 3 8,15 1 32,-10-1-32,16-12-128,-3 10 120,-11 2-72,12 3-16,-5-3 40,1 2-24,3-6-48,2-8 104,-3 13 0,1-1-16,2 1 8,0-3-32,2 1-8,0-17-56,0 16 48,0-1-64,4-8 80,2 12-24,8-12-8,-12 0-32,0 3 104,13-5-144,-10 3 64,14-1 0,-3-2-32,-4-1 8,-7-2 64,13 2-72,4-3-16,-2 1 24,1-2-16,-1 0-8,-17 0 24,18 0-8,3-3-56,1-3 16,1-9 72,-2 12-16,4-3 48,-3-10-56,-1 10-32,2-14 0,-4 14-32,-3-16 64,-18 20-40,20-12 8,-3-3-48,-2 1 56,1 1-24,-11 0-40,-1 10 88,8-6-88,-8-4-112,10 0 16,-11-1 0,0 1-8,-2 11 192,-1 2-136,-1-18-72,0 6-32,0 8-24,0-14-57,-2 14-23,2 6 344,-5-20-408,-2 15-144,-10-10-80,10 11-112,-14-11-152,14 14 896,-2-1-1009,-10-13-151,-1 10-168,-2-12-32,-2 13 271,2-12-3520,22 16 4609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2:15:36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86 10322,'16'-3'864,"-12"-3"-408,14-10-56,-13 13-400,-4 2 456,4-14-32,1 12-24,-1-3 0,1-9 17,-3 12 55,-2 2-472,2-2 488,1-1-40,-1 1 56,-3-1 32,0 4-8,0 0-528,0 0 576,0 0-64,0 0-64,0 4 17,-1 1-41,-3 3-48,4-8-376,-6 16 376,1-8-112,-1 14 24,-1-6-16,2 1-24,2-10-248,-2 6 256,-2 9-136,-1 2 8,-6 3-56,10 3 48,0-7-120,3-17 112,-5 27-16,1 1-24,-1 2-40,1-1-8,-3 0 8,7-29-32,-3 23 56,-4 4-72,3 2 56,-1-2-72,4 0-48,0-16 80,1-4-32,-3 16-184,2 1-48,-1-3-104,1-1-128,0-5 496,2-20-560,0 19-136,0-3-104,0-1-209,0-1-143,0-9-224,1-4 1376,2 3-1697,0 0-279,1-3 288,0-2-3457,-4 0 5145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BD801-9646-4C96-A66F-D3CB4069E2F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7CB3B-72F3-4B0D-A656-9650568FC1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7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178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56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35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310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334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504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956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133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861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251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8320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pPr/>
              <a:t>Tuesday, September 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6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customXml" Target="../ink/ink24.xml"/><Relationship Id="rId21" Type="http://schemas.openxmlformats.org/officeDocument/2006/relationships/image" Target="../media/image15.png"/><Relationship Id="rId34" Type="http://schemas.openxmlformats.org/officeDocument/2006/relationships/customXml" Target="../ink/ink20.xml"/><Relationship Id="rId42" Type="http://schemas.openxmlformats.org/officeDocument/2006/relationships/customXml" Target="../ink/ink27.xml"/><Relationship Id="rId47" Type="http://schemas.openxmlformats.org/officeDocument/2006/relationships/image" Target="../media/image22.png"/><Relationship Id="rId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24" Type="http://schemas.openxmlformats.org/officeDocument/2006/relationships/customXml" Target="../ink/ink12.xml"/><Relationship Id="rId32" Type="http://schemas.openxmlformats.org/officeDocument/2006/relationships/customXml" Target="../ink/ink18.xml"/><Relationship Id="rId37" Type="http://schemas.openxmlformats.org/officeDocument/2006/relationships/image" Target="../media/image19.png"/><Relationship Id="rId40" Type="http://schemas.openxmlformats.org/officeDocument/2006/relationships/customXml" Target="../ink/ink25.xml"/><Relationship Id="rId45" Type="http://schemas.openxmlformats.org/officeDocument/2006/relationships/image" Target="../media/image21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5.xml"/><Relationship Id="rId36" Type="http://schemas.openxmlformats.org/officeDocument/2006/relationships/customXml" Target="../ink/ink22.xml"/><Relationship Id="rId10" Type="http://schemas.openxmlformats.org/officeDocument/2006/relationships/customXml" Target="../ink/ink5.xml"/><Relationship Id="rId19" Type="http://schemas.openxmlformats.org/officeDocument/2006/relationships/image" Target="../media/image14.png"/><Relationship Id="rId31" Type="http://schemas.openxmlformats.org/officeDocument/2006/relationships/image" Target="../media/image18.png"/><Relationship Id="rId44" Type="http://schemas.openxmlformats.org/officeDocument/2006/relationships/customXml" Target="../ink/ink28.xml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customXml" Target="../ink/ink14.xml"/><Relationship Id="rId30" Type="http://schemas.openxmlformats.org/officeDocument/2006/relationships/customXml" Target="../ink/ink17.xml"/><Relationship Id="rId35" Type="http://schemas.openxmlformats.org/officeDocument/2006/relationships/customXml" Target="../ink/ink21.xml"/><Relationship Id="rId43" Type="http://schemas.openxmlformats.org/officeDocument/2006/relationships/image" Target="../media/image20.png"/><Relationship Id="rId8" Type="http://schemas.openxmlformats.org/officeDocument/2006/relationships/customXml" Target="../ink/ink4.xml"/><Relationship Id="rId3" Type="http://schemas.openxmlformats.org/officeDocument/2006/relationships/image" Target="../media/image610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customXml" Target="../ink/ink19.xml"/><Relationship Id="rId38" Type="http://schemas.openxmlformats.org/officeDocument/2006/relationships/customXml" Target="../ink/ink23.xml"/><Relationship Id="rId46" Type="http://schemas.openxmlformats.org/officeDocument/2006/relationships/customXml" Target="../ink/ink29.xml"/><Relationship Id="rId20" Type="http://schemas.openxmlformats.org/officeDocument/2006/relationships/customXml" Target="../ink/ink10.xml"/><Relationship Id="rId41" Type="http://schemas.openxmlformats.org/officeDocument/2006/relationships/customXml" Target="../ink/ink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36.xml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12" Type="http://schemas.openxmlformats.org/officeDocument/2006/relationships/image" Target="../media/image29.png"/><Relationship Id="rId2" Type="http://schemas.openxmlformats.org/officeDocument/2006/relationships/image" Target="../media/image246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35.xml"/><Relationship Id="rId5" Type="http://schemas.openxmlformats.org/officeDocument/2006/relationships/customXml" Target="../ink/ink32.xml"/><Relationship Id="rId15" Type="http://schemas.openxmlformats.org/officeDocument/2006/relationships/customXml" Target="../ink/ink37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34.xml"/><Relationship Id="rId1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43.xml"/><Relationship Id="rId18" Type="http://schemas.openxmlformats.org/officeDocument/2006/relationships/image" Target="../media/image38.png"/><Relationship Id="rId3" Type="http://schemas.openxmlformats.org/officeDocument/2006/relationships/customXml" Target="../ink/ink38.xml"/><Relationship Id="rId21" Type="http://schemas.openxmlformats.org/officeDocument/2006/relationships/customXml" Target="../ink/ink47.xml"/><Relationship Id="rId7" Type="http://schemas.openxmlformats.org/officeDocument/2006/relationships/customXml" Target="../ink/ink40.xml"/><Relationship Id="rId12" Type="http://schemas.openxmlformats.org/officeDocument/2006/relationships/image" Target="../media/image35.png"/><Relationship Id="rId17" Type="http://schemas.openxmlformats.org/officeDocument/2006/relationships/customXml" Target="../ink/ink45.xml"/><Relationship Id="rId2" Type="http://schemas.openxmlformats.org/officeDocument/2006/relationships/image" Target="../media/image246.png"/><Relationship Id="rId16" Type="http://schemas.openxmlformats.org/officeDocument/2006/relationships/image" Target="../media/image37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42.xml"/><Relationship Id="rId24" Type="http://schemas.openxmlformats.org/officeDocument/2006/relationships/image" Target="../media/image41.png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23" Type="http://schemas.openxmlformats.org/officeDocument/2006/relationships/customXml" Target="../ink/ink48.xml"/><Relationship Id="rId10" Type="http://schemas.openxmlformats.org/officeDocument/2006/relationships/image" Target="../media/image34.png"/><Relationship Id="rId19" Type="http://schemas.openxmlformats.org/officeDocument/2006/relationships/customXml" Target="../ink/ink46.xml"/><Relationship Id="rId4" Type="http://schemas.openxmlformats.org/officeDocument/2006/relationships/image" Target="../media/image25.png"/><Relationship Id="rId9" Type="http://schemas.openxmlformats.org/officeDocument/2006/relationships/customXml" Target="../ink/ink41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55" Type="http://schemas.openxmlformats.org/officeDocument/2006/relationships/customXml" Target="../ink/ink50.xml"/><Relationship Id="rId63" Type="http://schemas.openxmlformats.org/officeDocument/2006/relationships/customXml" Target="../ink/ink54.xml"/><Relationship Id="rId68" Type="http://schemas.openxmlformats.org/officeDocument/2006/relationships/image" Target="../media/image77.png"/><Relationship Id="rId76" Type="http://schemas.openxmlformats.org/officeDocument/2006/relationships/image" Target="../media/image81.png"/><Relationship Id="rId59" Type="http://schemas.openxmlformats.org/officeDocument/2006/relationships/customXml" Target="../ink/ink52.xml"/><Relationship Id="rId67" Type="http://schemas.openxmlformats.org/officeDocument/2006/relationships/customXml" Target="../ink/ink56.xml"/><Relationship Id="rId2" Type="http://schemas.openxmlformats.org/officeDocument/2006/relationships/image" Target="../media/image43.png"/><Relationship Id="rId54" Type="http://schemas.openxmlformats.org/officeDocument/2006/relationships/image" Target="../media/image69.png"/><Relationship Id="rId6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57" Type="http://schemas.openxmlformats.org/officeDocument/2006/relationships/customXml" Target="../ink/ink51.xml"/><Relationship Id="rId61" Type="http://schemas.openxmlformats.org/officeDocument/2006/relationships/customXml" Target="../ink/ink53.xml"/><Relationship Id="rId60" Type="http://schemas.openxmlformats.org/officeDocument/2006/relationships/image" Target="../media/image73.png"/><Relationship Id="rId65" Type="http://schemas.openxmlformats.org/officeDocument/2006/relationships/customXml" Target="../ink/ink55.xml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57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png"/><Relationship Id="rId39" Type="http://schemas.openxmlformats.org/officeDocument/2006/relationships/customXml" Target="../ink/ink67.xml"/><Relationship Id="rId34" Type="http://schemas.openxmlformats.org/officeDocument/2006/relationships/image" Target="../media/image59.png"/><Relationship Id="rId55" Type="http://schemas.openxmlformats.org/officeDocument/2006/relationships/customXml" Target="../ink/ink69.xml"/><Relationship Id="rId63" Type="http://schemas.openxmlformats.org/officeDocument/2006/relationships/customXml" Target="../ink/ink73.xml"/><Relationship Id="rId68" Type="http://schemas.openxmlformats.org/officeDocument/2006/relationships/image" Target="../media/image77.png"/><Relationship Id="rId76" Type="http://schemas.openxmlformats.org/officeDocument/2006/relationships/image" Target="../media/image81.png"/><Relationship Id="rId71" Type="http://schemas.openxmlformats.org/officeDocument/2006/relationships/customXml" Target="../ink/ink77.xml"/><Relationship Id="rId2" Type="http://schemas.openxmlformats.org/officeDocument/2006/relationships/image" Target="../media/image43.png"/><Relationship Id="rId29" Type="http://schemas.openxmlformats.org/officeDocument/2006/relationships/customXml" Target="../ink/ink62.xml"/><Relationship Id="rId41" Type="http://schemas.openxmlformats.org/officeDocument/2006/relationships/customXml" Target="../ink/ink68.xml"/><Relationship Id="rId54" Type="http://schemas.openxmlformats.org/officeDocument/2006/relationships/image" Target="../media/image69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4.png"/><Relationship Id="rId32" Type="http://schemas.openxmlformats.org/officeDocument/2006/relationships/image" Target="../media/image58.png"/><Relationship Id="rId37" Type="http://schemas.openxmlformats.org/officeDocument/2006/relationships/customXml" Target="../ink/ink66.xml"/><Relationship Id="rId40" Type="http://schemas.openxmlformats.org/officeDocument/2006/relationships/image" Target="../media/image62.png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23" Type="http://schemas.openxmlformats.org/officeDocument/2006/relationships/customXml" Target="../ink/ink59.xml"/><Relationship Id="rId28" Type="http://schemas.openxmlformats.org/officeDocument/2006/relationships/image" Target="../media/image56.png"/><Relationship Id="rId36" Type="http://schemas.openxmlformats.org/officeDocument/2006/relationships/image" Target="../media/image60.png"/><Relationship Id="rId57" Type="http://schemas.openxmlformats.org/officeDocument/2006/relationships/customXml" Target="../ink/ink70.xml"/><Relationship Id="rId61" Type="http://schemas.openxmlformats.org/officeDocument/2006/relationships/customXml" Target="../ink/ink72.xml"/><Relationship Id="rId31" Type="http://schemas.openxmlformats.org/officeDocument/2006/relationships/customXml" Target="../ink/ink63.xml"/><Relationship Id="rId60" Type="http://schemas.openxmlformats.org/officeDocument/2006/relationships/image" Target="../media/image73.png"/><Relationship Id="rId65" Type="http://schemas.openxmlformats.org/officeDocument/2006/relationships/customXml" Target="../ink/ink74.xml"/><Relationship Id="rId22" Type="http://schemas.openxmlformats.org/officeDocument/2006/relationships/image" Target="../media/image53.png"/><Relationship Id="rId27" Type="http://schemas.openxmlformats.org/officeDocument/2006/relationships/customXml" Target="../ink/ink61.xml"/><Relationship Id="rId30" Type="http://schemas.openxmlformats.org/officeDocument/2006/relationships/image" Target="../media/image57.png"/><Relationship Id="rId35" Type="http://schemas.openxmlformats.org/officeDocument/2006/relationships/customXml" Target="../ink/ink65.xml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76.xml"/><Relationship Id="rId3" Type="http://schemas.openxmlformats.org/officeDocument/2006/relationships/customXml" Target="../ink/ink58.xml"/><Relationship Id="rId25" Type="http://schemas.openxmlformats.org/officeDocument/2006/relationships/customXml" Target="../ink/ink60.xml"/><Relationship Id="rId33" Type="http://schemas.openxmlformats.org/officeDocument/2006/relationships/customXml" Target="../ink/ink64.xml"/><Relationship Id="rId38" Type="http://schemas.openxmlformats.org/officeDocument/2006/relationships/image" Target="../media/image61.png"/><Relationship Id="rId59" Type="http://schemas.openxmlformats.org/officeDocument/2006/relationships/customXml" Target="../ink/ink71.xml"/><Relationship Id="rId67" Type="http://schemas.openxmlformats.org/officeDocument/2006/relationships/customXml" Target="../ink/ink75.xml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png"/><Relationship Id="rId39" Type="http://schemas.openxmlformats.org/officeDocument/2006/relationships/customXml" Target="../ink/ink87.xml"/><Relationship Id="rId34" Type="http://schemas.openxmlformats.org/officeDocument/2006/relationships/image" Target="../media/image59.png"/><Relationship Id="rId42" Type="http://schemas.openxmlformats.org/officeDocument/2006/relationships/image" Target="../media/image63.png"/><Relationship Id="rId47" Type="http://schemas.openxmlformats.org/officeDocument/2006/relationships/customXml" Target="../ink/ink91.xml"/><Relationship Id="rId50" Type="http://schemas.openxmlformats.org/officeDocument/2006/relationships/image" Target="../media/image67.png"/><Relationship Id="rId55" Type="http://schemas.openxmlformats.org/officeDocument/2006/relationships/customXml" Target="../ink/ink95.xml"/><Relationship Id="rId63" Type="http://schemas.openxmlformats.org/officeDocument/2006/relationships/customXml" Target="../ink/ink99.xml"/><Relationship Id="rId68" Type="http://schemas.openxmlformats.org/officeDocument/2006/relationships/image" Target="../media/image77.png"/><Relationship Id="rId76" Type="http://schemas.openxmlformats.org/officeDocument/2006/relationships/image" Target="../media/image81.png"/><Relationship Id="rId71" Type="http://schemas.openxmlformats.org/officeDocument/2006/relationships/customXml" Target="../ink/ink103.xml"/><Relationship Id="rId2" Type="http://schemas.openxmlformats.org/officeDocument/2006/relationships/image" Target="../media/image43.png"/><Relationship Id="rId29" Type="http://schemas.openxmlformats.org/officeDocument/2006/relationships/customXml" Target="../ink/ink82.xml"/><Relationship Id="rId24" Type="http://schemas.openxmlformats.org/officeDocument/2006/relationships/image" Target="../media/image54.png"/><Relationship Id="rId32" Type="http://schemas.openxmlformats.org/officeDocument/2006/relationships/image" Target="../media/image58.png"/><Relationship Id="rId37" Type="http://schemas.openxmlformats.org/officeDocument/2006/relationships/customXml" Target="../ink/ink86.xml"/><Relationship Id="rId40" Type="http://schemas.openxmlformats.org/officeDocument/2006/relationships/image" Target="../media/image62.png"/><Relationship Id="rId45" Type="http://schemas.openxmlformats.org/officeDocument/2006/relationships/customXml" Target="../ink/ink90.xml"/><Relationship Id="rId53" Type="http://schemas.openxmlformats.org/officeDocument/2006/relationships/customXml" Target="../ink/ink94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61" Type="http://schemas.openxmlformats.org/officeDocument/2006/relationships/customXml" Target="../ink/ink98.xml"/><Relationship Id="rId22" Type="http://schemas.openxmlformats.org/officeDocument/2006/relationships/image" Target="../media/image53.png"/><Relationship Id="rId27" Type="http://schemas.openxmlformats.org/officeDocument/2006/relationships/customXml" Target="../ink/ink81.xml"/><Relationship Id="rId30" Type="http://schemas.openxmlformats.org/officeDocument/2006/relationships/image" Target="../media/image57.png"/><Relationship Id="rId35" Type="http://schemas.openxmlformats.org/officeDocument/2006/relationships/customXml" Target="../ink/ink85.xml"/><Relationship Id="rId43" Type="http://schemas.openxmlformats.org/officeDocument/2006/relationships/customXml" Target="../ink/ink89.xml"/><Relationship Id="rId48" Type="http://schemas.openxmlformats.org/officeDocument/2006/relationships/image" Target="../media/image66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102.xml"/><Relationship Id="rId77" Type="http://schemas.openxmlformats.org/officeDocument/2006/relationships/customXml" Target="../ink/ink105.xml"/><Relationship Id="rId51" Type="http://schemas.openxmlformats.org/officeDocument/2006/relationships/customXml" Target="../ink/ink93.xml"/><Relationship Id="rId72" Type="http://schemas.openxmlformats.org/officeDocument/2006/relationships/image" Target="../media/image79.png"/><Relationship Id="rId3" Type="http://schemas.openxmlformats.org/officeDocument/2006/relationships/customXml" Target="../ink/ink78.xml"/><Relationship Id="rId25" Type="http://schemas.openxmlformats.org/officeDocument/2006/relationships/customXml" Target="../ink/ink80.xml"/><Relationship Id="rId33" Type="http://schemas.openxmlformats.org/officeDocument/2006/relationships/customXml" Target="../ink/ink84.xml"/><Relationship Id="rId38" Type="http://schemas.openxmlformats.org/officeDocument/2006/relationships/image" Target="../media/image61.png"/><Relationship Id="rId46" Type="http://schemas.openxmlformats.org/officeDocument/2006/relationships/image" Target="../media/image65.png"/><Relationship Id="rId59" Type="http://schemas.openxmlformats.org/officeDocument/2006/relationships/customXml" Target="../ink/ink97.xml"/><Relationship Id="rId67" Type="http://schemas.openxmlformats.org/officeDocument/2006/relationships/customXml" Target="../ink/ink101.xml"/><Relationship Id="rId41" Type="http://schemas.openxmlformats.org/officeDocument/2006/relationships/customXml" Target="../ink/ink88.xml"/><Relationship Id="rId54" Type="http://schemas.openxmlformats.org/officeDocument/2006/relationships/image" Target="../media/image69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3" Type="http://schemas.openxmlformats.org/officeDocument/2006/relationships/customXml" Target="../ink/ink79.xml"/><Relationship Id="rId28" Type="http://schemas.openxmlformats.org/officeDocument/2006/relationships/image" Target="../media/image56.png"/><Relationship Id="rId36" Type="http://schemas.openxmlformats.org/officeDocument/2006/relationships/image" Target="../media/image60.png"/><Relationship Id="rId49" Type="http://schemas.openxmlformats.org/officeDocument/2006/relationships/customXml" Target="../ink/ink92.xml"/><Relationship Id="rId57" Type="http://schemas.openxmlformats.org/officeDocument/2006/relationships/customXml" Target="../ink/ink96.xml"/><Relationship Id="rId31" Type="http://schemas.openxmlformats.org/officeDocument/2006/relationships/customXml" Target="../ink/ink83.xml"/><Relationship Id="rId44" Type="http://schemas.openxmlformats.org/officeDocument/2006/relationships/image" Target="../media/image64.png"/><Relationship Id="rId52" Type="http://schemas.openxmlformats.org/officeDocument/2006/relationships/image" Target="../media/image68.png"/><Relationship Id="rId60" Type="http://schemas.openxmlformats.org/officeDocument/2006/relationships/image" Target="../media/image73.png"/><Relationship Id="rId65" Type="http://schemas.openxmlformats.org/officeDocument/2006/relationships/customXml" Target="../ink/ink100.xml"/><Relationship Id="rId73" Type="http://schemas.openxmlformats.org/officeDocument/2006/relationships/customXml" Target="../ink/ink104.xml"/><Relationship Id="rId78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5.png"/><Relationship Id="rId21" Type="http://schemas.openxmlformats.org/officeDocument/2006/relationships/customXml" Target="../ink/ink115.xml"/><Relationship Id="rId42" Type="http://schemas.openxmlformats.org/officeDocument/2006/relationships/image" Target="../media/image63.png"/><Relationship Id="rId47" Type="http://schemas.openxmlformats.org/officeDocument/2006/relationships/customXml" Target="../ink/ink128.xml"/><Relationship Id="rId63" Type="http://schemas.openxmlformats.org/officeDocument/2006/relationships/customXml" Target="../ink/ink136.xml"/><Relationship Id="rId68" Type="http://schemas.openxmlformats.org/officeDocument/2006/relationships/image" Target="../media/image77.png"/><Relationship Id="rId16" Type="http://schemas.openxmlformats.org/officeDocument/2006/relationships/image" Target="../media/image50.png"/><Relationship Id="rId11" Type="http://schemas.openxmlformats.org/officeDocument/2006/relationships/customXml" Target="../ink/ink110.xml"/><Relationship Id="rId24" Type="http://schemas.openxmlformats.org/officeDocument/2006/relationships/image" Target="../media/image54.png"/><Relationship Id="rId32" Type="http://schemas.openxmlformats.org/officeDocument/2006/relationships/image" Target="../media/image58.png"/><Relationship Id="rId37" Type="http://schemas.openxmlformats.org/officeDocument/2006/relationships/customXml" Target="../ink/ink123.xml"/><Relationship Id="rId40" Type="http://schemas.openxmlformats.org/officeDocument/2006/relationships/image" Target="../media/image62.png"/><Relationship Id="rId45" Type="http://schemas.openxmlformats.org/officeDocument/2006/relationships/customXml" Target="../ink/ink127.xml"/><Relationship Id="rId53" Type="http://schemas.openxmlformats.org/officeDocument/2006/relationships/customXml" Target="../ink/ink131.xml"/><Relationship Id="rId58" Type="http://schemas.openxmlformats.org/officeDocument/2006/relationships/image" Target="../media/image72.png"/><Relationship Id="rId66" Type="http://schemas.openxmlformats.org/officeDocument/2006/relationships/image" Target="../media/image76.png"/><Relationship Id="rId74" Type="http://schemas.openxmlformats.org/officeDocument/2006/relationships/image" Target="../media/image80.png"/><Relationship Id="rId5" Type="http://schemas.openxmlformats.org/officeDocument/2006/relationships/customXml" Target="../ink/ink107.xml"/><Relationship Id="rId61" Type="http://schemas.openxmlformats.org/officeDocument/2006/relationships/customXml" Target="../ink/ink135.xml"/><Relationship Id="rId19" Type="http://schemas.openxmlformats.org/officeDocument/2006/relationships/customXml" Target="../ink/ink114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Relationship Id="rId27" Type="http://schemas.openxmlformats.org/officeDocument/2006/relationships/customXml" Target="../ink/ink118.xml"/><Relationship Id="rId30" Type="http://schemas.openxmlformats.org/officeDocument/2006/relationships/image" Target="../media/image57.png"/><Relationship Id="rId35" Type="http://schemas.openxmlformats.org/officeDocument/2006/relationships/customXml" Target="../ink/ink122.xml"/><Relationship Id="rId43" Type="http://schemas.openxmlformats.org/officeDocument/2006/relationships/customXml" Target="../ink/ink126.xml"/><Relationship Id="rId48" Type="http://schemas.openxmlformats.org/officeDocument/2006/relationships/image" Target="../media/image66.png"/><Relationship Id="rId56" Type="http://schemas.openxmlformats.org/officeDocument/2006/relationships/image" Target="../media/image71.png"/><Relationship Id="rId64" Type="http://schemas.openxmlformats.org/officeDocument/2006/relationships/image" Target="../media/image75.png"/><Relationship Id="rId69" Type="http://schemas.openxmlformats.org/officeDocument/2006/relationships/customXml" Target="../ink/ink139.xml"/><Relationship Id="rId77" Type="http://schemas.openxmlformats.org/officeDocument/2006/relationships/customXml" Target="../ink/ink143.xml"/><Relationship Id="rId8" Type="http://schemas.openxmlformats.org/officeDocument/2006/relationships/image" Target="../media/image46.png"/><Relationship Id="rId51" Type="http://schemas.openxmlformats.org/officeDocument/2006/relationships/customXml" Target="../ink/ink130.xml"/><Relationship Id="rId72" Type="http://schemas.openxmlformats.org/officeDocument/2006/relationships/image" Target="../media/image79.png"/><Relationship Id="rId3" Type="http://schemas.openxmlformats.org/officeDocument/2006/relationships/customXml" Target="../ink/ink106.xml"/><Relationship Id="rId12" Type="http://schemas.openxmlformats.org/officeDocument/2006/relationships/image" Target="../media/image48.png"/><Relationship Id="rId17" Type="http://schemas.openxmlformats.org/officeDocument/2006/relationships/customXml" Target="../ink/ink113.xml"/><Relationship Id="rId25" Type="http://schemas.openxmlformats.org/officeDocument/2006/relationships/customXml" Target="../ink/ink117.xml"/><Relationship Id="rId33" Type="http://schemas.openxmlformats.org/officeDocument/2006/relationships/customXml" Target="../ink/ink121.xml"/><Relationship Id="rId38" Type="http://schemas.openxmlformats.org/officeDocument/2006/relationships/image" Target="../media/image61.png"/><Relationship Id="rId46" Type="http://schemas.openxmlformats.org/officeDocument/2006/relationships/image" Target="../media/image65.png"/><Relationship Id="rId59" Type="http://schemas.openxmlformats.org/officeDocument/2006/relationships/customXml" Target="../ink/ink134.xml"/><Relationship Id="rId67" Type="http://schemas.openxmlformats.org/officeDocument/2006/relationships/customXml" Target="../ink/ink138.xml"/><Relationship Id="rId20" Type="http://schemas.openxmlformats.org/officeDocument/2006/relationships/image" Target="../media/image52.png"/><Relationship Id="rId41" Type="http://schemas.openxmlformats.org/officeDocument/2006/relationships/customXml" Target="../ink/ink125.xml"/><Relationship Id="rId54" Type="http://schemas.openxmlformats.org/officeDocument/2006/relationships/image" Target="../media/image69.png"/><Relationship Id="rId62" Type="http://schemas.openxmlformats.org/officeDocument/2006/relationships/image" Target="../media/image74.png"/><Relationship Id="rId70" Type="http://schemas.openxmlformats.org/officeDocument/2006/relationships/image" Target="../media/image78.png"/><Relationship Id="rId75" Type="http://schemas.openxmlformats.org/officeDocument/2006/relationships/customXml" Target="../ink/ink1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5" Type="http://schemas.openxmlformats.org/officeDocument/2006/relationships/customXml" Target="../ink/ink112.xml"/><Relationship Id="rId23" Type="http://schemas.openxmlformats.org/officeDocument/2006/relationships/customXml" Target="../ink/ink116.xml"/><Relationship Id="rId28" Type="http://schemas.openxmlformats.org/officeDocument/2006/relationships/image" Target="../media/image56.png"/><Relationship Id="rId36" Type="http://schemas.openxmlformats.org/officeDocument/2006/relationships/image" Target="../media/image60.png"/><Relationship Id="rId49" Type="http://schemas.openxmlformats.org/officeDocument/2006/relationships/customXml" Target="../ink/ink129.xml"/><Relationship Id="rId57" Type="http://schemas.openxmlformats.org/officeDocument/2006/relationships/customXml" Target="../ink/ink133.xml"/><Relationship Id="rId10" Type="http://schemas.openxmlformats.org/officeDocument/2006/relationships/image" Target="../media/image47.png"/><Relationship Id="rId31" Type="http://schemas.openxmlformats.org/officeDocument/2006/relationships/customXml" Target="../ink/ink120.xml"/><Relationship Id="rId44" Type="http://schemas.openxmlformats.org/officeDocument/2006/relationships/image" Target="../media/image64.png"/><Relationship Id="rId52" Type="http://schemas.openxmlformats.org/officeDocument/2006/relationships/image" Target="../media/image68.png"/><Relationship Id="rId60" Type="http://schemas.openxmlformats.org/officeDocument/2006/relationships/image" Target="../media/image73.png"/><Relationship Id="rId65" Type="http://schemas.openxmlformats.org/officeDocument/2006/relationships/customXml" Target="../ink/ink137.xml"/><Relationship Id="rId73" Type="http://schemas.openxmlformats.org/officeDocument/2006/relationships/customXml" Target="../ink/ink141.xml"/><Relationship Id="rId78" Type="http://schemas.openxmlformats.org/officeDocument/2006/relationships/image" Target="../media/image82.png"/><Relationship Id="rId4" Type="http://schemas.openxmlformats.org/officeDocument/2006/relationships/image" Target="../media/image44.png"/><Relationship Id="rId9" Type="http://schemas.openxmlformats.org/officeDocument/2006/relationships/customXml" Target="../ink/ink109.xml"/><Relationship Id="rId13" Type="http://schemas.openxmlformats.org/officeDocument/2006/relationships/customXml" Target="../ink/ink111.xml"/><Relationship Id="rId18" Type="http://schemas.openxmlformats.org/officeDocument/2006/relationships/image" Target="../media/image51.png"/><Relationship Id="rId39" Type="http://schemas.openxmlformats.org/officeDocument/2006/relationships/customXml" Target="../ink/ink124.xml"/><Relationship Id="rId34" Type="http://schemas.openxmlformats.org/officeDocument/2006/relationships/image" Target="../media/image59.png"/><Relationship Id="rId50" Type="http://schemas.openxmlformats.org/officeDocument/2006/relationships/image" Target="../media/image67.png"/><Relationship Id="rId55" Type="http://schemas.openxmlformats.org/officeDocument/2006/relationships/customXml" Target="../ink/ink132.xml"/><Relationship Id="rId76" Type="http://schemas.openxmlformats.org/officeDocument/2006/relationships/image" Target="../media/image81.png"/><Relationship Id="rId7" Type="http://schemas.openxmlformats.org/officeDocument/2006/relationships/customXml" Target="../ink/ink108.xml"/><Relationship Id="rId71" Type="http://schemas.openxmlformats.org/officeDocument/2006/relationships/customXml" Target="../ink/ink140.xml"/><Relationship Id="rId2" Type="http://schemas.openxmlformats.org/officeDocument/2006/relationships/image" Target="../media/image43.png"/><Relationship Id="rId29" Type="http://schemas.openxmlformats.org/officeDocument/2006/relationships/customXml" Target="../ink/ink1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4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7.xml"/><Relationship Id="rId13" Type="http://schemas.openxmlformats.org/officeDocument/2006/relationships/image" Target="../media/image290.png"/><Relationship Id="rId18" Type="http://schemas.openxmlformats.org/officeDocument/2006/relationships/customXml" Target="../ink/ink152.xml"/><Relationship Id="rId26" Type="http://schemas.openxmlformats.org/officeDocument/2006/relationships/customXml" Target="../ink/ink156.xml"/><Relationship Id="rId3" Type="http://schemas.openxmlformats.org/officeDocument/2006/relationships/image" Target="../media/image86.png"/><Relationship Id="rId21" Type="http://schemas.openxmlformats.org/officeDocument/2006/relationships/image" Target="../media/image330.png"/><Relationship Id="rId7" Type="http://schemas.openxmlformats.org/officeDocument/2006/relationships/image" Target="../media/image260.png"/><Relationship Id="rId12" Type="http://schemas.openxmlformats.org/officeDocument/2006/relationships/customXml" Target="../ink/ink149.xml"/><Relationship Id="rId17" Type="http://schemas.openxmlformats.org/officeDocument/2006/relationships/image" Target="../media/image311.png"/><Relationship Id="rId25" Type="http://schemas.openxmlformats.org/officeDocument/2006/relationships/image" Target="../media/image350.png"/><Relationship Id="rId2" Type="http://schemas.openxmlformats.org/officeDocument/2006/relationships/image" Target="../media/image85.png"/><Relationship Id="rId16" Type="http://schemas.openxmlformats.org/officeDocument/2006/relationships/customXml" Target="../ink/ink151.xml"/><Relationship Id="rId20" Type="http://schemas.openxmlformats.org/officeDocument/2006/relationships/customXml" Target="../ink/ink1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6.xml"/><Relationship Id="rId11" Type="http://schemas.openxmlformats.org/officeDocument/2006/relationships/image" Target="../media/image280.png"/><Relationship Id="rId24" Type="http://schemas.openxmlformats.org/officeDocument/2006/relationships/customXml" Target="../ink/ink155.xml"/><Relationship Id="rId5" Type="http://schemas.openxmlformats.org/officeDocument/2006/relationships/image" Target="../media/image250.png"/><Relationship Id="rId15" Type="http://schemas.openxmlformats.org/officeDocument/2006/relationships/image" Target="../media/image300.png"/><Relationship Id="rId23" Type="http://schemas.openxmlformats.org/officeDocument/2006/relationships/image" Target="../media/image340.png"/><Relationship Id="rId10" Type="http://schemas.openxmlformats.org/officeDocument/2006/relationships/customXml" Target="../ink/ink148.xml"/><Relationship Id="rId19" Type="http://schemas.openxmlformats.org/officeDocument/2006/relationships/image" Target="../media/image320.png"/><Relationship Id="rId4" Type="http://schemas.openxmlformats.org/officeDocument/2006/relationships/customXml" Target="../ink/ink145.xml"/><Relationship Id="rId9" Type="http://schemas.openxmlformats.org/officeDocument/2006/relationships/image" Target="../media/image270.pn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Relationship Id="rId27" Type="http://schemas.openxmlformats.org/officeDocument/2006/relationships/image" Target="../media/image36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ustomXml" Target="../ink/ink157.xml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30" Type="http://schemas.openxmlformats.org/officeDocument/2006/relationships/customXml" Target="../ink/ink158.xml"/><Relationship Id="rId48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4" Type="http://schemas.openxmlformats.org/officeDocument/2006/relationships/image" Target="../media/image130.png"/><Relationship Id="rId42" Type="http://schemas.openxmlformats.org/officeDocument/2006/relationships/image" Target="../media/image134.png"/><Relationship Id="rId33" Type="http://schemas.openxmlformats.org/officeDocument/2006/relationships/customXml" Target="../ink/ink161.xml"/><Relationship Id="rId2" Type="http://schemas.openxmlformats.org/officeDocument/2006/relationships/customXml" Target="../ink/ink159.xml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160.xml"/><Relationship Id="rId31" Type="http://schemas.openxmlformats.org/officeDocument/2006/relationships/image" Target="../media/image129.png"/><Relationship Id="rId35" Type="http://schemas.openxmlformats.org/officeDocument/2006/relationships/customXml" Target="../ink/ink162.xml"/><Relationship Id="rId43" Type="http://schemas.openxmlformats.org/officeDocument/2006/relationships/customXml" Target="../ink/ink163.xml"/><Relationship Id="rId48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customXml" Target="../ink/ink172.xml"/><Relationship Id="rId26" Type="http://schemas.openxmlformats.org/officeDocument/2006/relationships/customXml" Target="../ink/ink176.xml"/><Relationship Id="rId21" Type="http://schemas.openxmlformats.org/officeDocument/2006/relationships/image" Target="../media/image124.png"/><Relationship Id="rId34" Type="http://schemas.openxmlformats.org/officeDocument/2006/relationships/image" Target="../media/image130.png"/><Relationship Id="rId42" Type="http://schemas.openxmlformats.org/officeDocument/2006/relationships/image" Target="../media/image134.png"/><Relationship Id="rId47" Type="http://schemas.openxmlformats.org/officeDocument/2006/relationships/customXml" Target="../ink/ink185.xml"/><Relationship Id="rId7" Type="http://schemas.openxmlformats.org/officeDocument/2006/relationships/image" Target="../media/image117.png"/><Relationship Id="rId2" Type="http://schemas.openxmlformats.org/officeDocument/2006/relationships/customXml" Target="../ink/ink164.xml"/><Relationship Id="rId16" Type="http://schemas.openxmlformats.org/officeDocument/2006/relationships/customXml" Target="../ink/ink171.xml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6.xml"/><Relationship Id="rId11" Type="http://schemas.openxmlformats.org/officeDocument/2006/relationships/image" Target="../media/image119.png"/><Relationship Id="rId24" Type="http://schemas.openxmlformats.org/officeDocument/2006/relationships/customXml" Target="../ink/ink175.xml"/><Relationship Id="rId32" Type="http://schemas.openxmlformats.org/officeDocument/2006/relationships/customXml" Target="../ink/ink178.xml"/><Relationship Id="rId37" Type="http://schemas.openxmlformats.org/officeDocument/2006/relationships/customXml" Target="../ink/ink181.xml"/><Relationship Id="rId40" Type="http://schemas.openxmlformats.org/officeDocument/2006/relationships/image" Target="../media/image133.png"/><Relationship Id="rId45" Type="http://schemas.openxmlformats.org/officeDocument/2006/relationships/customXml" Target="../ink/ink184.xml"/><Relationship Id="rId5" Type="http://schemas.openxmlformats.org/officeDocument/2006/relationships/image" Target="../media/image116.png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177.xml"/><Relationship Id="rId36" Type="http://schemas.openxmlformats.org/officeDocument/2006/relationships/image" Target="../media/image131.png"/><Relationship Id="rId10" Type="http://schemas.openxmlformats.org/officeDocument/2006/relationships/customXml" Target="../ink/ink168.xml"/><Relationship Id="rId19" Type="http://schemas.openxmlformats.org/officeDocument/2006/relationships/image" Target="../media/image123.png"/><Relationship Id="rId31" Type="http://schemas.openxmlformats.org/officeDocument/2006/relationships/image" Target="../media/image129.png"/><Relationship Id="rId44" Type="http://schemas.openxmlformats.org/officeDocument/2006/relationships/image" Target="../media/image135.png"/><Relationship Id="rId4" Type="http://schemas.openxmlformats.org/officeDocument/2006/relationships/customXml" Target="../ink/ink165.xml"/><Relationship Id="rId9" Type="http://schemas.openxmlformats.org/officeDocument/2006/relationships/image" Target="../media/image118.png"/><Relationship Id="rId14" Type="http://schemas.openxmlformats.org/officeDocument/2006/relationships/customXml" Target="../ink/ink170.xml"/><Relationship Id="rId22" Type="http://schemas.openxmlformats.org/officeDocument/2006/relationships/customXml" Target="../ink/ink174.xml"/><Relationship Id="rId27" Type="http://schemas.openxmlformats.org/officeDocument/2006/relationships/image" Target="../media/image127.png"/><Relationship Id="rId35" Type="http://schemas.openxmlformats.org/officeDocument/2006/relationships/customXml" Target="../ink/ink180.xml"/><Relationship Id="rId43" Type="http://schemas.openxmlformats.org/officeDocument/2006/relationships/customXml" Target="../ink/ink183.xml"/><Relationship Id="rId48" Type="http://schemas.openxmlformats.org/officeDocument/2006/relationships/image" Target="../media/image81.png"/><Relationship Id="rId8" Type="http://schemas.openxmlformats.org/officeDocument/2006/relationships/customXml" Target="../ink/ink167.xml"/><Relationship Id="rId3" Type="http://schemas.openxmlformats.org/officeDocument/2006/relationships/image" Target="../media/image115.png"/><Relationship Id="rId12" Type="http://schemas.openxmlformats.org/officeDocument/2006/relationships/customXml" Target="../ink/ink169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customXml" Target="../ink/ink179.xml"/><Relationship Id="rId46" Type="http://schemas.openxmlformats.org/officeDocument/2006/relationships/image" Target="../media/image136.png"/><Relationship Id="rId20" Type="http://schemas.openxmlformats.org/officeDocument/2006/relationships/customXml" Target="../ink/ink173.xml"/><Relationship Id="rId41" Type="http://schemas.openxmlformats.org/officeDocument/2006/relationships/customXml" Target="../ink/ink182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customXml" Target="../ink/ink194.xml"/><Relationship Id="rId26" Type="http://schemas.openxmlformats.org/officeDocument/2006/relationships/customXml" Target="../ink/ink198.xml"/><Relationship Id="rId39" Type="http://schemas.openxmlformats.org/officeDocument/2006/relationships/customXml" Target="../ink/ink205.xml"/><Relationship Id="rId21" Type="http://schemas.openxmlformats.org/officeDocument/2006/relationships/image" Target="../media/image124.png"/><Relationship Id="rId34" Type="http://schemas.openxmlformats.org/officeDocument/2006/relationships/image" Target="../media/image130.png"/><Relationship Id="rId42" Type="http://schemas.openxmlformats.org/officeDocument/2006/relationships/image" Target="../media/image134.png"/><Relationship Id="rId47" Type="http://schemas.openxmlformats.org/officeDocument/2006/relationships/customXml" Target="../ink/ink209.xml"/><Relationship Id="rId50" Type="http://schemas.openxmlformats.org/officeDocument/2006/relationships/image" Target="../media/image137.png"/><Relationship Id="rId55" Type="http://schemas.openxmlformats.org/officeDocument/2006/relationships/customXml" Target="../ink/ink213.xml"/><Relationship Id="rId7" Type="http://schemas.openxmlformats.org/officeDocument/2006/relationships/image" Target="../media/image117.png"/><Relationship Id="rId2" Type="http://schemas.openxmlformats.org/officeDocument/2006/relationships/customXml" Target="../ink/ink186.xml"/><Relationship Id="rId16" Type="http://schemas.openxmlformats.org/officeDocument/2006/relationships/customXml" Target="../ink/ink193.xml"/><Relationship Id="rId29" Type="http://schemas.openxmlformats.org/officeDocument/2006/relationships/image" Target="../media/image128.png"/><Relationship Id="rId11" Type="http://schemas.openxmlformats.org/officeDocument/2006/relationships/image" Target="../media/image119.png"/><Relationship Id="rId24" Type="http://schemas.openxmlformats.org/officeDocument/2006/relationships/customXml" Target="../ink/ink197.xml"/><Relationship Id="rId32" Type="http://schemas.openxmlformats.org/officeDocument/2006/relationships/customXml" Target="../ink/ink201.xml"/><Relationship Id="rId37" Type="http://schemas.openxmlformats.org/officeDocument/2006/relationships/customXml" Target="../ink/ink204.xml"/><Relationship Id="rId40" Type="http://schemas.openxmlformats.org/officeDocument/2006/relationships/image" Target="../media/image133.png"/><Relationship Id="rId45" Type="http://schemas.openxmlformats.org/officeDocument/2006/relationships/customXml" Target="../ink/ink208.xml"/><Relationship Id="rId53" Type="http://schemas.openxmlformats.org/officeDocument/2006/relationships/customXml" Target="../ink/ink212.xml"/><Relationship Id="rId58" Type="http://schemas.openxmlformats.org/officeDocument/2006/relationships/image" Target="../media/image141.png"/><Relationship Id="rId5" Type="http://schemas.openxmlformats.org/officeDocument/2006/relationships/image" Target="../media/image116.png"/><Relationship Id="rId19" Type="http://schemas.openxmlformats.org/officeDocument/2006/relationships/image" Target="../media/image123.png"/><Relationship Id="rId4" Type="http://schemas.openxmlformats.org/officeDocument/2006/relationships/customXml" Target="../ink/ink187.xml"/><Relationship Id="rId9" Type="http://schemas.openxmlformats.org/officeDocument/2006/relationships/image" Target="../media/image118.png"/><Relationship Id="rId14" Type="http://schemas.openxmlformats.org/officeDocument/2006/relationships/customXml" Target="../ink/ink192.xml"/><Relationship Id="rId22" Type="http://schemas.openxmlformats.org/officeDocument/2006/relationships/customXml" Target="../ink/ink196.xml"/><Relationship Id="rId27" Type="http://schemas.openxmlformats.org/officeDocument/2006/relationships/image" Target="../media/image127.png"/><Relationship Id="rId30" Type="http://schemas.openxmlformats.org/officeDocument/2006/relationships/customXml" Target="../ink/ink200.xml"/><Relationship Id="rId35" Type="http://schemas.openxmlformats.org/officeDocument/2006/relationships/customXml" Target="../ink/ink203.xml"/><Relationship Id="rId43" Type="http://schemas.openxmlformats.org/officeDocument/2006/relationships/customXml" Target="../ink/ink207.xml"/><Relationship Id="rId48" Type="http://schemas.openxmlformats.org/officeDocument/2006/relationships/image" Target="../media/image81.png"/><Relationship Id="rId56" Type="http://schemas.openxmlformats.org/officeDocument/2006/relationships/image" Target="../media/image140.png"/><Relationship Id="rId8" Type="http://schemas.openxmlformats.org/officeDocument/2006/relationships/customXml" Target="../ink/ink189.xml"/><Relationship Id="rId51" Type="http://schemas.openxmlformats.org/officeDocument/2006/relationships/customXml" Target="../ink/ink211.xml"/><Relationship Id="rId3" Type="http://schemas.openxmlformats.org/officeDocument/2006/relationships/image" Target="../media/image115.png"/><Relationship Id="rId12" Type="http://schemas.openxmlformats.org/officeDocument/2006/relationships/customXml" Target="../ink/ink191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customXml" Target="../ink/ink202.xml"/><Relationship Id="rId38" Type="http://schemas.openxmlformats.org/officeDocument/2006/relationships/image" Target="../media/image132.png"/><Relationship Id="rId46" Type="http://schemas.openxmlformats.org/officeDocument/2006/relationships/image" Target="../media/image136.png"/><Relationship Id="rId59" Type="http://schemas.openxmlformats.org/officeDocument/2006/relationships/customXml" Target="../ink/ink215.xml"/><Relationship Id="rId20" Type="http://schemas.openxmlformats.org/officeDocument/2006/relationships/customXml" Target="../ink/ink195.xml"/><Relationship Id="rId41" Type="http://schemas.openxmlformats.org/officeDocument/2006/relationships/customXml" Target="../ink/ink206.xml"/><Relationship Id="rId54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8.xml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199.xml"/><Relationship Id="rId36" Type="http://schemas.openxmlformats.org/officeDocument/2006/relationships/image" Target="../media/image131.png"/><Relationship Id="rId49" Type="http://schemas.openxmlformats.org/officeDocument/2006/relationships/customXml" Target="../ink/ink210.xml"/><Relationship Id="rId57" Type="http://schemas.openxmlformats.org/officeDocument/2006/relationships/customXml" Target="../ink/ink214.xml"/><Relationship Id="rId10" Type="http://schemas.openxmlformats.org/officeDocument/2006/relationships/customXml" Target="../ink/ink190.xml"/><Relationship Id="rId31" Type="http://schemas.openxmlformats.org/officeDocument/2006/relationships/image" Target="../media/image129.png"/><Relationship Id="rId44" Type="http://schemas.openxmlformats.org/officeDocument/2006/relationships/image" Target="../media/image135.png"/><Relationship Id="rId52" Type="http://schemas.openxmlformats.org/officeDocument/2006/relationships/image" Target="../media/image138.png"/><Relationship Id="rId60" Type="http://schemas.openxmlformats.org/officeDocument/2006/relationships/image" Target="../media/image142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8.xml"/><Relationship Id="rId21" Type="http://schemas.openxmlformats.org/officeDocument/2006/relationships/image" Target="../media/image150.png"/><Relationship Id="rId42" Type="http://schemas.openxmlformats.org/officeDocument/2006/relationships/image" Target="../media/image158.png"/><Relationship Id="rId47" Type="http://schemas.openxmlformats.org/officeDocument/2006/relationships/customXml" Target="../ink/ink239.xml"/><Relationship Id="rId63" Type="http://schemas.openxmlformats.org/officeDocument/2006/relationships/customXml" Target="../ink/ink247.xml"/><Relationship Id="rId68" Type="http://schemas.openxmlformats.org/officeDocument/2006/relationships/image" Target="../media/image170.png"/><Relationship Id="rId84" Type="http://schemas.openxmlformats.org/officeDocument/2006/relationships/image" Target="../media/image178.png"/><Relationship Id="rId16" Type="http://schemas.openxmlformats.org/officeDocument/2006/relationships/customXml" Target="../ink/ink223.xml"/><Relationship Id="rId11" Type="http://schemas.openxmlformats.org/officeDocument/2006/relationships/image" Target="../media/image147.png"/><Relationship Id="rId32" Type="http://schemas.openxmlformats.org/officeDocument/2006/relationships/customXml" Target="../ink/ink231.xml"/><Relationship Id="rId37" Type="http://schemas.openxmlformats.org/officeDocument/2006/relationships/customXml" Target="../ink/ink234.xml"/><Relationship Id="rId53" Type="http://schemas.openxmlformats.org/officeDocument/2006/relationships/customXml" Target="../ink/ink242.xml"/><Relationship Id="rId58" Type="http://schemas.openxmlformats.org/officeDocument/2006/relationships/image" Target="../media/image165.png"/><Relationship Id="rId74" Type="http://schemas.openxmlformats.org/officeDocument/2006/relationships/image" Target="../media/image173.png"/><Relationship Id="rId79" Type="http://schemas.openxmlformats.org/officeDocument/2006/relationships/customXml" Target="../ink/ink255.xml"/><Relationship Id="rId5" Type="http://schemas.openxmlformats.org/officeDocument/2006/relationships/image" Target="../media/image144.png"/><Relationship Id="rId61" Type="http://schemas.openxmlformats.org/officeDocument/2006/relationships/customXml" Target="../ink/ink246.xml"/><Relationship Id="rId82" Type="http://schemas.openxmlformats.org/officeDocument/2006/relationships/image" Target="../media/image177.png"/><Relationship Id="rId19" Type="http://schemas.openxmlformats.org/officeDocument/2006/relationships/image" Target="../media/image149.png"/><Relationship Id="rId14" Type="http://schemas.openxmlformats.org/officeDocument/2006/relationships/customXml" Target="../ink/ink222.xml"/><Relationship Id="rId22" Type="http://schemas.openxmlformats.org/officeDocument/2006/relationships/customXml" Target="../ink/ink226.xml"/><Relationship Id="rId27" Type="http://schemas.openxmlformats.org/officeDocument/2006/relationships/image" Target="../media/image153.png"/><Relationship Id="rId30" Type="http://schemas.openxmlformats.org/officeDocument/2006/relationships/customXml" Target="../ink/ink230.xml"/><Relationship Id="rId35" Type="http://schemas.openxmlformats.org/officeDocument/2006/relationships/customXml" Target="../ink/ink233.xml"/><Relationship Id="rId43" Type="http://schemas.openxmlformats.org/officeDocument/2006/relationships/customXml" Target="../ink/ink237.xml"/><Relationship Id="rId48" Type="http://schemas.openxmlformats.org/officeDocument/2006/relationships/image" Target="../media/image81.png"/><Relationship Id="rId56" Type="http://schemas.openxmlformats.org/officeDocument/2006/relationships/image" Target="../media/image164.png"/><Relationship Id="rId64" Type="http://schemas.openxmlformats.org/officeDocument/2006/relationships/image" Target="../media/image168.png"/><Relationship Id="rId69" Type="http://schemas.openxmlformats.org/officeDocument/2006/relationships/customXml" Target="../ink/ink250.xml"/><Relationship Id="rId77" Type="http://schemas.openxmlformats.org/officeDocument/2006/relationships/customXml" Target="../ink/ink254.xml"/><Relationship Id="rId8" Type="http://schemas.openxmlformats.org/officeDocument/2006/relationships/customXml" Target="../ink/ink219.xml"/><Relationship Id="rId51" Type="http://schemas.openxmlformats.org/officeDocument/2006/relationships/customXml" Target="../ink/ink241.xml"/><Relationship Id="rId72" Type="http://schemas.openxmlformats.org/officeDocument/2006/relationships/image" Target="../media/image172.png"/><Relationship Id="rId80" Type="http://schemas.openxmlformats.org/officeDocument/2006/relationships/image" Target="../media/image176.png"/><Relationship Id="rId3" Type="http://schemas.openxmlformats.org/officeDocument/2006/relationships/image" Target="../media/image143.png"/><Relationship Id="rId12" Type="http://schemas.openxmlformats.org/officeDocument/2006/relationships/customXml" Target="../ink/ink221.xml"/><Relationship Id="rId17" Type="http://schemas.openxmlformats.org/officeDocument/2006/relationships/image" Target="../media/image122.png"/><Relationship Id="rId25" Type="http://schemas.openxmlformats.org/officeDocument/2006/relationships/image" Target="../media/image152.png"/><Relationship Id="rId33" Type="http://schemas.openxmlformats.org/officeDocument/2006/relationships/customXml" Target="../ink/ink232.xml"/><Relationship Id="rId38" Type="http://schemas.openxmlformats.org/officeDocument/2006/relationships/image" Target="../media/image156.png"/><Relationship Id="rId46" Type="http://schemas.openxmlformats.org/officeDocument/2006/relationships/image" Target="../media/image160.png"/><Relationship Id="rId59" Type="http://schemas.openxmlformats.org/officeDocument/2006/relationships/customXml" Target="../ink/ink245.xml"/><Relationship Id="rId67" Type="http://schemas.openxmlformats.org/officeDocument/2006/relationships/customXml" Target="../ink/ink249.xml"/><Relationship Id="rId20" Type="http://schemas.openxmlformats.org/officeDocument/2006/relationships/customXml" Target="../ink/ink225.xml"/><Relationship Id="rId41" Type="http://schemas.openxmlformats.org/officeDocument/2006/relationships/customXml" Target="../ink/ink236.xml"/><Relationship Id="rId54" Type="http://schemas.openxmlformats.org/officeDocument/2006/relationships/image" Target="../media/image163.png"/><Relationship Id="rId62" Type="http://schemas.openxmlformats.org/officeDocument/2006/relationships/image" Target="../media/image167.png"/><Relationship Id="rId70" Type="http://schemas.openxmlformats.org/officeDocument/2006/relationships/image" Target="../media/image171.png"/><Relationship Id="rId75" Type="http://schemas.openxmlformats.org/officeDocument/2006/relationships/customXml" Target="../ink/ink253.xml"/><Relationship Id="rId83" Type="http://schemas.openxmlformats.org/officeDocument/2006/relationships/customXml" Target="../ink/ink2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8.xml"/><Relationship Id="rId15" Type="http://schemas.openxmlformats.org/officeDocument/2006/relationships/image" Target="../media/image121.png"/><Relationship Id="rId23" Type="http://schemas.openxmlformats.org/officeDocument/2006/relationships/image" Target="../media/image151.png"/><Relationship Id="rId28" Type="http://schemas.openxmlformats.org/officeDocument/2006/relationships/customXml" Target="../ink/ink229.xml"/><Relationship Id="rId36" Type="http://schemas.openxmlformats.org/officeDocument/2006/relationships/image" Target="../media/image155.png"/><Relationship Id="rId49" Type="http://schemas.openxmlformats.org/officeDocument/2006/relationships/customXml" Target="../ink/ink240.xml"/><Relationship Id="rId57" Type="http://schemas.openxmlformats.org/officeDocument/2006/relationships/customXml" Target="../ink/ink244.xml"/><Relationship Id="rId10" Type="http://schemas.openxmlformats.org/officeDocument/2006/relationships/customXml" Target="../ink/ink220.xml"/><Relationship Id="rId31" Type="http://schemas.openxmlformats.org/officeDocument/2006/relationships/image" Target="../media/image129.png"/><Relationship Id="rId44" Type="http://schemas.openxmlformats.org/officeDocument/2006/relationships/image" Target="../media/image159.png"/><Relationship Id="rId52" Type="http://schemas.openxmlformats.org/officeDocument/2006/relationships/image" Target="../media/image162.png"/><Relationship Id="rId60" Type="http://schemas.openxmlformats.org/officeDocument/2006/relationships/image" Target="../media/image166.png"/><Relationship Id="rId65" Type="http://schemas.openxmlformats.org/officeDocument/2006/relationships/customXml" Target="../ink/ink248.xml"/><Relationship Id="rId73" Type="http://schemas.openxmlformats.org/officeDocument/2006/relationships/customXml" Target="../ink/ink252.xml"/><Relationship Id="rId78" Type="http://schemas.openxmlformats.org/officeDocument/2006/relationships/image" Target="../media/image175.png"/><Relationship Id="rId81" Type="http://schemas.openxmlformats.org/officeDocument/2006/relationships/customXml" Target="../ink/ink256.xml"/><Relationship Id="rId4" Type="http://schemas.openxmlformats.org/officeDocument/2006/relationships/customXml" Target="../ink/ink217.xml"/><Relationship Id="rId9" Type="http://schemas.openxmlformats.org/officeDocument/2006/relationships/image" Target="../media/image146.png"/><Relationship Id="rId13" Type="http://schemas.openxmlformats.org/officeDocument/2006/relationships/image" Target="../media/image148.png"/><Relationship Id="rId18" Type="http://schemas.openxmlformats.org/officeDocument/2006/relationships/customXml" Target="../ink/ink224.xml"/><Relationship Id="rId39" Type="http://schemas.openxmlformats.org/officeDocument/2006/relationships/customXml" Target="../ink/ink235.xml"/><Relationship Id="rId34" Type="http://schemas.openxmlformats.org/officeDocument/2006/relationships/image" Target="../media/image154.png"/><Relationship Id="rId50" Type="http://schemas.openxmlformats.org/officeDocument/2006/relationships/image" Target="../media/image161.png"/><Relationship Id="rId55" Type="http://schemas.openxmlformats.org/officeDocument/2006/relationships/customXml" Target="../ink/ink243.xml"/><Relationship Id="rId76" Type="http://schemas.openxmlformats.org/officeDocument/2006/relationships/image" Target="../media/image174.png"/><Relationship Id="rId7" Type="http://schemas.openxmlformats.org/officeDocument/2006/relationships/image" Target="../media/image145.png"/><Relationship Id="rId71" Type="http://schemas.openxmlformats.org/officeDocument/2006/relationships/customXml" Target="../ink/ink251.xml"/><Relationship Id="rId2" Type="http://schemas.openxmlformats.org/officeDocument/2006/relationships/customXml" Target="../ink/ink216.xml"/><Relationship Id="rId29" Type="http://schemas.openxmlformats.org/officeDocument/2006/relationships/image" Target="../media/image128.png"/><Relationship Id="rId24" Type="http://schemas.openxmlformats.org/officeDocument/2006/relationships/customXml" Target="../ink/ink227.xml"/><Relationship Id="rId40" Type="http://schemas.openxmlformats.org/officeDocument/2006/relationships/image" Target="../media/image157.png"/><Relationship Id="rId45" Type="http://schemas.openxmlformats.org/officeDocument/2006/relationships/customXml" Target="../ink/ink238.xml"/><Relationship Id="rId66" Type="http://schemas.openxmlformats.org/officeDocument/2006/relationships/image" Target="../media/image16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customXml" Target="../ink/ink25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82.png"/><Relationship Id="rId4" Type="http://schemas.openxmlformats.org/officeDocument/2006/relationships/customXml" Target="../ink/ink25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3.xml"/><Relationship Id="rId13" Type="http://schemas.openxmlformats.org/officeDocument/2006/relationships/customXml" Target="../ink/ink266.xml"/><Relationship Id="rId18" Type="http://schemas.openxmlformats.org/officeDocument/2006/relationships/customXml" Target="../ink/ink268.xml"/><Relationship Id="rId3" Type="http://schemas.openxmlformats.org/officeDocument/2006/relationships/image" Target="../media/image81.png"/><Relationship Id="rId21" Type="http://schemas.openxmlformats.org/officeDocument/2006/relationships/image" Target="../media/image186.png"/><Relationship Id="rId7" Type="http://schemas.openxmlformats.org/officeDocument/2006/relationships/image" Target="../media/image180.png"/><Relationship Id="rId12" Type="http://schemas.openxmlformats.org/officeDocument/2006/relationships/customXml" Target="../ink/ink265.xml"/><Relationship Id="rId17" Type="http://schemas.openxmlformats.org/officeDocument/2006/relationships/image" Target="../media/image184.png"/><Relationship Id="rId2" Type="http://schemas.openxmlformats.org/officeDocument/2006/relationships/customXml" Target="../ink/ink260.xml"/><Relationship Id="rId16" Type="http://schemas.openxmlformats.org/officeDocument/2006/relationships/customXml" Target="../ink/ink267.xml"/><Relationship Id="rId20" Type="http://schemas.openxmlformats.org/officeDocument/2006/relationships/customXml" Target="../ink/ink2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2.xml"/><Relationship Id="rId11" Type="http://schemas.openxmlformats.org/officeDocument/2006/relationships/image" Target="../media/image182.png"/><Relationship Id="rId5" Type="http://schemas.openxmlformats.org/officeDocument/2006/relationships/image" Target="../media/image179.png"/><Relationship Id="rId15" Type="http://schemas.openxmlformats.org/officeDocument/2006/relationships/image" Target="../media/image183.png"/><Relationship Id="rId10" Type="http://schemas.openxmlformats.org/officeDocument/2006/relationships/customXml" Target="../ink/ink264.xml"/><Relationship Id="rId19" Type="http://schemas.openxmlformats.org/officeDocument/2006/relationships/image" Target="../media/image185.png"/><Relationship Id="rId4" Type="http://schemas.openxmlformats.org/officeDocument/2006/relationships/customXml" Target="../ink/ink261.xml"/><Relationship Id="rId9" Type="http://schemas.openxmlformats.org/officeDocument/2006/relationships/image" Target="../media/image18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3.xml"/><Relationship Id="rId13" Type="http://schemas.openxmlformats.org/officeDocument/2006/relationships/customXml" Target="../ink/ink276.xml"/><Relationship Id="rId18" Type="http://schemas.openxmlformats.org/officeDocument/2006/relationships/image" Target="../media/image193.png"/><Relationship Id="rId26" Type="http://schemas.openxmlformats.org/officeDocument/2006/relationships/image" Target="../media/image197.png"/><Relationship Id="rId3" Type="http://schemas.openxmlformats.org/officeDocument/2006/relationships/image" Target="../media/image187.png"/><Relationship Id="rId21" Type="http://schemas.openxmlformats.org/officeDocument/2006/relationships/customXml" Target="../ink/ink280.xml"/><Relationship Id="rId7" Type="http://schemas.openxmlformats.org/officeDocument/2006/relationships/image" Target="../media/image188.png"/><Relationship Id="rId12" Type="http://schemas.openxmlformats.org/officeDocument/2006/relationships/customXml" Target="../ink/ink275.xml"/><Relationship Id="rId17" Type="http://schemas.openxmlformats.org/officeDocument/2006/relationships/customXml" Target="../ink/ink278.xml"/><Relationship Id="rId25" Type="http://schemas.openxmlformats.org/officeDocument/2006/relationships/customXml" Target="../ink/ink282.xml"/><Relationship Id="rId2" Type="http://schemas.openxmlformats.org/officeDocument/2006/relationships/customXml" Target="../ink/ink270.xml"/><Relationship Id="rId16" Type="http://schemas.openxmlformats.org/officeDocument/2006/relationships/image" Target="../media/image192.png"/><Relationship Id="rId20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2.xml"/><Relationship Id="rId11" Type="http://schemas.openxmlformats.org/officeDocument/2006/relationships/image" Target="../media/image190.png"/><Relationship Id="rId24" Type="http://schemas.openxmlformats.org/officeDocument/2006/relationships/image" Target="../media/image196.png"/><Relationship Id="rId5" Type="http://schemas.openxmlformats.org/officeDocument/2006/relationships/image" Target="../media/image179.png"/><Relationship Id="rId15" Type="http://schemas.openxmlformats.org/officeDocument/2006/relationships/customXml" Target="../ink/ink277.xml"/><Relationship Id="rId23" Type="http://schemas.openxmlformats.org/officeDocument/2006/relationships/customXml" Target="../ink/ink281.xml"/><Relationship Id="rId28" Type="http://schemas.openxmlformats.org/officeDocument/2006/relationships/image" Target="../media/image198.png"/><Relationship Id="rId10" Type="http://schemas.openxmlformats.org/officeDocument/2006/relationships/customXml" Target="../ink/ink274.xml"/><Relationship Id="rId19" Type="http://schemas.openxmlformats.org/officeDocument/2006/relationships/customXml" Target="../ink/ink279.xml"/><Relationship Id="rId4" Type="http://schemas.openxmlformats.org/officeDocument/2006/relationships/customXml" Target="../ink/ink271.xml"/><Relationship Id="rId9" Type="http://schemas.openxmlformats.org/officeDocument/2006/relationships/image" Target="../media/image189.png"/><Relationship Id="rId14" Type="http://schemas.openxmlformats.org/officeDocument/2006/relationships/image" Target="../media/image191.png"/><Relationship Id="rId22" Type="http://schemas.openxmlformats.org/officeDocument/2006/relationships/image" Target="../media/image195.png"/><Relationship Id="rId27" Type="http://schemas.openxmlformats.org/officeDocument/2006/relationships/customXml" Target="../ink/ink283.xm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0.xml"/><Relationship Id="rId18" Type="http://schemas.openxmlformats.org/officeDocument/2006/relationships/image" Target="../media/image193.png"/><Relationship Id="rId26" Type="http://schemas.openxmlformats.org/officeDocument/2006/relationships/image" Target="../media/image202.png"/><Relationship Id="rId3" Type="http://schemas.openxmlformats.org/officeDocument/2006/relationships/image" Target="../media/image187.png"/><Relationship Id="rId21" Type="http://schemas.openxmlformats.org/officeDocument/2006/relationships/customXml" Target="../ink/ink294.xml"/><Relationship Id="rId34" Type="http://schemas.openxmlformats.org/officeDocument/2006/relationships/image" Target="../media/image206.png"/><Relationship Id="rId7" Type="http://schemas.openxmlformats.org/officeDocument/2006/relationships/image" Target="../media/image188.png"/><Relationship Id="rId12" Type="http://schemas.openxmlformats.org/officeDocument/2006/relationships/customXml" Target="../ink/ink289.xml"/><Relationship Id="rId17" Type="http://schemas.openxmlformats.org/officeDocument/2006/relationships/customXml" Target="../ink/ink292.xml"/><Relationship Id="rId25" Type="http://schemas.openxmlformats.org/officeDocument/2006/relationships/customXml" Target="../ink/ink296.xml"/><Relationship Id="rId33" Type="http://schemas.openxmlformats.org/officeDocument/2006/relationships/customXml" Target="../ink/ink300.xml"/><Relationship Id="rId2" Type="http://schemas.openxmlformats.org/officeDocument/2006/relationships/customXml" Target="../ink/ink284.xml"/><Relationship Id="rId16" Type="http://schemas.openxmlformats.org/officeDocument/2006/relationships/image" Target="../media/image192.png"/><Relationship Id="rId20" Type="http://schemas.openxmlformats.org/officeDocument/2006/relationships/image" Target="../media/image194.png"/><Relationship Id="rId29" Type="http://schemas.openxmlformats.org/officeDocument/2006/relationships/customXml" Target="../ink/ink29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6.xml"/><Relationship Id="rId11" Type="http://schemas.openxmlformats.org/officeDocument/2006/relationships/image" Target="../media/image190.png"/><Relationship Id="rId24" Type="http://schemas.openxmlformats.org/officeDocument/2006/relationships/image" Target="../media/image201.png"/><Relationship Id="rId32" Type="http://schemas.openxmlformats.org/officeDocument/2006/relationships/image" Target="../media/image205.png"/><Relationship Id="rId5" Type="http://schemas.openxmlformats.org/officeDocument/2006/relationships/image" Target="../media/image179.png"/><Relationship Id="rId15" Type="http://schemas.openxmlformats.org/officeDocument/2006/relationships/customXml" Target="../ink/ink291.xml"/><Relationship Id="rId23" Type="http://schemas.openxmlformats.org/officeDocument/2006/relationships/customXml" Target="../ink/ink295.xml"/><Relationship Id="rId28" Type="http://schemas.openxmlformats.org/officeDocument/2006/relationships/image" Target="../media/image203.png"/><Relationship Id="rId10" Type="http://schemas.openxmlformats.org/officeDocument/2006/relationships/customXml" Target="../ink/ink288.xml"/><Relationship Id="rId19" Type="http://schemas.openxmlformats.org/officeDocument/2006/relationships/customXml" Target="../ink/ink293.xml"/><Relationship Id="rId31" Type="http://schemas.openxmlformats.org/officeDocument/2006/relationships/customXml" Target="../ink/ink299.xml"/><Relationship Id="rId4" Type="http://schemas.openxmlformats.org/officeDocument/2006/relationships/customXml" Target="../ink/ink285.xml"/><Relationship Id="rId9" Type="http://schemas.openxmlformats.org/officeDocument/2006/relationships/image" Target="../media/image189.png"/><Relationship Id="rId14" Type="http://schemas.openxmlformats.org/officeDocument/2006/relationships/image" Target="../media/image191.png"/><Relationship Id="rId22" Type="http://schemas.openxmlformats.org/officeDocument/2006/relationships/image" Target="../media/image199.png"/><Relationship Id="rId27" Type="http://schemas.openxmlformats.org/officeDocument/2006/relationships/customXml" Target="../ink/ink297.xml"/><Relationship Id="rId30" Type="http://schemas.openxmlformats.org/officeDocument/2006/relationships/image" Target="../media/image204.png"/><Relationship Id="rId8" Type="http://schemas.openxmlformats.org/officeDocument/2006/relationships/customXml" Target="../ink/ink287.xm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7.xml"/><Relationship Id="rId18" Type="http://schemas.openxmlformats.org/officeDocument/2006/relationships/image" Target="../media/image193.png"/><Relationship Id="rId26" Type="http://schemas.openxmlformats.org/officeDocument/2006/relationships/image" Target="../media/image203.png"/><Relationship Id="rId39" Type="http://schemas.openxmlformats.org/officeDocument/2006/relationships/customXml" Target="../ink/ink320.xml"/><Relationship Id="rId21" Type="http://schemas.openxmlformats.org/officeDocument/2006/relationships/customXml" Target="../ink/ink311.xml"/><Relationship Id="rId34" Type="http://schemas.openxmlformats.org/officeDocument/2006/relationships/image" Target="../media/image210.png"/><Relationship Id="rId42" Type="http://schemas.openxmlformats.org/officeDocument/2006/relationships/image" Target="../media/image214.png"/><Relationship Id="rId7" Type="http://schemas.openxmlformats.org/officeDocument/2006/relationships/image" Target="../media/image188.png"/><Relationship Id="rId2" Type="http://schemas.openxmlformats.org/officeDocument/2006/relationships/customXml" Target="../ink/ink301.xml"/><Relationship Id="rId16" Type="http://schemas.openxmlformats.org/officeDocument/2006/relationships/image" Target="../media/image192.png"/><Relationship Id="rId20" Type="http://schemas.openxmlformats.org/officeDocument/2006/relationships/image" Target="../media/image194.png"/><Relationship Id="rId29" Type="http://schemas.openxmlformats.org/officeDocument/2006/relationships/customXml" Target="../ink/ink315.xml"/><Relationship Id="rId41" Type="http://schemas.openxmlformats.org/officeDocument/2006/relationships/customXml" Target="../ink/ink3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3.xml"/><Relationship Id="rId11" Type="http://schemas.openxmlformats.org/officeDocument/2006/relationships/image" Target="../media/image190.png"/><Relationship Id="rId24" Type="http://schemas.openxmlformats.org/officeDocument/2006/relationships/image" Target="../media/image202.png"/><Relationship Id="rId32" Type="http://schemas.openxmlformats.org/officeDocument/2006/relationships/image" Target="../media/image209.png"/><Relationship Id="rId37" Type="http://schemas.openxmlformats.org/officeDocument/2006/relationships/customXml" Target="../ink/ink319.xml"/><Relationship Id="rId40" Type="http://schemas.openxmlformats.org/officeDocument/2006/relationships/image" Target="../media/image213.png"/><Relationship Id="rId5" Type="http://schemas.openxmlformats.org/officeDocument/2006/relationships/image" Target="../media/image179.png"/><Relationship Id="rId15" Type="http://schemas.openxmlformats.org/officeDocument/2006/relationships/customXml" Target="../ink/ink308.xml"/><Relationship Id="rId23" Type="http://schemas.openxmlformats.org/officeDocument/2006/relationships/customXml" Target="../ink/ink312.xml"/><Relationship Id="rId28" Type="http://schemas.openxmlformats.org/officeDocument/2006/relationships/image" Target="../media/image207.png"/><Relationship Id="rId36" Type="http://schemas.openxmlformats.org/officeDocument/2006/relationships/image" Target="../media/image211.png"/><Relationship Id="rId10" Type="http://schemas.openxmlformats.org/officeDocument/2006/relationships/customXml" Target="../ink/ink305.xml"/><Relationship Id="rId19" Type="http://schemas.openxmlformats.org/officeDocument/2006/relationships/customXml" Target="../ink/ink310.xml"/><Relationship Id="rId31" Type="http://schemas.openxmlformats.org/officeDocument/2006/relationships/customXml" Target="../ink/ink316.xml"/><Relationship Id="rId44" Type="http://schemas.openxmlformats.org/officeDocument/2006/relationships/image" Target="../media/image215.png"/><Relationship Id="rId4" Type="http://schemas.openxmlformats.org/officeDocument/2006/relationships/customXml" Target="../ink/ink302.xml"/><Relationship Id="rId9" Type="http://schemas.openxmlformats.org/officeDocument/2006/relationships/image" Target="../media/image189.png"/><Relationship Id="rId14" Type="http://schemas.openxmlformats.org/officeDocument/2006/relationships/image" Target="../media/image191.png"/><Relationship Id="rId22" Type="http://schemas.openxmlformats.org/officeDocument/2006/relationships/image" Target="../media/image199.png"/><Relationship Id="rId27" Type="http://schemas.openxmlformats.org/officeDocument/2006/relationships/customXml" Target="../ink/ink314.xml"/><Relationship Id="rId30" Type="http://schemas.openxmlformats.org/officeDocument/2006/relationships/image" Target="../media/image208.png"/><Relationship Id="rId35" Type="http://schemas.openxmlformats.org/officeDocument/2006/relationships/customXml" Target="../ink/ink318.xml"/><Relationship Id="rId43" Type="http://schemas.openxmlformats.org/officeDocument/2006/relationships/customXml" Target="../ink/ink322.xml"/><Relationship Id="rId8" Type="http://schemas.openxmlformats.org/officeDocument/2006/relationships/customXml" Target="../ink/ink304.xml"/><Relationship Id="rId3" Type="http://schemas.openxmlformats.org/officeDocument/2006/relationships/image" Target="../media/image187.png"/><Relationship Id="rId12" Type="http://schemas.openxmlformats.org/officeDocument/2006/relationships/customXml" Target="../ink/ink306.xml"/><Relationship Id="rId17" Type="http://schemas.openxmlformats.org/officeDocument/2006/relationships/customXml" Target="../ink/ink309.xml"/><Relationship Id="rId25" Type="http://schemas.openxmlformats.org/officeDocument/2006/relationships/customXml" Target="../ink/ink313.xml"/><Relationship Id="rId33" Type="http://schemas.openxmlformats.org/officeDocument/2006/relationships/customXml" Target="../ink/ink317.xml"/><Relationship Id="rId38" Type="http://schemas.openxmlformats.org/officeDocument/2006/relationships/image" Target="../media/image212.png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3.png"/><Relationship Id="rId21" Type="http://schemas.openxmlformats.org/officeDocument/2006/relationships/customXml" Target="../ink/ink333.xml"/><Relationship Id="rId42" Type="http://schemas.openxmlformats.org/officeDocument/2006/relationships/image" Target="../media/image220.png"/><Relationship Id="rId47" Type="http://schemas.openxmlformats.org/officeDocument/2006/relationships/customXml" Target="../ink/ink346.xml"/><Relationship Id="rId63" Type="http://schemas.openxmlformats.org/officeDocument/2006/relationships/customXml" Target="../ink/ink354.xml"/><Relationship Id="rId84" Type="http://schemas.openxmlformats.org/officeDocument/2006/relationships/image" Target="../media/image241.png"/><Relationship Id="rId7" Type="http://schemas.openxmlformats.org/officeDocument/2006/relationships/image" Target="../media/image188.png"/><Relationship Id="rId71" Type="http://schemas.openxmlformats.org/officeDocument/2006/relationships/customXml" Target="../ink/ink356.xml"/><Relationship Id="rId2" Type="http://schemas.openxmlformats.org/officeDocument/2006/relationships/customXml" Target="../ink/ink323.xml"/><Relationship Id="rId16" Type="http://schemas.openxmlformats.org/officeDocument/2006/relationships/image" Target="../media/image192.png"/><Relationship Id="rId29" Type="http://schemas.openxmlformats.org/officeDocument/2006/relationships/customXml" Target="../ink/ink337.xml"/><Relationship Id="rId11" Type="http://schemas.openxmlformats.org/officeDocument/2006/relationships/image" Target="../media/image190.png"/><Relationship Id="rId24" Type="http://schemas.openxmlformats.org/officeDocument/2006/relationships/image" Target="../media/image202.png"/><Relationship Id="rId32" Type="http://schemas.openxmlformats.org/officeDocument/2006/relationships/image" Target="../media/image209.png"/><Relationship Id="rId37" Type="http://schemas.openxmlformats.org/officeDocument/2006/relationships/customXml" Target="../ink/ink341.xml"/><Relationship Id="rId40" Type="http://schemas.openxmlformats.org/officeDocument/2006/relationships/image" Target="../media/image219.png"/><Relationship Id="rId45" Type="http://schemas.openxmlformats.org/officeDocument/2006/relationships/customXml" Target="../ink/ink345.xml"/><Relationship Id="rId53" Type="http://schemas.openxmlformats.org/officeDocument/2006/relationships/customXml" Target="../ink/ink349.xml"/><Relationship Id="rId58" Type="http://schemas.openxmlformats.org/officeDocument/2006/relationships/image" Target="../media/image228.png"/><Relationship Id="rId5" Type="http://schemas.openxmlformats.org/officeDocument/2006/relationships/image" Target="../media/image179.png"/><Relationship Id="rId61" Type="http://schemas.openxmlformats.org/officeDocument/2006/relationships/customXml" Target="../ink/ink353.xml"/><Relationship Id="rId19" Type="http://schemas.openxmlformats.org/officeDocument/2006/relationships/customXml" Target="../ink/ink332.xml"/><Relationship Id="rId14" Type="http://schemas.openxmlformats.org/officeDocument/2006/relationships/image" Target="../media/image191.png"/><Relationship Id="rId22" Type="http://schemas.openxmlformats.org/officeDocument/2006/relationships/image" Target="../media/image199.png"/><Relationship Id="rId27" Type="http://schemas.openxmlformats.org/officeDocument/2006/relationships/customXml" Target="../ink/ink336.xml"/><Relationship Id="rId30" Type="http://schemas.openxmlformats.org/officeDocument/2006/relationships/image" Target="../media/image208.png"/><Relationship Id="rId35" Type="http://schemas.openxmlformats.org/officeDocument/2006/relationships/customXml" Target="../ink/ink340.xml"/><Relationship Id="rId43" Type="http://schemas.openxmlformats.org/officeDocument/2006/relationships/customXml" Target="../ink/ink344.xml"/><Relationship Id="rId48" Type="http://schemas.openxmlformats.org/officeDocument/2006/relationships/image" Target="../media/image223.png"/><Relationship Id="rId56" Type="http://schemas.openxmlformats.org/officeDocument/2006/relationships/image" Target="../media/image227.png"/><Relationship Id="rId64" Type="http://schemas.openxmlformats.org/officeDocument/2006/relationships/image" Target="../media/image231.png"/><Relationship Id="rId8" Type="http://schemas.openxmlformats.org/officeDocument/2006/relationships/customXml" Target="../ink/ink326.xml"/><Relationship Id="rId51" Type="http://schemas.openxmlformats.org/officeDocument/2006/relationships/customXml" Target="../ink/ink348.xml"/><Relationship Id="rId72" Type="http://schemas.openxmlformats.org/officeDocument/2006/relationships/image" Target="../media/image235.png"/><Relationship Id="rId3" Type="http://schemas.openxmlformats.org/officeDocument/2006/relationships/image" Target="../media/image187.png"/><Relationship Id="rId12" Type="http://schemas.openxmlformats.org/officeDocument/2006/relationships/customXml" Target="../ink/ink328.xml"/><Relationship Id="rId17" Type="http://schemas.openxmlformats.org/officeDocument/2006/relationships/customXml" Target="../ink/ink331.xml"/><Relationship Id="rId25" Type="http://schemas.openxmlformats.org/officeDocument/2006/relationships/customXml" Target="../ink/ink335.xml"/><Relationship Id="rId33" Type="http://schemas.openxmlformats.org/officeDocument/2006/relationships/customXml" Target="../ink/ink339.xml"/><Relationship Id="rId38" Type="http://schemas.openxmlformats.org/officeDocument/2006/relationships/image" Target="../media/image218.png"/><Relationship Id="rId46" Type="http://schemas.openxmlformats.org/officeDocument/2006/relationships/image" Target="../media/image222.png"/><Relationship Id="rId59" Type="http://schemas.openxmlformats.org/officeDocument/2006/relationships/customXml" Target="../ink/ink352.xml"/><Relationship Id="rId20" Type="http://schemas.openxmlformats.org/officeDocument/2006/relationships/image" Target="../media/image194.png"/><Relationship Id="rId41" Type="http://schemas.openxmlformats.org/officeDocument/2006/relationships/customXml" Target="../ink/ink343.xml"/><Relationship Id="rId54" Type="http://schemas.openxmlformats.org/officeDocument/2006/relationships/image" Target="../media/image226.png"/><Relationship Id="rId62" Type="http://schemas.openxmlformats.org/officeDocument/2006/relationships/image" Target="../media/image230.png"/><Relationship Id="rId70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5.xml"/><Relationship Id="rId15" Type="http://schemas.openxmlformats.org/officeDocument/2006/relationships/customXml" Target="../ink/ink330.xml"/><Relationship Id="rId23" Type="http://schemas.openxmlformats.org/officeDocument/2006/relationships/customXml" Target="../ink/ink334.xml"/><Relationship Id="rId28" Type="http://schemas.openxmlformats.org/officeDocument/2006/relationships/image" Target="../media/image207.png"/><Relationship Id="rId36" Type="http://schemas.openxmlformats.org/officeDocument/2006/relationships/image" Target="../media/image217.png"/><Relationship Id="rId49" Type="http://schemas.openxmlformats.org/officeDocument/2006/relationships/customXml" Target="../ink/ink347.xml"/><Relationship Id="rId57" Type="http://schemas.openxmlformats.org/officeDocument/2006/relationships/customXml" Target="../ink/ink351.xml"/><Relationship Id="rId10" Type="http://schemas.openxmlformats.org/officeDocument/2006/relationships/customXml" Target="../ink/ink327.xml"/><Relationship Id="rId31" Type="http://schemas.openxmlformats.org/officeDocument/2006/relationships/customXml" Target="../ink/ink338.xml"/><Relationship Id="rId44" Type="http://schemas.openxmlformats.org/officeDocument/2006/relationships/image" Target="../media/image221.png"/><Relationship Id="rId52" Type="http://schemas.openxmlformats.org/officeDocument/2006/relationships/image" Target="../media/image225.png"/><Relationship Id="rId60" Type="http://schemas.openxmlformats.org/officeDocument/2006/relationships/image" Target="../media/image229.png"/><Relationship Id="rId65" Type="http://schemas.openxmlformats.org/officeDocument/2006/relationships/customXml" Target="../ink/ink355.xml"/><Relationship Id="rId73" Type="http://schemas.openxmlformats.org/officeDocument/2006/relationships/customXml" Target="../ink/ink357.xml"/><Relationship Id="rId4" Type="http://schemas.openxmlformats.org/officeDocument/2006/relationships/customXml" Target="../ink/ink324.xml"/><Relationship Id="rId9" Type="http://schemas.openxmlformats.org/officeDocument/2006/relationships/image" Target="../media/image189.png"/><Relationship Id="rId13" Type="http://schemas.openxmlformats.org/officeDocument/2006/relationships/customXml" Target="../ink/ink329.xml"/><Relationship Id="rId18" Type="http://schemas.openxmlformats.org/officeDocument/2006/relationships/image" Target="../media/image193.png"/><Relationship Id="rId39" Type="http://schemas.openxmlformats.org/officeDocument/2006/relationships/customXml" Target="../ink/ink342.xml"/><Relationship Id="rId34" Type="http://schemas.openxmlformats.org/officeDocument/2006/relationships/image" Target="../media/image216.png"/><Relationship Id="rId50" Type="http://schemas.openxmlformats.org/officeDocument/2006/relationships/image" Target="../media/image224.png"/><Relationship Id="rId55" Type="http://schemas.openxmlformats.org/officeDocument/2006/relationships/customXml" Target="../ink/ink350.xml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3.png"/><Relationship Id="rId21" Type="http://schemas.openxmlformats.org/officeDocument/2006/relationships/customXml" Target="../ink/ink368.xml"/><Relationship Id="rId42" Type="http://schemas.openxmlformats.org/officeDocument/2006/relationships/image" Target="../media/image220.png"/><Relationship Id="rId47" Type="http://schemas.openxmlformats.org/officeDocument/2006/relationships/customXml" Target="../ink/ink381.xml"/><Relationship Id="rId63" Type="http://schemas.openxmlformats.org/officeDocument/2006/relationships/customXml" Target="../ink/ink389.xml"/><Relationship Id="rId68" Type="http://schemas.openxmlformats.org/officeDocument/2006/relationships/image" Target="../media/image233.png"/><Relationship Id="rId84" Type="http://schemas.openxmlformats.org/officeDocument/2006/relationships/image" Target="../media/image241.png"/><Relationship Id="rId89" Type="http://schemas.openxmlformats.org/officeDocument/2006/relationships/customXml" Target="../ink/ink402.xml"/><Relationship Id="rId16" Type="http://schemas.openxmlformats.org/officeDocument/2006/relationships/image" Target="../media/image192.png"/><Relationship Id="rId11" Type="http://schemas.openxmlformats.org/officeDocument/2006/relationships/image" Target="../media/image190.png"/><Relationship Id="rId32" Type="http://schemas.openxmlformats.org/officeDocument/2006/relationships/image" Target="../media/image209.png"/><Relationship Id="rId37" Type="http://schemas.openxmlformats.org/officeDocument/2006/relationships/customXml" Target="../ink/ink376.xml"/><Relationship Id="rId53" Type="http://schemas.openxmlformats.org/officeDocument/2006/relationships/customXml" Target="../ink/ink384.xml"/><Relationship Id="rId58" Type="http://schemas.openxmlformats.org/officeDocument/2006/relationships/image" Target="../media/image228.png"/><Relationship Id="rId74" Type="http://schemas.openxmlformats.org/officeDocument/2006/relationships/image" Target="../media/image236.png"/><Relationship Id="rId79" Type="http://schemas.openxmlformats.org/officeDocument/2006/relationships/customXml" Target="../ink/ink397.xml"/><Relationship Id="rId5" Type="http://schemas.openxmlformats.org/officeDocument/2006/relationships/image" Target="../media/image179.png"/><Relationship Id="rId90" Type="http://schemas.openxmlformats.org/officeDocument/2006/relationships/image" Target="../media/image244.png"/><Relationship Id="rId14" Type="http://schemas.openxmlformats.org/officeDocument/2006/relationships/image" Target="../media/image191.png"/><Relationship Id="rId22" Type="http://schemas.openxmlformats.org/officeDocument/2006/relationships/image" Target="../media/image199.png"/><Relationship Id="rId27" Type="http://schemas.openxmlformats.org/officeDocument/2006/relationships/customXml" Target="../ink/ink371.xml"/><Relationship Id="rId30" Type="http://schemas.openxmlformats.org/officeDocument/2006/relationships/image" Target="../media/image208.png"/><Relationship Id="rId35" Type="http://schemas.openxmlformats.org/officeDocument/2006/relationships/customXml" Target="../ink/ink375.xml"/><Relationship Id="rId43" Type="http://schemas.openxmlformats.org/officeDocument/2006/relationships/customXml" Target="../ink/ink379.xml"/><Relationship Id="rId48" Type="http://schemas.openxmlformats.org/officeDocument/2006/relationships/image" Target="../media/image223.png"/><Relationship Id="rId56" Type="http://schemas.openxmlformats.org/officeDocument/2006/relationships/image" Target="../media/image227.png"/><Relationship Id="rId64" Type="http://schemas.openxmlformats.org/officeDocument/2006/relationships/image" Target="../media/image231.png"/><Relationship Id="rId69" Type="http://schemas.openxmlformats.org/officeDocument/2006/relationships/customXml" Target="../ink/ink392.xml"/><Relationship Id="rId77" Type="http://schemas.openxmlformats.org/officeDocument/2006/relationships/customXml" Target="../ink/ink396.xml"/><Relationship Id="rId8" Type="http://schemas.openxmlformats.org/officeDocument/2006/relationships/customXml" Target="../ink/ink361.xml"/><Relationship Id="rId51" Type="http://schemas.openxmlformats.org/officeDocument/2006/relationships/customXml" Target="../ink/ink383.xml"/><Relationship Id="rId72" Type="http://schemas.openxmlformats.org/officeDocument/2006/relationships/image" Target="../media/image235.png"/><Relationship Id="rId80" Type="http://schemas.openxmlformats.org/officeDocument/2006/relationships/image" Target="../media/image239.png"/><Relationship Id="rId85" Type="http://schemas.openxmlformats.org/officeDocument/2006/relationships/customXml" Target="../ink/ink400.xml"/><Relationship Id="rId3" Type="http://schemas.openxmlformats.org/officeDocument/2006/relationships/image" Target="../media/image187.png"/><Relationship Id="rId12" Type="http://schemas.openxmlformats.org/officeDocument/2006/relationships/customXml" Target="../ink/ink363.xml"/><Relationship Id="rId17" Type="http://schemas.openxmlformats.org/officeDocument/2006/relationships/customXml" Target="../ink/ink366.xml"/><Relationship Id="rId25" Type="http://schemas.openxmlformats.org/officeDocument/2006/relationships/customXml" Target="../ink/ink370.xml"/><Relationship Id="rId33" Type="http://schemas.openxmlformats.org/officeDocument/2006/relationships/customXml" Target="../ink/ink374.xml"/><Relationship Id="rId38" Type="http://schemas.openxmlformats.org/officeDocument/2006/relationships/image" Target="../media/image218.png"/><Relationship Id="rId46" Type="http://schemas.openxmlformats.org/officeDocument/2006/relationships/image" Target="../media/image222.png"/><Relationship Id="rId59" Type="http://schemas.openxmlformats.org/officeDocument/2006/relationships/customXml" Target="../ink/ink387.xml"/><Relationship Id="rId67" Type="http://schemas.openxmlformats.org/officeDocument/2006/relationships/customXml" Target="../ink/ink391.xml"/><Relationship Id="rId20" Type="http://schemas.openxmlformats.org/officeDocument/2006/relationships/image" Target="../media/image194.png"/><Relationship Id="rId41" Type="http://schemas.openxmlformats.org/officeDocument/2006/relationships/customXml" Target="../ink/ink378.xml"/><Relationship Id="rId54" Type="http://schemas.openxmlformats.org/officeDocument/2006/relationships/image" Target="../media/image226.png"/><Relationship Id="rId62" Type="http://schemas.openxmlformats.org/officeDocument/2006/relationships/image" Target="../media/image230.png"/><Relationship Id="rId70" Type="http://schemas.openxmlformats.org/officeDocument/2006/relationships/image" Target="../media/image234.png"/><Relationship Id="rId75" Type="http://schemas.openxmlformats.org/officeDocument/2006/relationships/customXml" Target="../ink/ink395.xml"/><Relationship Id="rId83" Type="http://schemas.openxmlformats.org/officeDocument/2006/relationships/customXml" Target="../ink/ink399.xml"/><Relationship Id="rId88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0.xml"/><Relationship Id="rId15" Type="http://schemas.openxmlformats.org/officeDocument/2006/relationships/customXml" Target="../ink/ink365.xml"/><Relationship Id="rId23" Type="http://schemas.openxmlformats.org/officeDocument/2006/relationships/customXml" Target="../ink/ink369.xml"/><Relationship Id="rId28" Type="http://schemas.openxmlformats.org/officeDocument/2006/relationships/image" Target="../media/image207.png"/><Relationship Id="rId36" Type="http://schemas.openxmlformats.org/officeDocument/2006/relationships/image" Target="../media/image217.png"/><Relationship Id="rId49" Type="http://schemas.openxmlformats.org/officeDocument/2006/relationships/customXml" Target="../ink/ink382.xml"/><Relationship Id="rId57" Type="http://schemas.openxmlformats.org/officeDocument/2006/relationships/customXml" Target="../ink/ink386.xml"/><Relationship Id="rId10" Type="http://schemas.openxmlformats.org/officeDocument/2006/relationships/customXml" Target="../ink/ink362.xml"/><Relationship Id="rId31" Type="http://schemas.openxmlformats.org/officeDocument/2006/relationships/customXml" Target="../ink/ink373.xml"/><Relationship Id="rId44" Type="http://schemas.openxmlformats.org/officeDocument/2006/relationships/image" Target="../media/image221.png"/><Relationship Id="rId52" Type="http://schemas.openxmlformats.org/officeDocument/2006/relationships/image" Target="../media/image225.png"/><Relationship Id="rId60" Type="http://schemas.openxmlformats.org/officeDocument/2006/relationships/image" Target="../media/image229.png"/><Relationship Id="rId65" Type="http://schemas.openxmlformats.org/officeDocument/2006/relationships/customXml" Target="../ink/ink390.xml"/><Relationship Id="rId73" Type="http://schemas.openxmlformats.org/officeDocument/2006/relationships/customXml" Target="../ink/ink394.xml"/><Relationship Id="rId78" Type="http://schemas.openxmlformats.org/officeDocument/2006/relationships/image" Target="../media/image238.png"/><Relationship Id="rId81" Type="http://schemas.openxmlformats.org/officeDocument/2006/relationships/customXml" Target="../ink/ink398.xml"/><Relationship Id="rId86" Type="http://schemas.openxmlformats.org/officeDocument/2006/relationships/image" Target="../media/image242.png"/><Relationship Id="rId4" Type="http://schemas.openxmlformats.org/officeDocument/2006/relationships/customXml" Target="../ink/ink359.xml"/><Relationship Id="rId9" Type="http://schemas.openxmlformats.org/officeDocument/2006/relationships/image" Target="../media/image189.png"/><Relationship Id="rId13" Type="http://schemas.openxmlformats.org/officeDocument/2006/relationships/customXml" Target="../ink/ink364.xml"/><Relationship Id="rId18" Type="http://schemas.openxmlformats.org/officeDocument/2006/relationships/image" Target="../media/image193.png"/><Relationship Id="rId39" Type="http://schemas.openxmlformats.org/officeDocument/2006/relationships/customXml" Target="../ink/ink377.xml"/><Relationship Id="rId34" Type="http://schemas.openxmlformats.org/officeDocument/2006/relationships/image" Target="../media/image216.png"/><Relationship Id="rId50" Type="http://schemas.openxmlformats.org/officeDocument/2006/relationships/image" Target="../media/image224.png"/><Relationship Id="rId55" Type="http://schemas.openxmlformats.org/officeDocument/2006/relationships/customXml" Target="../ink/ink385.xml"/><Relationship Id="rId76" Type="http://schemas.openxmlformats.org/officeDocument/2006/relationships/image" Target="../media/image237.png"/><Relationship Id="rId7" Type="http://schemas.openxmlformats.org/officeDocument/2006/relationships/image" Target="../media/image188.png"/><Relationship Id="rId71" Type="http://schemas.openxmlformats.org/officeDocument/2006/relationships/customXml" Target="../ink/ink393.xml"/><Relationship Id="rId2" Type="http://schemas.openxmlformats.org/officeDocument/2006/relationships/customXml" Target="../ink/ink358.xml"/><Relationship Id="rId29" Type="http://schemas.openxmlformats.org/officeDocument/2006/relationships/customXml" Target="../ink/ink372.xml"/><Relationship Id="rId24" Type="http://schemas.openxmlformats.org/officeDocument/2006/relationships/image" Target="../media/image202.png"/><Relationship Id="rId40" Type="http://schemas.openxmlformats.org/officeDocument/2006/relationships/image" Target="../media/image219.png"/><Relationship Id="rId45" Type="http://schemas.openxmlformats.org/officeDocument/2006/relationships/customXml" Target="../ink/ink380.xml"/><Relationship Id="rId66" Type="http://schemas.openxmlformats.org/officeDocument/2006/relationships/image" Target="../media/image232.png"/><Relationship Id="rId87" Type="http://schemas.openxmlformats.org/officeDocument/2006/relationships/customXml" Target="../ink/ink401.xml"/><Relationship Id="rId61" Type="http://schemas.openxmlformats.org/officeDocument/2006/relationships/customXml" Target="../ink/ink388.xml"/><Relationship Id="rId82" Type="http://schemas.openxmlformats.org/officeDocument/2006/relationships/image" Target="../media/image240.png"/><Relationship Id="rId19" Type="http://schemas.openxmlformats.org/officeDocument/2006/relationships/customXml" Target="../ink/ink36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customXml" Target="../ink/ink40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customXml" Target="../ink/ink409.xml"/><Relationship Id="rId18" Type="http://schemas.openxmlformats.org/officeDocument/2006/relationships/image" Target="../media/image96.png"/><Relationship Id="rId3" Type="http://schemas.openxmlformats.org/officeDocument/2006/relationships/customXml" Target="../ink/ink404.xml"/><Relationship Id="rId21" Type="http://schemas.openxmlformats.org/officeDocument/2006/relationships/customXml" Target="../ink/ink413.xml"/><Relationship Id="rId7" Type="http://schemas.openxmlformats.org/officeDocument/2006/relationships/customXml" Target="../ink/ink406.xml"/><Relationship Id="rId12" Type="http://schemas.openxmlformats.org/officeDocument/2006/relationships/image" Target="../media/image93.png"/><Relationship Id="rId17" Type="http://schemas.openxmlformats.org/officeDocument/2006/relationships/customXml" Target="../ink/ink411.xml"/><Relationship Id="rId2" Type="http://schemas.openxmlformats.org/officeDocument/2006/relationships/image" Target="../media/image89.png"/><Relationship Id="rId16" Type="http://schemas.openxmlformats.org/officeDocument/2006/relationships/image" Target="../media/image95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customXml" Target="../ink/ink408.xml"/><Relationship Id="rId24" Type="http://schemas.openxmlformats.org/officeDocument/2006/relationships/image" Target="../media/image99.png"/><Relationship Id="rId5" Type="http://schemas.openxmlformats.org/officeDocument/2006/relationships/customXml" Target="../ink/ink405.xml"/><Relationship Id="rId15" Type="http://schemas.openxmlformats.org/officeDocument/2006/relationships/customXml" Target="../ink/ink410.xml"/><Relationship Id="rId23" Type="http://schemas.openxmlformats.org/officeDocument/2006/relationships/customXml" Target="../ink/ink414.xml"/><Relationship Id="rId10" Type="http://schemas.openxmlformats.org/officeDocument/2006/relationships/image" Target="../media/image92.png"/><Relationship Id="rId19" Type="http://schemas.openxmlformats.org/officeDocument/2006/relationships/customXml" Target="../ink/ink412.xml"/><Relationship Id="rId4" Type="http://schemas.openxmlformats.org/officeDocument/2006/relationships/image" Target="../media/image890.png"/><Relationship Id="rId9" Type="http://schemas.openxmlformats.org/officeDocument/2006/relationships/customXml" Target="../ink/ink407.xml"/><Relationship Id="rId14" Type="http://schemas.openxmlformats.org/officeDocument/2006/relationships/image" Target="../media/image94.png"/><Relationship Id="rId22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customXml" Target="../ink/ink420.xml"/><Relationship Id="rId18" Type="http://schemas.openxmlformats.org/officeDocument/2006/relationships/image" Target="../media/image107.png"/><Relationship Id="rId26" Type="http://schemas.openxmlformats.org/officeDocument/2006/relationships/image" Target="../media/image112.png"/><Relationship Id="rId3" Type="http://schemas.openxmlformats.org/officeDocument/2006/relationships/customXml" Target="../ink/ink415.xml"/><Relationship Id="rId21" Type="http://schemas.openxmlformats.org/officeDocument/2006/relationships/customXml" Target="../ink/ink424.xml"/><Relationship Id="rId7" Type="http://schemas.openxmlformats.org/officeDocument/2006/relationships/customXml" Target="../ink/ink417.xml"/><Relationship Id="rId12" Type="http://schemas.openxmlformats.org/officeDocument/2006/relationships/image" Target="../media/image104.png"/><Relationship Id="rId17" Type="http://schemas.openxmlformats.org/officeDocument/2006/relationships/customXml" Target="../ink/ink422.xml"/><Relationship Id="rId25" Type="http://schemas.openxmlformats.org/officeDocument/2006/relationships/customXml" Target="../ink/ink426.xml"/><Relationship Id="rId2" Type="http://schemas.openxmlformats.org/officeDocument/2006/relationships/image" Target="../media/image89.png"/><Relationship Id="rId16" Type="http://schemas.openxmlformats.org/officeDocument/2006/relationships/image" Target="../media/image106.png"/><Relationship Id="rId20" Type="http://schemas.openxmlformats.org/officeDocument/2006/relationships/image" Target="../media/image108.png"/><Relationship Id="rId29" Type="http://schemas.openxmlformats.org/officeDocument/2006/relationships/customXml" Target="../ink/ink4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customXml" Target="../ink/ink419.xml"/><Relationship Id="rId24" Type="http://schemas.openxmlformats.org/officeDocument/2006/relationships/image" Target="../media/image111.png"/><Relationship Id="rId5" Type="http://schemas.openxmlformats.org/officeDocument/2006/relationships/customXml" Target="../ink/ink416.xml"/><Relationship Id="rId15" Type="http://schemas.openxmlformats.org/officeDocument/2006/relationships/customXml" Target="../ink/ink421.xml"/><Relationship Id="rId23" Type="http://schemas.openxmlformats.org/officeDocument/2006/relationships/customXml" Target="../ink/ink425.xml"/><Relationship Id="rId28" Type="http://schemas.openxmlformats.org/officeDocument/2006/relationships/image" Target="../media/image113.png"/><Relationship Id="rId10" Type="http://schemas.openxmlformats.org/officeDocument/2006/relationships/image" Target="../media/image103.png"/><Relationship Id="rId19" Type="http://schemas.openxmlformats.org/officeDocument/2006/relationships/customXml" Target="../ink/ink423.xml"/><Relationship Id="rId4" Type="http://schemas.openxmlformats.org/officeDocument/2006/relationships/image" Target="../media/image100.png"/><Relationship Id="rId9" Type="http://schemas.openxmlformats.org/officeDocument/2006/relationships/customXml" Target="../ink/ink418.xml"/><Relationship Id="rId14" Type="http://schemas.openxmlformats.org/officeDocument/2006/relationships/image" Target="../media/image105.png"/><Relationship Id="rId22" Type="http://schemas.openxmlformats.org/officeDocument/2006/relationships/image" Target="../media/image109.png"/><Relationship Id="rId27" Type="http://schemas.openxmlformats.org/officeDocument/2006/relationships/customXml" Target="../ink/ink427.xml"/><Relationship Id="rId30" Type="http://schemas.openxmlformats.org/officeDocument/2006/relationships/image" Target="../media/image11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233680" y="1371600"/>
                <a:ext cx="8681720" cy="1927225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 +</m:t>
                            </m:r>
                            <m:r>
                              <a:rPr lang="en-US" sz="3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  <m:sup>
                        <m: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Time Algorithm for Cograph Deletion Using Unavoidable Subgraphs in Large Prime Graphs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233680" y="1371600"/>
                <a:ext cx="8681720" cy="1927225"/>
              </a:xfrm>
              <a:blipFill>
                <a:blip r:embed="rId2"/>
                <a:stretch>
                  <a:fillRect l="-211" r="-982" b="-1044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382" y="4267200"/>
            <a:ext cx="7315200" cy="17526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Manuel Lafond		Université de Sherbrooke</a:t>
            </a:r>
          </a:p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Francis Sarrazin		Université de Sherbrooke</a:t>
            </a:r>
          </a:p>
        </p:txBody>
      </p:sp>
    </p:spTree>
    <p:extLst>
      <p:ext uri="{BB962C8B-B14F-4D97-AF65-F5344CB8AC3E}">
        <p14:creationId xmlns:p14="http://schemas.microsoft.com/office/powerpoint/2010/main" val="119407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7343A79-79D6-E4D6-95FA-4B0259139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8647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a graph class.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-deletion problem</a:t>
                </a: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Input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graph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Parameter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Question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can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made to belong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by deleting at most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edges?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-completion problem: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we add at most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-editing problem: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we add/delete at most k edges?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this work: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for some set of graphs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means that no </a:t>
                </a: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induced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subgraph is isomorphic to a graph in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7343A79-79D6-E4D6-95FA-4B0259139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86470" cy="5296535"/>
              </a:xfrm>
              <a:blipFill>
                <a:blip r:embed="rId2"/>
                <a:stretch>
                  <a:fillRect l="-923" t="-1496" r="-14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20152E4-6512-A089-B437-479E460FADF7}"/>
              </a:ext>
            </a:extLst>
          </p:cNvPr>
          <p:cNvSpPr/>
          <p:nvPr/>
        </p:nvSpPr>
        <p:spPr>
          <a:xfrm>
            <a:off x="355600" y="2438400"/>
            <a:ext cx="8696960" cy="402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880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55F6-F2DF-9296-5D6E-03AFC51FE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414902D-3FD4-FEB5-7AC1-DE48DB1FCC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8647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a graph class.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-deletion problem</a:t>
                </a: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Input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graph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Parameter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Question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can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made to belong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by deleting at most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edges?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-completion problem: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we add at most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-editing problem: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we add/delete at most k edges?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this work: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for some set of graphs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means that no </a:t>
                </a: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induced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subgraph is isomorphic to a graph in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7343A79-79D6-E4D6-95FA-4B0259139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86470" cy="5296535"/>
              </a:xfrm>
              <a:blipFill>
                <a:blip r:embed="rId2"/>
                <a:stretch>
                  <a:fillRect l="-923" t="-1496" r="-14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3437EC9-0013-02D8-DACA-C8ED1593A92D}"/>
              </a:ext>
            </a:extLst>
          </p:cNvPr>
          <p:cNvSpPr/>
          <p:nvPr/>
        </p:nvSpPr>
        <p:spPr>
          <a:xfrm>
            <a:off x="355600" y="4003040"/>
            <a:ext cx="8696960" cy="245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36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6802-4F1A-E24A-9DD8-CD182CDF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C77CB756-EEB9-6954-D691-3EC2694E1F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8647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a graph class.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-deletion problem</a:t>
                </a: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Input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graph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Parameter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Question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can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made to belong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by deleting at most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edges?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-completion problem: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we add at most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-editing problem: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we add/delete at most k edges?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this work: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for some set of graphs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means that no </a:t>
                </a:r>
                <a:r>
                  <a:rPr lang="en-US" sz="22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induced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subgraph is isomorphic to a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C77CB756-EEB9-6954-D691-3EC2694E1F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86470" cy="5296535"/>
              </a:xfrm>
              <a:blipFill>
                <a:blip r:embed="rId2"/>
                <a:stretch>
                  <a:fillRect l="-923" t="-1496" r="-7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5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DA4B-F11D-7E1A-78B0-61D67F97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584D3193-0623-04FC-C0E4-DBC68F13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91" y="123139"/>
            <a:ext cx="6675698" cy="11659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EC6F40F-41E1-2946-237B-7795C0C8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91" y="1613777"/>
            <a:ext cx="5921253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8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B6172-DDD0-3C59-94DE-7DC6AD39B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4C46C9E-67D9-EDED-7C54-405341630E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modification problems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graph.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modification problems have applications in bioinformatics, social network analysis, and others.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Cograph-deletion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Simple textbook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time algorithm.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CA" sz="240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CA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0" dirty="0" smtClean="0">
                                <a:latin typeface="Cambria Math" panose="02040503050406030204" pitchFamily="18" charset="0"/>
                              </a:rPr>
                              <m:t>2.562</m:t>
                            </m:r>
                          </m:e>
                          <m:sup>
                            <m:r>
                              <a:rPr lang="en-CA" sz="24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[Nastos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 Gao,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2012]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2.303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[</a:t>
                </a:r>
                <a:r>
                  <a:rPr lang="en-US" sz="2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Tsur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2020]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Common approach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look at local structure around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get better branching (but more cases).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US" sz="2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Tsur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2020] needs a python script to generate and analyze possible cases.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4C46C9E-67D9-EDED-7C54-405341630E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  <a:blipFill>
                <a:blip r:embed="rId2"/>
                <a:stretch>
                  <a:fillRect l="-943" t="-1288" b="-16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D4BFC89-E17E-8276-EC3C-8A9C313339E8}"/>
              </a:ext>
            </a:extLst>
          </p:cNvPr>
          <p:cNvSpPr/>
          <p:nvPr/>
        </p:nvSpPr>
        <p:spPr>
          <a:xfrm>
            <a:off x="355600" y="2509520"/>
            <a:ext cx="8696960" cy="3952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219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6F5F-7D1B-69AE-7602-91FE39B0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29439BE-84AB-28E6-AA00-404A06ED3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modification problems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graph.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modification problems have applications in bioinformatics, social network analysis, and others.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Cograph-deletion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Simple textbook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time algorithm.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CA" sz="240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CA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0" dirty="0" smtClean="0">
                                <a:latin typeface="Cambria Math" panose="02040503050406030204" pitchFamily="18" charset="0"/>
                              </a:rPr>
                              <m:t>2.562</m:t>
                            </m:r>
                          </m:e>
                          <m:sup>
                            <m:r>
                              <a:rPr lang="en-CA" sz="24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[Nastos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 Gao,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2012]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2.303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[</a:t>
                </a:r>
                <a:r>
                  <a:rPr lang="en-US" sz="2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Tsur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2020]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Common approach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look at local structure around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get better branching (but more cases).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US" sz="2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Tsur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2020] needs a python script to generate and analyze possible cases.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29439BE-84AB-28E6-AA00-404A06ED3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  <a:blipFill>
                <a:blip r:embed="rId2"/>
                <a:stretch>
                  <a:fillRect l="-943" t="-1288" b="-16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C1D5BE7-03A1-4B01-742B-2175AD2CE505}"/>
              </a:ext>
            </a:extLst>
          </p:cNvPr>
          <p:cNvSpPr/>
          <p:nvPr/>
        </p:nvSpPr>
        <p:spPr>
          <a:xfrm>
            <a:off x="355600" y="4734560"/>
            <a:ext cx="8696960" cy="172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6862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A80389-EAD6-A408-82AC-315E8AC24E23}"/>
                  </a:ext>
                </a:extLst>
              </p14:cNvPr>
              <p14:cNvContentPartPr/>
              <p14:nvPr/>
            </p14:nvContentPartPr>
            <p14:xfrm>
              <a:off x="600037" y="465241"/>
              <a:ext cx="375120" cy="40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A80389-EAD6-A408-82AC-315E8AC24E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397" y="456601"/>
                <a:ext cx="39276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3C5075-D323-400B-EEA8-7EE4C035FB76}"/>
                  </a:ext>
                </a:extLst>
              </p14:cNvPr>
              <p14:cNvContentPartPr/>
              <p14:nvPr/>
            </p14:nvContentPartPr>
            <p14:xfrm>
              <a:off x="1068757" y="318361"/>
              <a:ext cx="494280" cy="556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3C5075-D323-400B-EEA8-7EE4C035FB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0117" y="309361"/>
                <a:ext cx="511920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69C92CB-BC30-2ED8-4AEB-78CC7CF144D8}"/>
                  </a:ext>
                </a:extLst>
              </p14:cNvPr>
              <p14:cNvContentPartPr/>
              <p14:nvPr/>
            </p14:nvContentPartPr>
            <p14:xfrm>
              <a:off x="1671757" y="284521"/>
              <a:ext cx="349200" cy="566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69C92CB-BC30-2ED8-4AEB-78CC7CF144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3117" y="275881"/>
                <a:ext cx="36684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F18DBC3-B105-2C94-FB6F-5DB0DB0BF912}"/>
                  </a:ext>
                </a:extLst>
              </p14:cNvPr>
              <p14:cNvContentPartPr/>
              <p14:nvPr/>
            </p14:nvContentPartPr>
            <p14:xfrm>
              <a:off x="1106377" y="3937014"/>
              <a:ext cx="271800" cy="1009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F18DBC3-B105-2C94-FB6F-5DB0DB0BF9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7377" y="3928014"/>
                <a:ext cx="289440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71CEA43-40FF-0C9F-5EF5-F010DD58C47E}"/>
                  </a:ext>
                </a:extLst>
              </p14:cNvPr>
              <p14:cNvContentPartPr/>
              <p14:nvPr/>
            </p14:nvContentPartPr>
            <p14:xfrm>
              <a:off x="1375657" y="3784374"/>
              <a:ext cx="1281240" cy="1229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71CEA43-40FF-0C9F-5EF5-F010DD58C4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66660" y="3775377"/>
                <a:ext cx="1298875" cy="1247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A969D5C-8197-95E5-4970-C5C816B66761}"/>
                  </a:ext>
                </a:extLst>
              </p14:cNvPr>
              <p14:cNvContentPartPr/>
              <p14:nvPr/>
            </p14:nvContentPartPr>
            <p14:xfrm>
              <a:off x="2016277" y="2172001"/>
              <a:ext cx="1236600" cy="1192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A969D5C-8197-95E5-4970-C5C816B667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07280" y="2163001"/>
                <a:ext cx="1254235" cy="12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18348DD-2F3D-0E7E-5D40-D32DAF447240}"/>
                  </a:ext>
                </a:extLst>
              </p14:cNvPr>
              <p14:cNvContentPartPr/>
              <p14:nvPr/>
            </p14:nvContentPartPr>
            <p14:xfrm>
              <a:off x="4125157" y="2220241"/>
              <a:ext cx="252000" cy="1102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18348DD-2F3D-0E7E-5D40-D32DAF44724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16517" y="2211241"/>
                <a:ext cx="269640" cy="11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756E9A7-E5BB-0BD7-A7FC-7209AD8278E0}"/>
                  </a:ext>
                </a:extLst>
              </p14:cNvPr>
              <p14:cNvContentPartPr/>
              <p14:nvPr/>
            </p14:nvContentPartPr>
            <p14:xfrm>
              <a:off x="4970437" y="2169121"/>
              <a:ext cx="1810800" cy="1179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756E9A7-E5BB-0BD7-A7FC-7209AD8278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61797" y="2160481"/>
                <a:ext cx="1828440" cy="1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2B1E23A-04E7-75D2-D28B-73DEFE65E0F2}"/>
                  </a:ext>
                </a:extLst>
              </p14:cNvPr>
              <p14:cNvContentPartPr/>
              <p14:nvPr/>
            </p14:nvContentPartPr>
            <p14:xfrm>
              <a:off x="1022137" y="3718134"/>
              <a:ext cx="289800" cy="226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2B1E23A-04E7-75D2-D28B-73DEFE65E0F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3137" y="3709134"/>
                <a:ext cx="3074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8B1851A-AEC0-72B2-B573-176550E11ABF}"/>
                  </a:ext>
                </a:extLst>
              </p14:cNvPr>
              <p14:cNvContentPartPr/>
              <p14:nvPr/>
            </p14:nvContentPartPr>
            <p14:xfrm>
              <a:off x="755377" y="4657374"/>
              <a:ext cx="380880" cy="233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8B1851A-AEC0-72B2-B573-176550E11A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6385" y="4648374"/>
                <a:ext cx="398503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F64AA87-3AC3-5F0A-DFE3-0D63EDD72F49}"/>
                  </a:ext>
                </a:extLst>
              </p14:cNvPr>
              <p14:cNvContentPartPr/>
              <p14:nvPr/>
            </p14:nvContentPartPr>
            <p14:xfrm>
              <a:off x="2728537" y="4704534"/>
              <a:ext cx="333000" cy="161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F64AA87-3AC3-5F0A-DFE3-0D63EDD72F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19527" y="4695554"/>
                <a:ext cx="350659" cy="179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5D18339-2F41-06AE-0269-0026E232C7E2}"/>
                  </a:ext>
                </a:extLst>
              </p14:cNvPr>
              <p14:cNvContentPartPr/>
              <p14:nvPr/>
            </p14:nvContentPartPr>
            <p14:xfrm>
              <a:off x="2374657" y="3497454"/>
              <a:ext cx="330840" cy="2775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5D18339-2F41-06AE-0269-0026E232C7E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65657" y="3488454"/>
                <a:ext cx="348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A9B124-AE61-B840-51E8-EB226BB44E34}"/>
                  </a:ext>
                </a:extLst>
              </p14:cNvPr>
              <p14:cNvContentPartPr/>
              <p14:nvPr/>
            </p14:nvContentPartPr>
            <p14:xfrm>
              <a:off x="3635377" y="3707256"/>
              <a:ext cx="289800" cy="226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A9B124-AE61-B840-51E8-EB226BB44E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26377" y="3698256"/>
                <a:ext cx="3074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26B78AE-1A87-3604-4A97-982BE59D3201}"/>
                  </a:ext>
                </a:extLst>
              </p14:cNvPr>
              <p14:cNvContentPartPr/>
              <p14:nvPr/>
            </p14:nvContentPartPr>
            <p14:xfrm>
              <a:off x="3368617" y="4646496"/>
              <a:ext cx="380880" cy="233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26B78AE-1A87-3604-4A97-982BE59D32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59625" y="4637496"/>
                <a:ext cx="398503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85A104C-07EA-B02B-E611-F200659D1DE9}"/>
                  </a:ext>
                </a:extLst>
              </p14:cNvPr>
              <p14:cNvContentPartPr/>
              <p14:nvPr/>
            </p14:nvContentPartPr>
            <p14:xfrm>
              <a:off x="5341777" y="4693656"/>
              <a:ext cx="333000" cy="161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85A104C-07EA-B02B-E611-F200659D1DE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32767" y="4684676"/>
                <a:ext cx="350659" cy="179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C5F70B-3393-FA2C-EAC3-5D169216368B}"/>
                  </a:ext>
                </a:extLst>
              </p14:cNvPr>
              <p14:cNvContentPartPr/>
              <p14:nvPr/>
            </p14:nvContentPartPr>
            <p14:xfrm>
              <a:off x="4987897" y="3486576"/>
              <a:ext cx="330840" cy="277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C5F70B-3393-FA2C-EAC3-5D16921636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78897" y="3477576"/>
                <a:ext cx="348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4D2952E-4B0B-27D0-B175-B4881F50742B}"/>
                  </a:ext>
                </a:extLst>
              </p14:cNvPr>
              <p14:cNvContentPartPr/>
              <p14:nvPr/>
            </p14:nvContentPartPr>
            <p14:xfrm>
              <a:off x="3719617" y="3773496"/>
              <a:ext cx="1550880" cy="1229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4D2952E-4B0B-27D0-B175-B4881F50742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10617" y="3764496"/>
                <a:ext cx="1568520" cy="12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734B81D-77BA-842C-7895-0D74AC8F0E34}"/>
                  </a:ext>
                </a:extLst>
              </p14:cNvPr>
              <p14:cNvContentPartPr/>
              <p14:nvPr/>
            </p14:nvContentPartPr>
            <p14:xfrm>
              <a:off x="6248977" y="3718134"/>
              <a:ext cx="289800" cy="226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734B81D-77BA-842C-7895-0D74AC8F0E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39977" y="3709134"/>
                <a:ext cx="3074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4918374-76BF-EA1D-98B3-1197DD33A6FC}"/>
                  </a:ext>
                </a:extLst>
              </p14:cNvPr>
              <p14:cNvContentPartPr/>
              <p14:nvPr/>
            </p14:nvContentPartPr>
            <p14:xfrm>
              <a:off x="5982217" y="4657374"/>
              <a:ext cx="380880" cy="233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4918374-76BF-EA1D-98B3-1197DD33A6F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73225" y="4648374"/>
                <a:ext cx="398503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4EAA1EE-D26F-759E-7192-005504B7C311}"/>
                  </a:ext>
                </a:extLst>
              </p14:cNvPr>
              <p14:cNvContentPartPr/>
              <p14:nvPr/>
            </p14:nvContentPartPr>
            <p14:xfrm>
              <a:off x="7955377" y="4704534"/>
              <a:ext cx="333000" cy="161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4EAA1EE-D26F-759E-7192-005504B7C31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46367" y="4695554"/>
                <a:ext cx="350659" cy="179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5E7CE8C-952B-1789-265F-2D4F4456F72C}"/>
                  </a:ext>
                </a:extLst>
              </p14:cNvPr>
              <p14:cNvContentPartPr/>
              <p14:nvPr/>
            </p14:nvContentPartPr>
            <p14:xfrm>
              <a:off x="7601497" y="3497454"/>
              <a:ext cx="330840" cy="277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5E7CE8C-952B-1789-265F-2D4F4456F72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92497" y="3488454"/>
                <a:ext cx="348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305E500-66F2-B241-9A3A-74D0312F277E}"/>
                  </a:ext>
                </a:extLst>
              </p14:cNvPr>
              <p14:cNvContentPartPr/>
              <p14:nvPr/>
            </p14:nvContentPartPr>
            <p14:xfrm>
              <a:off x="6333217" y="3784374"/>
              <a:ext cx="1550880" cy="1229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305E500-66F2-B241-9A3A-74D0312F27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24217" y="3775374"/>
                <a:ext cx="1568520" cy="12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31BDD94-CD6F-3A16-0664-0AD65E1680D7}"/>
                  </a:ext>
                </a:extLst>
              </p14:cNvPr>
              <p14:cNvContentPartPr/>
              <p14:nvPr/>
            </p14:nvContentPartPr>
            <p14:xfrm>
              <a:off x="3324877" y="566041"/>
              <a:ext cx="289800" cy="226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31BDD94-CD6F-3A16-0664-0AD65E1680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15877" y="557041"/>
                <a:ext cx="3074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611396B-99C3-8D9B-97C9-08BDC657239C}"/>
                  </a:ext>
                </a:extLst>
              </p14:cNvPr>
              <p14:cNvContentPartPr/>
              <p14:nvPr/>
            </p14:nvContentPartPr>
            <p14:xfrm>
              <a:off x="3058117" y="1505281"/>
              <a:ext cx="380880" cy="233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611396B-99C3-8D9B-97C9-08BDC657239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49125" y="1496281"/>
                <a:ext cx="398503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2C0A232-ECEF-E011-A6DF-02FB7982CAB4}"/>
                  </a:ext>
                </a:extLst>
              </p14:cNvPr>
              <p14:cNvContentPartPr/>
              <p14:nvPr/>
            </p14:nvContentPartPr>
            <p14:xfrm>
              <a:off x="5031277" y="1552441"/>
              <a:ext cx="333000" cy="161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2C0A232-ECEF-E011-A6DF-02FB7982CAB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22267" y="1543461"/>
                <a:ext cx="350659" cy="179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7C089CF-D14F-CB69-E003-3B4C4D972908}"/>
                  </a:ext>
                </a:extLst>
              </p14:cNvPr>
              <p14:cNvContentPartPr/>
              <p14:nvPr/>
            </p14:nvContentPartPr>
            <p14:xfrm>
              <a:off x="4677397" y="345361"/>
              <a:ext cx="330840" cy="277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7C089CF-D14F-CB69-E003-3B4C4D97290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68397" y="336361"/>
                <a:ext cx="348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FE7CA3A-B26D-EDBD-5BB1-DB43D5ED5306}"/>
                  </a:ext>
                </a:extLst>
              </p14:cNvPr>
              <p14:cNvContentPartPr/>
              <p14:nvPr/>
            </p14:nvContentPartPr>
            <p14:xfrm>
              <a:off x="3409117" y="632281"/>
              <a:ext cx="1550880" cy="1229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FE7CA3A-B26D-EDBD-5BB1-DB43D5ED530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00117" y="623281"/>
                <a:ext cx="1568520" cy="12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DD0C8DC-B990-FC39-6CE6-F5B6E57EADAD}"/>
                  </a:ext>
                </a:extLst>
              </p14:cNvPr>
              <p14:cNvContentPartPr/>
              <p14:nvPr/>
            </p14:nvContentPartPr>
            <p14:xfrm>
              <a:off x="3761917" y="3992881"/>
              <a:ext cx="217440" cy="856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DD0C8DC-B990-FC39-6CE6-F5B6E57EADA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52917" y="3984241"/>
                <a:ext cx="235080" cy="8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AF28ADD-0C3A-2947-EDC5-6B7D4ED8B54B}"/>
                  </a:ext>
                </a:extLst>
              </p14:cNvPr>
              <p14:cNvContentPartPr/>
              <p14:nvPr/>
            </p14:nvContentPartPr>
            <p14:xfrm>
              <a:off x="6326197" y="3794521"/>
              <a:ext cx="1217520" cy="10317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AF28ADD-0C3A-2947-EDC5-6B7D4ED8B54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17560" y="3785521"/>
                <a:ext cx="1235155" cy="104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53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A521C-EBF7-ED1B-5DF4-ACEC392C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EC17D5-E31A-B5AD-546B-A7FE21E1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D31AD1-DBEA-B329-012F-5EC428F43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" y="0"/>
            <a:ext cx="8757920" cy="677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5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45F7B-EAF5-7F26-5210-44A1E43C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1B848EE-AA19-5BEA-6B16-86419DD48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modification problems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graph.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 modification problems have applications in bioinformatics, social network analysis, and others.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Cograph-deletion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Simple textbook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time algorithm.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40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CA" sz="2400" i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CA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400" i="0" dirty="0" smtClean="0">
                                <a:latin typeface="Cambria Math" panose="02040503050406030204" pitchFamily="18" charset="0"/>
                              </a:rPr>
                              <m:t>2.562</m:t>
                            </m:r>
                          </m:e>
                          <m:sup>
                            <m:r>
                              <a:rPr lang="en-CA" sz="24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[Nastos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 Gao,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2012]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2.303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[</a:t>
                </a:r>
                <a:r>
                  <a:rPr lang="en-US" sz="2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Tsur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2020]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Common approach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find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look at local structure around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get better branching (with extensive case-handling).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:r>
                  <a:rPr lang="en-US" sz="2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Tsur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2020] needs a python script to generate and analyze possible cases.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1B848EE-AA19-5BEA-6B16-86419DD48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  <a:blipFill>
                <a:blip r:embed="rId2"/>
                <a:stretch>
                  <a:fillRect l="-943" t="-1288" b="-16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66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E9DC-11AA-2041-1AFA-95F1C8F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14EC730-1E93-5A34-B46D-780DE1E19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this work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 Cograph-deletion problem can be solved in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Uses a different approach based on modular decompositions.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Hidden polynomial factors have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some function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14EC730-1E93-5A34-B46D-780DE1E19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84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CB91-0DE4-8FC2-3848-18A38E47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C61AF-0035-BAE4-C5E5-6C5EF022B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92531"/>
            <a:ext cx="9144000" cy="4364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Modules, modular decompositions, and prime graphs</a:t>
            </a:r>
          </a:p>
        </p:txBody>
      </p:sp>
    </p:spTree>
    <p:extLst>
      <p:ext uri="{BB962C8B-B14F-4D97-AF65-F5344CB8AC3E}">
        <p14:creationId xmlns:p14="http://schemas.microsoft.com/office/powerpoint/2010/main" val="2496864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2BA-2520-C555-5F89-65B6B4E6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E4E5845-C804-9965-C847-D8BE26B4E1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5594865" cy="581469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Module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subset of vertices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every vertex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the same set of neighbors outside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Prime graph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only modules are individual vertices 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Modular decomposition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partition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into maximal strong modules.  (see paper for definitions)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graph obtained by contracting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(quotient)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either (1) disconnected; (2) its complement is disconnected; (3) or it is prime.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E4E5845-C804-9965-C847-D8BE26B4E1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5594865" cy="5814695"/>
              </a:xfrm>
              <a:blipFill>
                <a:blip r:embed="rId2"/>
                <a:stretch>
                  <a:fillRect l="-1416" t="-1887" r="-32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73EBA6-7A2A-317B-D58A-90B91DF8C12C}"/>
                  </a:ext>
                </a:extLst>
              </p14:cNvPr>
              <p14:cNvContentPartPr/>
              <p14:nvPr/>
            </p14:nvContentPartPr>
            <p14:xfrm>
              <a:off x="6454474" y="658902"/>
              <a:ext cx="2118960" cy="2105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73EBA6-7A2A-317B-D58A-90B91DF8C1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5472" y="649900"/>
                <a:ext cx="2136603" cy="21232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03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2BA-2520-C555-5F89-65B6B4E6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E4E5845-C804-9965-C847-D8BE26B4E1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5594865" cy="581469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Module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subset of vertices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every vertex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the same set of neighbors outside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Prime graph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only modules are individual vertices 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Modular decomposition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partition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into maximal strong modules.  (see paper for definitions)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graph obtained by contracting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(quotient)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either (1) disconnected; (2) its complement is disconnected; (3) or it is prime.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E4E5845-C804-9965-C847-D8BE26B4E1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5594865" cy="5814695"/>
              </a:xfrm>
              <a:blipFill>
                <a:blip r:embed="rId2"/>
                <a:stretch>
                  <a:fillRect l="-1416" t="-1887" r="-32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73EBA6-7A2A-317B-D58A-90B91DF8C12C}"/>
                  </a:ext>
                </a:extLst>
              </p14:cNvPr>
              <p14:cNvContentPartPr/>
              <p14:nvPr/>
            </p14:nvContentPartPr>
            <p14:xfrm>
              <a:off x="6454474" y="658902"/>
              <a:ext cx="2118960" cy="2105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73EBA6-7A2A-317B-D58A-90B91DF8C1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5472" y="649900"/>
                <a:ext cx="2136603" cy="2123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C0B56B-F8DF-FCE9-E8EA-1318F207CA40}"/>
                  </a:ext>
                </a:extLst>
              </p14:cNvPr>
              <p14:cNvContentPartPr/>
              <p14:nvPr/>
            </p14:nvContentPartPr>
            <p14:xfrm>
              <a:off x="6329437" y="1959241"/>
              <a:ext cx="2498400" cy="99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C0B56B-F8DF-FCE9-E8EA-1318F207CA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20796" y="1950601"/>
                <a:ext cx="2516043" cy="10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CBB725-DF9A-849A-2422-08DAF977817A}"/>
                  </a:ext>
                </a:extLst>
              </p14:cNvPr>
              <p14:cNvContentPartPr/>
              <p14:nvPr/>
            </p14:nvContentPartPr>
            <p14:xfrm>
              <a:off x="6383077" y="444001"/>
              <a:ext cx="1977840" cy="103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CBB725-DF9A-849A-2422-08DAF97781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74437" y="435361"/>
                <a:ext cx="1995480" cy="10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CBA0BC-50C1-402E-CD48-F6DAB3C9096C}"/>
                  </a:ext>
                </a:extLst>
              </p14:cNvPr>
              <p14:cNvContentPartPr/>
              <p14:nvPr/>
            </p14:nvContentPartPr>
            <p14:xfrm>
              <a:off x="6161317" y="71401"/>
              <a:ext cx="410400" cy="436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CBA0BC-50C1-402E-CD48-F6DAB3C909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52669" y="62761"/>
                <a:ext cx="428055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17F26D-44F3-6155-EC9C-C5211892C711}"/>
                  </a:ext>
                </a:extLst>
              </p14:cNvPr>
              <p14:cNvContentPartPr/>
              <p14:nvPr/>
            </p14:nvContentPartPr>
            <p14:xfrm>
              <a:off x="6048997" y="2717401"/>
              <a:ext cx="525240" cy="437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17F26D-44F3-6155-EC9C-C5211892C7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39997" y="2708401"/>
                <a:ext cx="54288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E1A48-16E6-F469-A929-22A92FDA709A}"/>
                  </a:ext>
                </a:extLst>
              </p14:cNvPr>
              <p14:cNvContentPartPr/>
              <p14:nvPr/>
            </p14:nvContentPartPr>
            <p14:xfrm>
              <a:off x="8474317" y="373441"/>
              <a:ext cx="455760" cy="457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EE1A48-16E6-F469-A929-22A92FDA709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65677" y="364448"/>
                <a:ext cx="473400" cy="475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1BE321B-5B81-50D4-3DA7-8D46D6EE3F0F}"/>
                  </a:ext>
                </a:extLst>
              </p14:cNvPr>
              <p14:cNvContentPartPr/>
              <p14:nvPr/>
            </p14:nvContentPartPr>
            <p14:xfrm>
              <a:off x="8341837" y="2940601"/>
              <a:ext cx="531360" cy="484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1BE321B-5B81-50D4-3DA7-8D46D6EE3F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33197" y="2931601"/>
                <a:ext cx="549000" cy="5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8746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2BA-2520-C555-5F89-65B6B4E6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E4E5845-C804-9965-C847-D8BE26B4E1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5594865" cy="581469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Module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subset of vertices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every vertex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the same set of neighbors outside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Prime graph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only modules are individual vertices 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Modular decomposition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partition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into maximal strong modules.  (see paper for definitions)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: graph obtained by contracting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(quotient)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either (1) disconnected; (2) its complement is disconnected; (3) or it is prime.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E4E5845-C804-9965-C847-D8BE26B4E1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5594865" cy="5814695"/>
              </a:xfrm>
              <a:blipFill>
                <a:blip r:embed="rId2"/>
                <a:stretch>
                  <a:fillRect l="-1416" t="-1887" r="-32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73EBA6-7A2A-317B-D58A-90B91DF8C12C}"/>
                  </a:ext>
                </a:extLst>
              </p14:cNvPr>
              <p14:cNvContentPartPr/>
              <p14:nvPr/>
            </p14:nvContentPartPr>
            <p14:xfrm>
              <a:off x="6454474" y="658902"/>
              <a:ext cx="2118960" cy="2105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73EBA6-7A2A-317B-D58A-90B91DF8C1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5472" y="649900"/>
                <a:ext cx="2136603" cy="2123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C0B56B-F8DF-FCE9-E8EA-1318F207CA40}"/>
                  </a:ext>
                </a:extLst>
              </p14:cNvPr>
              <p14:cNvContentPartPr/>
              <p14:nvPr/>
            </p14:nvContentPartPr>
            <p14:xfrm>
              <a:off x="6329437" y="1959241"/>
              <a:ext cx="2498400" cy="995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C0B56B-F8DF-FCE9-E8EA-1318F207CA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20436" y="1950241"/>
                <a:ext cx="2516043" cy="10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CBB725-DF9A-849A-2422-08DAF977817A}"/>
                  </a:ext>
                </a:extLst>
              </p14:cNvPr>
              <p14:cNvContentPartPr/>
              <p14:nvPr/>
            </p14:nvContentPartPr>
            <p14:xfrm>
              <a:off x="6383077" y="444001"/>
              <a:ext cx="1977840" cy="1035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CBB725-DF9A-849A-2422-08DAF97781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74075" y="435001"/>
                <a:ext cx="1995483" cy="10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CBA0BC-50C1-402E-CD48-F6DAB3C9096C}"/>
                  </a:ext>
                </a:extLst>
              </p14:cNvPr>
              <p14:cNvContentPartPr/>
              <p14:nvPr/>
            </p14:nvContentPartPr>
            <p14:xfrm>
              <a:off x="6161317" y="71401"/>
              <a:ext cx="410400" cy="436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CBA0BC-50C1-402E-CD48-F6DAB3C909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52309" y="62394"/>
                <a:ext cx="428055" cy="454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817F26D-44F3-6155-EC9C-C5211892C711}"/>
                  </a:ext>
                </a:extLst>
              </p14:cNvPr>
              <p14:cNvContentPartPr/>
              <p14:nvPr/>
            </p14:nvContentPartPr>
            <p14:xfrm>
              <a:off x="6048997" y="2717401"/>
              <a:ext cx="525240" cy="437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817F26D-44F3-6155-EC9C-C5211892C7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39997" y="2708408"/>
                <a:ext cx="542880" cy="4553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E1A48-16E6-F469-A929-22A92FDA709A}"/>
                  </a:ext>
                </a:extLst>
              </p14:cNvPr>
              <p14:cNvContentPartPr/>
              <p14:nvPr/>
            </p14:nvContentPartPr>
            <p14:xfrm>
              <a:off x="8474317" y="373441"/>
              <a:ext cx="455760" cy="457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EE1A48-16E6-F469-A929-22A92FDA709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65317" y="364448"/>
                <a:ext cx="473400" cy="475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1BE321B-5B81-50D4-3DA7-8D46D6EE3F0F}"/>
                  </a:ext>
                </a:extLst>
              </p14:cNvPr>
              <p14:cNvContentPartPr/>
              <p14:nvPr/>
            </p14:nvContentPartPr>
            <p14:xfrm>
              <a:off x="8341837" y="2940601"/>
              <a:ext cx="531360" cy="484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1BE321B-5B81-50D4-3DA7-8D46D6EE3F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32837" y="2931601"/>
                <a:ext cx="54900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70CF7B-F503-5272-771B-058D2FF68BC5}"/>
                  </a:ext>
                </a:extLst>
              </p14:cNvPr>
              <p14:cNvContentPartPr/>
              <p14:nvPr/>
            </p14:nvContentPartPr>
            <p14:xfrm>
              <a:off x="6670357" y="3940681"/>
              <a:ext cx="1535400" cy="1313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70CF7B-F503-5272-771B-058D2FF68B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61717" y="3932039"/>
                <a:ext cx="1553040" cy="1330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54B31FF-440F-4FBB-7222-CE45D5C2683E}"/>
                  </a:ext>
                </a:extLst>
              </p14:cNvPr>
              <p14:cNvContentPartPr/>
              <p14:nvPr/>
            </p14:nvContentPartPr>
            <p14:xfrm>
              <a:off x="8150677" y="3969841"/>
              <a:ext cx="269640" cy="1122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54B31FF-440F-4FBB-7222-CE45D5C2683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42037" y="3960844"/>
                <a:ext cx="287280" cy="1140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197E518-01D9-1904-5C16-2EE2B1FE68E7}"/>
                  </a:ext>
                </a:extLst>
              </p14:cNvPr>
              <p14:cNvContentPartPr/>
              <p14:nvPr/>
            </p14:nvContentPartPr>
            <p14:xfrm>
              <a:off x="6763237" y="5421001"/>
              <a:ext cx="1211760" cy="524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197E518-01D9-1904-5C16-2EE2B1FE68E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54237" y="5412001"/>
                <a:ext cx="122940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61FC386-87B4-383C-D7FD-2E3A983F632A}"/>
                  </a:ext>
                </a:extLst>
              </p14:cNvPr>
              <p14:cNvContentPartPr/>
              <p14:nvPr/>
            </p14:nvContentPartPr>
            <p14:xfrm>
              <a:off x="8000917" y="5427481"/>
              <a:ext cx="241200" cy="309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61FC386-87B4-383C-D7FD-2E3A983F632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92277" y="5418841"/>
                <a:ext cx="258840" cy="32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282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55A9-459F-CC41-CD2B-DC7CACBC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general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modification approach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recursively.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 the edge modifications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corresponding to those on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2289997-D042-42A4-C5B7-70CB85B8782D}"/>
                  </a:ext>
                </a:extLst>
              </p14:cNvPr>
              <p14:cNvContentPartPr/>
              <p14:nvPr/>
            </p14:nvContentPartPr>
            <p14:xfrm>
              <a:off x="229597" y="2863561"/>
              <a:ext cx="494280" cy="49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2289997-D042-42A4-C5B7-70CB85B8782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20597" y="2854561"/>
                <a:ext cx="511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20E266E-ACF7-227C-C224-B400898BE7DE}"/>
                  </a:ext>
                </a:extLst>
              </p14:cNvPr>
              <p14:cNvContentPartPr/>
              <p14:nvPr/>
            </p14:nvContentPartPr>
            <p14:xfrm>
              <a:off x="595357" y="3268921"/>
              <a:ext cx="377640" cy="421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20E266E-ACF7-227C-C224-B400898BE7D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6357" y="3259929"/>
                <a:ext cx="395280" cy="438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6AC749F-AC3F-5508-C3CD-C3AB28FFB6AD}"/>
                  </a:ext>
                </a:extLst>
              </p14:cNvPr>
              <p14:cNvContentPartPr/>
              <p14:nvPr/>
            </p14:nvContentPartPr>
            <p14:xfrm>
              <a:off x="997477" y="3952561"/>
              <a:ext cx="191520" cy="456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AC749F-AC3F-5508-C3CD-C3AB28FFB6A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8494" y="3943561"/>
                <a:ext cx="209127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D2C1337-2FDD-790E-8C60-CDF24FB83D6E}"/>
                  </a:ext>
                </a:extLst>
              </p14:cNvPr>
              <p14:cNvContentPartPr/>
              <p14:nvPr/>
            </p14:nvContentPartPr>
            <p14:xfrm>
              <a:off x="583117" y="4768321"/>
              <a:ext cx="525960" cy="55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D2C1337-2FDD-790E-8C60-CDF24FB83D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74117" y="4759321"/>
                <a:ext cx="54360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E5D51B0-EAE4-95EE-EE48-DAED547D25F4}"/>
                  </a:ext>
                </a:extLst>
              </p14:cNvPr>
              <p14:cNvContentPartPr/>
              <p14:nvPr/>
            </p14:nvContentPartPr>
            <p14:xfrm>
              <a:off x="843037" y="3550801"/>
              <a:ext cx="474840" cy="395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E5D51B0-EAE4-95EE-EE48-DAED547D25F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34037" y="3541801"/>
                <a:ext cx="492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EA752BE2-5C11-B803-E64D-BD794CCF87FE}"/>
                  </a:ext>
                </a:extLst>
              </p14:cNvPr>
              <p14:cNvContentPartPr/>
              <p14:nvPr/>
            </p14:nvContentPartPr>
            <p14:xfrm>
              <a:off x="853117" y="4386721"/>
              <a:ext cx="541080" cy="427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A752BE2-5C11-B803-E64D-BD794CCF87F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4123" y="4377721"/>
                <a:ext cx="558708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F532555-3B0F-B95B-781F-2034E1DA6041}"/>
                  </a:ext>
                </a:extLst>
              </p14:cNvPr>
              <p14:cNvContentPartPr/>
              <p14:nvPr/>
            </p14:nvContentPartPr>
            <p14:xfrm>
              <a:off x="179197" y="5290321"/>
              <a:ext cx="586080" cy="442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F532555-3B0F-B95B-781F-2034E1DA604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70203" y="5281321"/>
                <a:ext cx="603709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BF9CFA7-8A98-E760-4E0D-1B614FA5769C}"/>
                  </a:ext>
                </a:extLst>
              </p14:cNvPr>
              <p14:cNvContentPartPr/>
              <p14:nvPr/>
            </p14:nvContentPartPr>
            <p14:xfrm>
              <a:off x="666997" y="6096001"/>
              <a:ext cx="31320" cy="224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BF9CFA7-8A98-E760-4E0D-1B614FA5769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8357" y="6087361"/>
                <a:ext cx="489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DF736CF-9A68-876F-66F8-9B50A2E66F4E}"/>
                  </a:ext>
                </a:extLst>
              </p14:cNvPr>
              <p14:cNvContentPartPr/>
              <p14:nvPr/>
            </p14:nvContentPartPr>
            <p14:xfrm>
              <a:off x="441637" y="618241"/>
              <a:ext cx="360" cy="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DF736CF-9A68-876F-66F8-9B50A2E66F4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2637" y="60960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770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9D43-E803-7922-8C16-82B348A9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A5E21CA-ADBC-CDC8-52C8-1A31992A8D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general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modification approach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recursively.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 the edge modifications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corresponding to those on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57ACA1B-C672-2CD1-2108-13CB1DECF4B3}"/>
                  </a:ext>
                </a:extLst>
              </p14:cNvPr>
              <p14:cNvContentPartPr/>
              <p14:nvPr/>
            </p14:nvContentPartPr>
            <p14:xfrm>
              <a:off x="2027437" y="2926561"/>
              <a:ext cx="549720" cy="568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E6AF4A-562B-A0FC-339D-F3B5482537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18437" y="2917561"/>
                <a:ext cx="56736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5245609-C03E-E3D4-07C9-EEDE28FA5D80}"/>
                  </a:ext>
                </a:extLst>
              </p14:cNvPr>
              <p14:cNvContentPartPr/>
              <p14:nvPr/>
            </p14:nvContentPartPr>
            <p14:xfrm>
              <a:off x="2698477" y="3626401"/>
              <a:ext cx="483120" cy="384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E00A954-5DD9-5F47-4F95-FCA1C356254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89837" y="3617401"/>
                <a:ext cx="5007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DCF82FD-573D-0715-E511-94956D626AC7}"/>
                  </a:ext>
                </a:extLst>
              </p14:cNvPr>
              <p14:cNvContentPartPr/>
              <p14:nvPr/>
            </p14:nvContentPartPr>
            <p14:xfrm>
              <a:off x="2676157" y="4472401"/>
              <a:ext cx="502200" cy="421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E6C84C2-C6BE-6EEC-AB25-B3505D9EE5F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67157" y="4463401"/>
                <a:ext cx="51984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F502681-C866-2CD0-D849-F98B44BB7882}"/>
                  </a:ext>
                </a:extLst>
              </p14:cNvPr>
              <p14:cNvContentPartPr/>
              <p14:nvPr/>
            </p14:nvContentPartPr>
            <p14:xfrm>
              <a:off x="1977037" y="5268721"/>
              <a:ext cx="573120" cy="54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EBB9974-DB34-E642-C57A-17178BA1730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68397" y="5259721"/>
                <a:ext cx="59076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9FF09E3-165F-800F-6EF1-4D0AE6573791}"/>
                  </a:ext>
                </a:extLst>
              </p14:cNvPr>
              <p14:cNvContentPartPr/>
              <p14:nvPr/>
            </p14:nvContentPartPr>
            <p14:xfrm>
              <a:off x="2173597" y="3086761"/>
              <a:ext cx="273240" cy="297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5729D67-EBCD-89EA-BA83-CAC277DD046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64957" y="3077761"/>
                <a:ext cx="2908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99212C7-8606-2B63-02BC-7F4724701625}"/>
                  </a:ext>
                </a:extLst>
              </p14:cNvPr>
              <p14:cNvContentPartPr/>
              <p14:nvPr/>
            </p14:nvContentPartPr>
            <p14:xfrm>
              <a:off x="2841037" y="3692641"/>
              <a:ext cx="219960" cy="246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EB4232A-7095-F230-F354-19ED8AED74D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32037" y="3683641"/>
                <a:ext cx="2376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8D7F3D0-DAEF-EE92-3367-E51570FC9F9B}"/>
                  </a:ext>
                </a:extLst>
              </p14:cNvPr>
              <p14:cNvContentPartPr/>
              <p14:nvPr/>
            </p14:nvContentPartPr>
            <p14:xfrm>
              <a:off x="2842837" y="4567441"/>
              <a:ext cx="207360" cy="207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79BB09D-9D19-D4CA-F327-67F2919DDAB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34182" y="4558801"/>
                <a:ext cx="225031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A0F9714-A94C-66F3-ED97-6019E3ACD8FF}"/>
                  </a:ext>
                </a:extLst>
              </p14:cNvPr>
              <p14:cNvContentPartPr/>
              <p14:nvPr/>
            </p14:nvContentPartPr>
            <p14:xfrm>
              <a:off x="2114197" y="5566441"/>
              <a:ext cx="245880" cy="50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0CEFA2A-FBEC-7490-2928-033208C3299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05197" y="5557801"/>
                <a:ext cx="2635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FE6D2ED-30D5-37E2-2D2B-6E1BB613B694}"/>
                  </a:ext>
                </a:extLst>
              </p14:cNvPr>
              <p14:cNvContentPartPr/>
              <p14:nvPr/>
            </p14:nvContentPartPr>
            <p14:xfrm>
              <a:off x="2460877" y="3339121"/>
              <a:ext cx="559800" cy="1154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3FEA96-C063-B37F-DE55-27F4A14F7BA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52237" y="3330121"/>
                <a:ext cx="57744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0AC28A1-C77B-3606-7D97-A68DACEE0D56}"/>
                  </a:ext>
                </a:extLst>
              </p14:cNvPr>
              <p14:cNvContentPartPr/>
              <p14:nvPr/>
            </p14:nvContentPartPr>
            <p14:xfrm>
              <a:off x="2424517" y="4823041"/>
              <a:ext cx="376200" cy="457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27A1BDF-6D32-9143-3D2A-324F3829044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15877" y="4814401"/>
                <a:ext cx="39384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1E515B45-B673-829E-D5C0-566DC78C8D27}"/>
                  </a:ext>
                </a:extLst>
              </p14:cNvPr>
              <p14:cNvContentPartPr/>
              <p14:nvPr/>
            </p14:nvContentPartPr>
            <p14:xfrm>
              <a:off x="229597" y="2863561"/>
              <a:ext cx="494280" cy="49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2289997-D042-42A4-C5B7-70CB85B8782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20597" y="2854561"/>
                <a:ext cx="511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8DEE396-B292-89BF-5254-A6348A5739D2}"/>
                  </a:ext>
                </a:extLst>
              </p14:cNvPr>
              <p14:cNvContentPartPr/>
              <p14:nvPr/>
            </p14:nvContentPartPr>
            <p14:xfrm>
              <a:off x="595357" y="3268921"/>
              <a:ext cx="377640" cy="421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20E266E-ACF7-227C-C224-B400898BE7D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6357" y="3259929"/>
                <a:ext cx="395280" cy="438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ABB764E-FBFF-4F44-327A-0DB48EDB2434}"/>
                  </a:ext>
                </a:extLst>
              </p14:cNvPr>
              <p14:cNvContentPartPr/>
              <p14:nvPr/>
            </p14:nvContentPartPr>
            <p14:xfrm>
              <a:off x="997477" y="3952561"/>
              <a:ext cx="191520" cy="456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AC749F-AC3F-5508-C3CD-C3AB28FFB6A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8494" y="3943561"/>
                <a:ext cx="209127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9AAE3B6-0C86-6E96-3D90-F0B55E7B4F4C}"/>
                  </a:ext>
                </a:extLst>
              </p14:cNvPr>
              <p14:cNvContentPartPr/>
              <p14:nvPr/>
            </p14:nvContentPartPr>
            <p14:xfrm>
              <a:off x="583117" y="4768321"/>
              <a:ext cx="525960" cy="55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D2C1337-2FDD-790E-8C60-CDF24FB83D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74117" y="4759321"/>
                <a:ext cx="54360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2C7829B-99D0-0BB6-BC1B-8B222C576C2F}"/>
                  </a:ext>
                </a:extLst>
              </p14:cNvPr>
              <p14:cNvContentPartPr/>
              <p14:nvPr/>
            </p14:nvContentPartPr>
            <p14:xfrm>
              <a:off x="843037" y="3550801"/>
              <a:ext cx="474840" cy="395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E5D51B0-EAE4-95EE-EE48-DAED547D25F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34037" y="3541801"/>
                <a:ext cx="492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E51D50B-5C17-20EF-D1DB-FDA7E590DB98}"/>
                  </a:ext>
                </a:extLst>
              </p14:cNvPr>
              <p14:cNvContentPartPr/>
              <p14:nvPr/>
            </p14:nvContentPartPr>
            <p14:xfrm>
              <a:off x="853117" y="4386721"/>
              <a:ext cx="541080" cy="427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A752BE2-5C11-B803-E64D-BD794CCF87F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4123" y="4377721"/>
                <a:ext cx="558708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C842B47-F7D2-DD5D-B551-68648FBD6D03}"/>
                  </a:ext>
                </a:extLst>
              </p14:cNvPr>
              <p14:cNvContentPartPr/>
              <p14:nvPr/>
            </p14:nvContentPartPr>
            <p14:xfrm>
              <a:off x="179197" y="5290321"/>
              <a:ext cx="586080" cy="442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F532555-3B0F-B95B-781F-2034E1DA604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70203" y="5281321"/>
                <a:ext cx="603709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6A15AE5-D791-50AE-9BAD-1DFF73B95641}"/>
                  </a:ext>
                </a:extLst>
              </p14:cNvPr>
              <p14:cNvContentPartPr/>
              <p14:nvPr/>
            </p14:nvContentPartPr>
            <p14:xfrm>
              <a:off x="666997" y="6096001"/>
              <a:ext cx="31320" cy="224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BF9CFA7-8A98-E760-4E0D-1B614FA5769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8357" y="6087361"/>
                <a:ext cx="489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E1CDDBE-829D-02FF-2613-E998511D0DA3}"/>
                  </a:ext>
                </a:extLst>
              </p14:cNvPr>
              <p14:cNvContentPartPr/>
              <p14:nvPr/>
            </p14:nvContentPartPr>
            <p14:xfrm>
              <a:off x="2367637" y="6065761"/>
              <a:ext cx="317520" cy="2487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4D04288-A3D4-5A4C-6060-D9029263D15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358997" y="6056761"/>
                <a:ext cx="3351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332F14DE-75C7-DE44-BBBD-C8FF41716CD5}"/>
                  </a:ext>
                </a:extLst>
              </p14:cNvPr>
              <p14:cNvContentPartPr/>
              <p14:nvPr/>
            </p14:nvContentPartPr>
            <p14:xfrm>
              <a:off x="441637" y="618241"/>
              <a:ext cx="360" cy="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DF736CF-9A68-876F-66F8-9B50A2E66F4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2637" y="60960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9578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AE3A7-CDD2-85F5-3A64-17DEE598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E482B8C-C26D-68C8-F317-6D989B51B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general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modification approach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recursively.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 the edge modifications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corresponding to those on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A783E59-5EA9-6156-5ECA-333FE5419B52}"/>
                  </a:ext>
                </a:extLst>
              </p14:cNvPr>
              <p14:cNvContentPartPr/>
              <p14:nvPr/>
            </p14:nvContentPartPr>
            <p14:xfrm>
              <a:off x="2027437" y="2926561"/>
              <a:ext cx="549720" cy="568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E6AF4A-562B-A0FC-339D-F3B5482537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18437" y="2917561"/>
                <a:ext cx="56736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997FB38-A9C0-0B70-F793-2E1D50A63DC8}"/>
                  </a:ext>
                </a:extLst>
              </p14:cNvPr>
              <p14:cNvContentPartPr/>
              <p14:nvPr/>
            </p14:nvContentPartPr>
            <p14:xfrm>
              <a:off x="2698477" y="3626401"/>
              <a:ext cx="483120" cy="384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E00A954-5DD9-5F47-4F95-FCA1C356254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89837" y="3617401"/>
                <a:ext cx="5007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6D329DE-3E85-0B6A-EB9A-B399B1425688}"/>
                  </a:ext>
                </a:extLst>
              </p14:cNvPr>
              <p14:cNvContentPartPr/>
              <p14:nvPr/>
            </p14:nvContentPartPr>
            <p14:xfrm>
              <a:off x="2676157" y="4472401"/>
              <a:ext cx="502200" cy="421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E6C84C2-C6BE-6EEC-AB25-B3505D9EE5F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67157" y="4463401"/>
                <a:ext cx="51984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4CB436B-9755-2DB6-196B-06D17647060C}"/>
                  </a:ext>
                </a:extLst>
              </p14:cNvPr>
              <p14:cNvContentPartPr/>
              <p14:nvPr/>
            </p14:nvContentPartPr>
            <p14:xfrm>
              <a:off x="1977037" y="5268721"/>
              <a:ext cx="573120" cy="54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EBB9974-DB34-E642-C57A-17178BA1730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68397" y="5259721"/>
                <a:ext cx="59076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D62D77E-7696-9273-56F9-11CA1E613702}"/>
                  </a:ext>
                </a:extLst>
              </p14:cNvPr>
              <p14:cNvContentPartPr/>
              <p14:nvPr/>
            </p14:nvContentPartPr>
            <p14:xfrm>
              <a:off x="2173597" y="3086761"/>
              <a:ext cx="273240" cy="297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5729D67-EBCD-89EA-BA83-CAC277DD046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64957" y="3077761"/>
                <a:ext cx="2908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C3A1709-CF74-117D-F286-03FA687C11C1}"/>
                  </a:ext>
                </a:extLst>
              </p14:cNvPr>
              <p14:cNvContentPartPr/>
              <p14:nvPr/>
            </p14:nvContentPartPr>
            <p14:xfrm>
              <a:off x="2841037" y="3692641"/>
              <a:ext cx="219960" cy="246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EB4232A-7095-F230-F354-19ED8AED74D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32037" y="3683641"/>
                <a:ext cx="2376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05EAA49-6BF4-4A2C-5CC2-2BDDA2A020B4}"/>
                  </a:ext>
                </a:extLst>
              </p14:cNvPr>
              <p14:cNvContentPartPr/>
              <p14:nvPr/>
            </p14:nvContentPartPr>
            <p14:xfrm>
              <a:off x="2842837" y="4567441"/>
              <a:ext cx="207360" cy="207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79BB09D-9D19-D4CA-F327-67F2919DDAB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34182" y="4558801"/>
                <a:ext cx="225031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A44F8C9-AA07-3EC4-E62A-C38F5F481E20}"/>
                  </a:ext>
                </a:extLst>
              </p14:cNvPr>
              <p14:cNvContentPartPr/>
              <p14:nvPr/>
            </p14:nvContentPartPr>
            <p14:xfrm>
              <a:off x="2114197" y="5566441"/>
              <a:ext cx="245880" cy="50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0CEFA2A-FBEC-7490-2928-033208C3299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05197" y="5557801"/>
                <a:ext cx="2635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1921438-330E-BC80-4704-C58E50D8F550}"/>
                  </a:ext>
                </a:extLst>
              </p14:cNvPr>
              <p14:cNvContentPartPr/>
              <p14:nvPr/>
            </p14:nvContentPartPr>
            <p14:xfrm>
              <a:off x="2460877" y="3339121"/>
              <a:ext cx="559800" cy="1154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3FEA96-C063-B37F-DE55-27F4A14F7BA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52237" y="3330121"/>
                <a:ext cx="57744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B109088-212D-EF1F-D846-9AC1300AC52E}"/>
                  </a:ext>
                </a:extLst>
              </p14:cNvPr>
              <p14:cNvContentPartPr/>
              <p14:nvPr/>
            </p14:nvContentPartPr>
            <p14:xfrm>
              <a:off x="2424517" y="4823041"/>
              <a:ext cx="376200" cy="457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27A1BDF-6D32-9143-3D2A-324F3829044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15877" y="4814401"/>
                <a:ext cx="39384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477B40B-1AC6-1E08-B415-0DA8186B5C90}"/>
                  </a:ext>
                </a:extLst>
              </p14:cNvPr>
              <p14:cNvContentPartPr/>
              <p14:nvPr/>
            </p14:nvContentPartPr>
            <p14:xfrm>
              <a:off x="4215157" y="3221581"/>
              <a:ext cx="419400" cy="6796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60AE4C3-F8D5-22A2-444F-10FF58C5350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206517" y="3212941"/>
                <a:ext cx="43704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9A70BED-46E1-BC97-6F5D-D2D7740882C9}"/>
                  </a:ext>
                </a:extLst>
              </p14:cNvPr>
              <p14:cNvContentPartPr/>
              <p14:nvPr/>
            </p14:nvContentPartPr>
            <p14:xfrm>
              <a:off x="4593877" y="3787141"/>
              <a:ext cx="110160" cy="991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730A59B-C70A-944D-3E64-55302EF5275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584877" y="3778144"/>
                <a:ext cx="127800" cy="1009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BD9C19A-5840-2959-3C9E-8442B69AC566}"/>
                  </a:ext>
                </a:extLst>
              </p14:cNvPr>
              <p14:cNvContentPartPr/>
              <p14:nvPr/>
            </p14:nvContentPartPr>
            <p14:xfrm>
              <a:off x="4041637" y="4736821"/>
              <a:ext cx="582480" cy="9172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6AB758B-5705-7460-214A-99862345D2D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32992" y="4728181"/>
                <a:ext cx="600131" cy="9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3A078B5-F04A-3E2B-059E-2ECC69745323}"/>
                  </a:ext>
                </a:extLst>
              </p14:cNvPr>
              <p14:cNvContentPartPr/>
              <p14:nvPr/>
            </p14:nvContentPartPr>
            <p14:xfrm>
              <a:off x="5887260" y="3221581"/>
              <a:ext cx="307080" cy="583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84C8C6E-2CA8-5F3E-0576-222E2BC6D19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878271" y="3212581"/>
                <a:ext cx="324699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5021110-072A-4B77-6C82-F21617DB5551}"/>
                  </a:ext>
                </a:extLst>
              </p14:cNvPr>
              <p14:cNvContentPartPr/>
              <p14:nvPr/>
            </p14:nvContentPartPr>
            <p14:xfrm>
              <a:off x="6142140" y="3739261"/>
              <a:ext cx="110880" cy="136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B966C6E-D137-827B-F4A0-71435594C1A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33140" y="3730261"/>
                <a:ext cx="1285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AA31754-43FA-87E8-B984-F152BE0A1645}"/>
                  </a:ext>
                </a:extLst>
              </p14:cNvPr>
              <p14:cNvContentPartPr/>
              <p14:nvPr/>
            </p14:nvContentPartPr>
            <p14:xfrm>
              <a:off x="5751540" y="4658701"/>
              <a:ext cx="498600" cy="1029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9969E64-AE47-C667-4988-58F10F1E4CD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742546" y="4649701"/>
                <a:ext cx="516227" cy="10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D73447A-DC29-6E69-B0E0-48A78765D4C8}"/>
                  </a:ext>
                </a:extLst>
              </p14:cNvPr>
              <p14:cNvContentPartPr/>
              <p14:nvPr/>
            </p14:nvContentPartPr>
            <p14:xfrm>
              <a:off x="229597" y="2863561"/>
              <a:ext cx="494280" cy="49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2289997-D042-42A4-C5B7-70CB85B8782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20597" y="2854561"/>
                <a:ext cx="511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6308C96-0493-341E-0EE6-A5404079F389}"/>
                  </a:ext>
                </a:extLst>
              </p14:cNvPr>
              <p14:cNvContentPartPr/>
              <p14:nvPr/>
            </p14:nvContentPartPr>
            <p14:xfrm>
              <a:off x="595357" y="3268921"/>
              <a:ext cx="377640" cy="421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20E266E-ACF7-227C-C224-B400898BE7D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6357" y="3259929"/>
                <a:ext cx="395280" cy="438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431FC96-008F-0EEC-94E3-13284BFFE541}"/>
                  </a:ext>
                </a:extLst>
              </p14:cNvPr>
              <p14:cNvContentPartPr/>
              <p14:nvPr/>
            </p14:nvContentPartPr>
            <p14:xfrm>
              <a:off x="997477" y="3952561"/>
              <a:ext cx="191520" cy="456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AC749F-AC3F-5508-C3CD-C3AB28FFB6A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8494" y="3943561"/>
                <a:ext cx="209127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FE30ADB-EC0B-00CD-79E4-04586D2D2F52}"/>
                  </a:ext>
                </a:extLst>
              </p14:cNvPr>
              <p14:cNvContentPartPr/>
              <p14:nvPr/>
            </p14:nvContentPartPr>
            <p14:xfrm>
              <a:off x="583117" y="4768321"/>
              <a:ext cx="525960" cy="55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D2C1337-2FDD-790E-8C60-CDF24FB83D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74117" y="4759321"/>
                <a:ext cx="54360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A56EF54-F67B-1C60-8E7B-A8E528A2B5DF}"/>
                  </a:ext>
                </a:extLst>
              </p14:cNvPr>
              <p14:cNvContentPartPr/>
              <p14:nvPr/>
            </p14:nvContentPartPr>
            <p14:xfrm>
              <a:off x="843037" y="3550801"/>
              <a:ext cx="474840" cy="395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E5D51B0-EAE4-95EE-EE48-DAED547D25F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34037" y="3541801"/>
                <a:ext cx="492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B0C5EBC-F274-C8C8-0F7D-C462EBAB1169}"/>
                  </a:ext>
                </a:extLst>
              </p14:cNvPr>
              <p14:cNvContentPartPr/>
              <p14:nvPr/>
            </p14:nvContentPartPr>
            <p14:xfrm>
              <a:off x="853117" y="4386721"/>
              <a:ext cx="541080" cy="427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A752BE2-5C11-B803-E64D-BD794CCF87F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4123" y="4377721"/>
                <a:ext cx="558708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68F8475-031B-6ED4-A231-0929B1456B21}"/>
                  </a:ext>
                </a:extLst>
              </p14:cNvPr>
              <p14:cNvContentPartPr/>
              <p14:nvPr/>
            </p14:nvContentPartPr>
            <p14:xfrm>
              <a:off x="179197" y="5290321"/>
              <a:ext cx="586080" cy="442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F532555-3B0F-B95B-781F-2034E1DA604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70203" y="5281321"/>
                <a:ext cx="603709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C10C33F-DF65-B499-529B-309601420859}"/>
                  </a:ext>
                </a:extLst>
              </p14:cNvPr>
              <p14:cNvContentPartPr/>
              <p14:nvPr/>
            </p14:nvContentPartPr>
            <p14:xfrm>
              <a:off x="666997" y="6096001"/>
              <a:ext cx="31320" cy="224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BF9CFA7-8A98-E760-4E0D-1B614FA5769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8357" y="6087361"/>
                <a:ext cx="489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81BAF38-89E2-B8BD-5B23-9B53F870461F}"/>
                  </a:ext>
                </a:extLst>
              </p14:cNvPr>
              <p14:cNvContentPartPr/>
              <p14:nvPr/>
            </p14:nvContentPartPr>
            <p14:xfrm>
              <a:off x="2367637" y="6065761"/>
              <a:ext cx="317520" cy="2487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4D04288-A3D4-5A4C-6060-D9029263D15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358997" y="6056761"/>
                <a:ext cx="3351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4D17D06C-F7BF-791D-6D16-48ED2D19DEFA}"/>
                  </a:ext>
                </a:extLst>
              </p14:cNvPr>
              <p14:cNvContentPartPr/>
              <p14:nvPr/>
            </p14:nvContentPartPr>
            <p14:xfrm>
              <a:off x="4825717" y="5929321"/>
              <a:ext cx="149400" cy="304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03EC9C7-8AAB-52BD-FD3A-A5D0A21FBFF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16717" y="5920321"/>
                <a:ext cx="1670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5DC60CE-2D74-A365-ECED-466EB1433413}"/>
                  </a:ext>
                </a:extLst>
              </p14:cNvPr>
              <p14:cNvContentPartPr/>
              <p14:nvPr/>
            </p14:nvContentPartPr>
            <p14:xfrm>
              <a:off x="441637" y="618241"/>
              <a:ext cx="360" cy="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DF736CF-9A68-876F-66F8-9B50A2E66F4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2637" y="6096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677398F-C8D4-4365-D8A4-04A0B2293A05}"/>
                  </a:ext>
                </a:extLst>
              </p14:cNvPr>
              <p14:cNvContentPartPr/>
              <p14:nvPr/>
            </p14:nvContentPartPr>
            <p14:xfrm>
              <a:off x="3765157" y="2540461"/>
              <a:ext cx="892440" cy="410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B3FDE0B-909D-9309-F465-8E1D8DC381A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756161" y="2531821"/>
                <a:ext cx="910073" cy="42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356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26BA2-F22E-2891-9BCE-7338F983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FF2FACE-3266-C062-7F37-30FE93898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general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modification approach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recursively.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 the edge modifications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corresponding to those on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70BECF5-BF84-EEA4-669D-452833A5C792}"/>
                  </a:ext>
                </a:extLst>
              </p14:cNvPr>
              <p14:cNvContentPartPr/>
              <p14:nvPr/>
            </p14:nvContentPartPr>
            <p14:xfrm>
              <a:off x="7359300" y="3018001"/>
              <a:ext cx="494280" cy="495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09A7829-7B30-D31C-7ACA-C636842EB2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50300" y="3009361"/>
                <a:ext cx="511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5DA3761-7FAE-05D7-8B1F-4BFFCBEEC43E}"/>
                  </a:ext>
                </a:extLst>
              </p14:cNvPr>
              <p14:cNvContentPartPr/>
              <p14:nvPr/>
            </p14:nvContentPartPr>
            <p14:xfrm>
              <a:off x="7972740" y="3705241"/>
              <a:ext cx="474840" cy="395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D002D23-7043-84C0-7A6B-E353551C83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64100" y="3696241"/>
                <a:ext cx="492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81A5940-1669-CECD-82A0-6E6BB626D669}"/>
                  </a:ext>
                </a:extLst>
              </p14:cNvPr>
              <p14:cNvContentPartPr/>
              <p14:nvPr/>
            </p14:nvContentPartPr>
            <p14:xfrm>
              <a:off x="7982820" y="4541161"/>
              <a:ext cx="541080" cy="427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0866FD8-F35C-7EB1-96AB-CD003FF6C6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73820" y="4532521"/>
                <a:ext cx="55872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DB06EBF-67CD-12BC-719D-C399BCCE4148}"/>
                  </a:ext>
                </a:extLst>
              </p14:cNvPr>
              <p14:cNvContentPartPr/>
              <p14:nvPr/>
            </p14:nvContentPartPr>
            <p14:xfrm>
              <a:off x="7308900" y="5444761"/>
              <a:ext cx="586080" cy="442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BFBECA5-170E-5F90-47EA-96740E7D28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99900" y="5436121"/>
                <a:ext cx="60372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C8D0286-3C23-623E-8626-F822793296D6}"/>
                  </a:ext>
                </a:extLst>
              </p14:cNvPr>
              <p14:cNvContentPartPr/>
              <p14:nvPr/>
            </p14:nvContentPartPr>
            <p14:xfrm>
              <a:off x="8109900" y="3774721"/>
              <a:ext cx="211680" cy="217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A632DA9-D6BC-588C-5519-95D7833856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00900" y="3766081"/>
                <a:ext cx="2293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79767C6-F86A-348D-CB88-639E1D598A96}"/>
                  </a:ext>
                </a:extLst>
              </p14:cNvPr>
              <p14:cNvContentPartPr/>
              <p14:nvPr/>
            </p14:nvContentPartPr>
            <p14:xfrm>
              <a:off x="8147700" y="4651321"/>
              <a:ext cx="266400" cy="220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D8F07C2-CB39-7E1C-E0AB-258A87DC095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38700" y="4642321"/>
                <a:ext cx="2840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1900E75-B224-970E-EBE7-B504B3626A44}"/>
                  </a:ext>
                </a:extLst>
              </p14:cNvPr>
              <p14:cNvContentPartPr/>
              <p14:nvPr/>
            </p14:nvContentPartPr>
            <p14:xfrm>
              <a:off x="7455780" y="5689201"/>
              <a:ext cx="210960" cy="46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36F0385-7DAD-F613-C4F0-695A1EDD0D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47140" y="5680201"/>
                <a:ext cx="2286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03827D4-61CB-963B-E7A7-8C04E103C6D8}"/>
                  </a:ext>
                </a:extLst>
              </p14:cNvPr>
              <p14:cNvContentPartPr/>
              <p14:nvPr/>
            </p14:nvContentPartPr>
            <p14:xfrm>
              <a:off x="7725060" y="3423361"/>
              <a:ext cx="377640" cy="421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4382B1B-5650-DF53-0D3D-D91E3F4F7FA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16420" y="3414361"/>
                <a:ext cx="39528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04F4684-B153-5098-E180-31F59971BA48}"/>
                  </a:ext>
                </a:extLst>
              </p14:cNvPr>
              <p14:cNvContentPartPr/>
              <p14:nvPr/>
            </p14:nvContentPartPr>
            <p14:xfrm>
              <a:off x="7712820" y="4922761"/>
              <a:ext cx="525960" cy="552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F5A0C94-A374-6172-41F1-0FCF7EC73B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03820" y="4913761"/>
                <a:ext cx="54360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D7BBEDF-E604-0424-0EA6-59C46F82D6AC}"/>
                  </a:ext>
                </a:extLst>
              </p14:cNvPr>
              <p14:cNvContentPartPr/>
              <p14:nvPr/>
            </p14:nvContentPartPr>
            <p14:xfrm>
              <a:off x="2027437" y="2926561"/>
              <a:ext cx="549720" cy="568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DE6AF4A-562B-A0FC-339D-F3B54825370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18437" y="2917561"/>
                <a:ext cx="56736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C91DBB3-0BA0-630F-2390-28E66DCC238F}"/>
                  </a:ext>
                </a:extLst>
              </p14:cNvPr>
              <p14:cNvContentPartPr/>
              <p14:nvPr/>
            </p14:nvContentPartPr>
            <p14:xfrm>
              <a:off x="2698477" y="3626401"/>
              <a:ext cx="483120" cy="384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E00A954-5DD9-5F47-4F95-FCA1C356254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89837" y="3617401"/>
                <a:ext cx="5007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C11BDC9-05C3-5B47-F634-1534A57A5509}"/>
                  </a:ext>
                </a:extLst>
              </p14:cNvPr>
              <p14:cNvContentPartPr/>
              <p14:nvPr/>
            </p14:nvContentPartPr>
            <p14:xfrm>
              <a:off x="2676157" y="4472401"/>
              <a:ext cx="502200" cy="421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E6C84C2-C6BE-6EEC-AB25-B3505D9EE5F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67157" y="4463401"/>
                <a:ext cx="51984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F2ED9A8-CF93-DB70-0B12-2E03153B5809}"/>
                  </a:ext>
                </a:extLst>
              </p14:cNvPr>
              <p14:cNvContentPartPr/>
              <p14:nvPr/>
            </p14:nvContentPartPr>
            <p14:xfrm>
              <a:off x="1977037" y="5268721"/>
              <a:ext cx="573120" cy="54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EBB9974-DB34-E642-C57A-17178BA1730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68397" y="5259721"/>
                <a:ext cx="59076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C29469C-FC3A-9964-F6E5-EEE0B63E8C14}"/>
                  </a:ext>
                </a:extLst>
              </p14:cNvPr>
              <p14:cNvContentPartPr/>
              <p14:nvPr/>
            </p14:nvContentPartPr>
            <p14:xfrm>
              <a:off x="2173597" y="3086761"/>
              <a:ext cx="273240" cy="297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5729D67-EBCD-89EA-BA83-CAC277DD046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64957" y="3077761"/>
                <a:ext cx="2908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9275B09-F375-1456-D0CB-A1195346359A}"/>
                  </a:ext>
                </a:extLst>
              </p14:cNvPr>
              <p14:cNvContentPartPr/>
              <p14:nvPr/>
            </p14:nvContentPartPr>
            <p14:xfrm>
              <a:off x="2841037" y="3692641"/>
              <a:ext cx="219960" cy="246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EB4232A-7095-F230-F354-19ED8AED74D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832037" y="3683641"/>
                <a:ext cx="2376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8D4B889-1E9C-221F-AA0D-8A94C14BD384}"/>
                  </a:ext>
                </a:extLst>
              </p14:cNvPr>
              <p14:cNvContentPartPr/>
              <p14:nvPr/>
            </p14:nvContentPartPr>
            <p14:xfrm>
              <a:off x="2842837" y="4567441"/>
              <a:ext cx="207360" cy="207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79BB09D-9D19-D4CA-F327-67F2919DDAB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34182" y="4558801"/>
                <a:ext cx="225031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94EB89F-B8F7-5BF4-CB82-9EE2EFCD254B}"/>
                  </a:ext>
                </a:extLst>
              </p14:cNvPr>
              <p14:cNvContentPartPr/>
              <p14:nvPr/>
            </p14:nvContentPartPr>
            <p14:xfrm>
              <a:off x="2114197" y="5566441"/>
              <a:ext cx="245880" cy="50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0CEFA2A-FBEC-7490-2928-033208C3299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05197" y="5557801"/>
                <a:ext cx="2635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0767AC5-FB52-E30D-C8D6-218F04E4ABD4}"/>
                  </a:ext>
                </a:extLst>
              </p14:cNvPr>
              <p14:cNvContentPartPr/>
              <p14:nvPr/>
            </p14:nvContentPartPr>
            <p14:xfrm>
              <a:off x="2460877" y="3339121"/>
              <a:ext cx="559800" cy="1154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3FEA96-C063-B37F-DE55-27F4A14F7BA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452237" y="3330121"/>
                <a:ext cx="57744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7FE9C80-B461-82A1-3D91-5A63C4A8BD9A}"/>
                  </a:ext>
                </a:extLst>
              </p14:cNvPr>
              <p14:cNvContentPartPr/>
              <p14:nvPr/>
            </p14:nvContentPartPr>
            <p14:xfrm>
              <a:off x="2424517" y="4823041"/>
              <a:ext cx="376200" cy="457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27A1BDF-6D32-9143-3D2A-324F3829044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15877" y="4814401"/>
                <a:ext cx="39384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DCC63AD-EF47-4EFA-EE6F-ECFA6ACAF765}"/>
                  </a:ext>
                </a:extLst>
              </p14:cNvPr>
              <p14:cNvContentPartPr/>
              <p14:nvPr/>
            </p14:nvContentPartPr>
            <p14:xfrm>
              <a:off x="4215157" y="3221581"/>
              <a:ext cx="419400" cy="6796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60AE4C3-F8D5-22A2-444F-10FF58C5350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206517" y="3212941"/>
                <a:ext cx="43704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43FEEBE-783E-6F59-E03E-9581D1162906}"/>
                  </a:ext>
                </a:extLst>
              </p14:cNvPr>
              <p14:cNvContentPartPr/>
              <p14:nvPr/>
            </p14:nvContentPartPr>
            <p14:xfrm>
              <a:off x="4593877" y="3787141"/>
              <a:ext cx="110160" cy="991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730A59B-C70A-944D-3E64-55302EF5275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584877" y="3778144"/>
                <a:ext cx="127800" cy="1009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B2C85A9-2C19-CE02-1E21-9939BC8775B9}"/>
                  </a:ext>
                </a:extLst>
              </p14:cNvPr>
              <p14:cNvContentPartPr/>
              <p14:nvPr/>
            </p14:nvContentPartPr>
            <p14:xfrm>
              <a:off x="4041637" y="4736821"/>
              <a:ext cx="582480" cy="9172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6AB758B-5705-7460-214A-99862345D2D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32992" y="4728181"/>
                <a:ext cx="600131" cy="9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FE80747-DEB1-A23F-520A-87DDD61BB6F3}"/>
                  </a:ext>
                </a:extLst>
              </p14:cNvPr>
              <p14:cNvContentPartPr/>
              <p14:nvPr/>
            </p14:nvContentPartPr>
            <p14:xfrm>
              <a:off x="5887260" y="3221581"/>
              <a:ext cx="307080" cy="583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84C8C6E-2CA8-5F3E-0576-222E2BC6D19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878271" y="3212581"/>
                <a:ext cx="324699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5E7155C-B81A-625A-3031-A1067B7582CC}"/>
                  </a:ext>
                </a:extLst>
              </p14:cNvPr>
              <p14:cNvContentPartPr/>
              <p14:nvPr/>
            </p14:nvContentPartPr>
            <p14:xfrm>
              <a:off x="6142140" y="3739261"/>
              <a:ext cx="110880" cy="136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B966C6E-D137-827B-F4A0-71435594C1A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33140" y="3730261"/>
                <a:ext cx="1285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3C27E06-98DB-F36A-418C-D65116037369}"/>
                  </a:ext>
                </a:extLst>
              </p14:cNvPr>
              <p14:cNvContentPartPr/>
              <p14:nvPr/>
            </p14:nvContentPartPr>
            <p14:xfrm>
              <a:off x="5751540" y="4658701"/>
              <a:ext cx="498600" cy="1029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9969E64-AE47-C667-4988-58F10F1E4CD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742546" y="4649701"/>
                <a:ext cx="516227" cy="10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410F5B9-C5B4-5866-6F24-ECCB822A0305}"/>
                  </a:ext>
                </a:extLst>
              </p14:cNvPr>
              <p14:cNvContentPartPr/>
              <p14:nvPr/>
            </p14:nvContentPartPr>
            <p14:xfrm>
              <a:off x="229597" y="2863561"/>
              <a:ext cx="494280" cy="49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2289997-D042-42A4-C5B7-70CB85B8782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20597" y="2854561"/>
                <a:ext cx="511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59AF8BA-46C6-A992-806D-63EB3849B3FF}"/>
                  </a:ext>
                </a:extLst>
              </p14:cNvPr>
              <p14:cNvContentPartPr/>
              <p14:nvPr/>
            </p14:nvContentPartPr>
            <p14:xfrm>
              <a:off x="595357" y="3268921"/>
              <a:ext cx="377640" cy="421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20E266E-ACF7-227C-C224-B400898BE7D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6357" y="3259929"/>
                <a:ext cx="395280" cy="438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AE3E0BA-3E33-161F-7A79-858C7C85D9C7}"/>
                  </a:ext>
                </a:extLst>
              </p14:cNvPr>
              <p14:cNvContentPartPr/>
              <p14:nvPr/>
            </p14:nvContentPartPr>
            <p14:xfrm>
              <a:off x="997477" y="3952561"/>
              <a:ext cx="191520" cy="456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AC749F-AC3F-5508-C3CD-C3AB28FFB6A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8494" y="3943561"/>
                <a:ext cx="209127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5E2F7B3-6DE5-8B13-EE0F-38C96D82B1DB}"/>
                  </a:ext>
                </a:extLst>
              </p14:cNvPr>
              <p14:cNvContentPartPr/>
              <p14:nvPr/>
            </p14:nvContentPartPr>
            <p14:xfrm>
              <a:off x="583117" y="4768321"/>
              <a:ext cx="525960" cy="55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D2C1337-2FDD-790E-8C60-CDF24FB83D6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74117" y="4759321"/>
                <a:ext cx="54360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A0E500F-DD17-32EE-B72E-DADD364B6551}"/>
                  </a:ext>
                </a:extLst>
              </p14:cNvPr>
              <p14:cNvContentPartPr/>
              <p14:nvPr/>
            </p14:nvContentPartPr>
            <p14:xfrm>
              <a:off x="843037" y="3550801"/>
              <a:ext cx="474840" cy="3956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E5D51B0-EAE4-95EE-EE48-DAED547D25F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34037" y="3541801"/>
                <a:ext cx="49248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B768DF0-231F-52DF-920D-0EF59F7D899A}"/>
                  </a:ext>
                </a:extLst>
              </p14:cNvPr>
              <p14:cNvContentPartPr/>
              <p14:nvPr/>
            </p14:nvContentPartPr>
            <p14:xfrm>
              <a:off x="853117" y="4386721"/>
              <a:ext cx="541080" cy="427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EA752BE2-5C11-B803-E64D-BD794CCF87F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44123" y="4377721"/>
                <a:ext cx="558708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571FF8E-DFEC-4F09-D1D9-5BF6212EB6AC}"/>
                  </a:ext>
                </a:extLst>
              </p14:cNvPr>
              <p14:cNvContentPartPr/>
              <p14:nvPr/>
            </p14:nvContentPartPr>
            <p14:xfrm>
              <a:off x="179197" y="5290321"/>
              <a:ext cx="586080" cy="4424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F532555-3B0F-B95B-781F-2034E1DA604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70203" y="5281321"/>
                <a:ext cx="603709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D04D553-1E3E-2967-F31B-50647C23CFAE}"/>
                  </a:ext>
                </a:extLst>
              </p14:cNvPr>
              <p14:cNvContentPartPr/>
              <p14:nvPr/>
            </p14:nvContentPartPr>
            <p14:xfrm>
              <a:off x="666997" y="6096001"/>
              <a:ext cx="31320" cy="224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BF9CFA7-8A98-E760-4E0D-1B614FA5769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58357" y="6087361"/>
                <a:ext cx="489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F865662-3564-EAE9-D9B1-6D3F18B1B7B8}"/>
                  </a:ext>
                </a:extLst>
              </p14:cNvPr>
              <p14:cNvContentPartPr/>
              <p14:nvPr/>
            </p14:nvContentPartPr>
            <p14:xfrm>
              <a:off x="2367637" y="6065761"/>
              <a:ext cx="317520" cy="2487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4D04288-A3D4-5A4C-6060-D9029263D15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358997" y="6056761"/>
                <a:ext cx="3351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D9E57CC-DA32-089B-7CCE-F55A32CEC793}"/>
                  </a:ext>
                </a:extLst>
              </p14:cNvPr>
              <p14:cNvContentPartPr/>
              <p14:nvPr/>
            </p14:nvContentPartPr>
            <p14:xfrm>
              <a:off x="4825717" y="5929321"/>
              <a:ext cx="149400" cy="304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03EC9C7-8AAB-52BD-FD3A-A5D0A21FBFF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16717" y="5920321"/>
                <a:ext cx="1670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29D850F-7CB0-B67D-16BF-9FCE3E761224}"/>
                  </a:ext>
                </a:extLst>
              </p14:cNvPr>
              <p14:cNvContentPartPr/>
              <p14:nvPr/>
            </p14:nvContentPartPr>
            <p14:xfrm>
              <a:off x="7830277" y="5953081"/>
              <a:ext cx="207720" cy="4471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7E24325-FFD1-0F9E-63CE-138A24BEEB1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821637" y="5944441"/>
                <a:ext cx="22536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615AD78-0087-4DCB-6FDB-96B757FDDE46}"/>
                  </a:ext>
                </a:extLst>
              </p14:cNvPr>
              <p14:cNvContentPartPr/>
              <p14:nvPr/>
            </p14:nvContentPartPr>
            <p14:xfrm>
              <a:off x="441637" y="618241"/>
              <a:ext cx="360" cy="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DF736CF-9A68-876F-66F8-9B50A2E66F4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32637" y="6096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3C86301-9B93-E32D-9F19-68B3FE64B93A}"/>
                  </a:ext>
                </a:extLst>
              </p14:cNvPr>
              <p14:cNvContentPartPr/>
              <p14:nvPr/>
            </p14:nvContentPartPr>
            <p14:xfrm>
              <a:off x="3765157" y="2540461"/>
              <a:ext cx="892440" cy="410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B3FDE0B-909D-9309-F465-8E1D8DC381A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756161" y="2531821"/>
                <a:ext cx="910073" cy="42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772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55A9-459F-CC41-CD2B-DC7CACBC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general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modification approach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recursively.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Apply the edge modifications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corresponding to those 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Core problem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solving 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when it is a prime graph.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76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B151ED0-7122-EB75-D236-4C47FBAE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35" y="474794"/>
            <a:ext cx="8538916" cy="473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69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C813-9634-9447-651B-FAAA44F0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EEA1F00-6186-B982-1047-A3CDD5FC7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35" y="474794"/>
            <a:ext cx="8538916" cy="47372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A825E897-929F-D7DA-CA68-AABA9C4CFD05}"/>
                  </a:ext>
                </a:extLst>
              </p14:cNvPr>
              <p14:cNvContentPartPr/>
              <p14:nvPr/>
            </p14:nvContentPartPr>
            <p14:xfrm>
              <a:off x="944600" y="2013040"/>
              <a:ext cx="3520800" cy="34416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A825E897-929F-D7DA-CA68-AABA9C4CFD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0600" y="1905040"/>
                <a:ext cx="3628440" cy="55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3745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C2273-8541-20B8-6C33-F5AC639D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DEE784D-1F5F-659F-30DA-DD77544A2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62109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Algorithm 1 is correct if and only if every minimal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prime.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(minimal: does not contain an induced copy of another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Graphs of size 1 or 2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trivial to handle, let us ignore them.  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 graph of size 3 is prime.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only prime graph of size 4.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Smallest possible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that this works on: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Note: "only if" needs to show that: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some minimal non-prime graph, then there are infinitely many non-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graphs but such that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DEE784D-1F5F-659F-30DA-DD77544A2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6210935"/>
              </a:xfrm>
              <a:blipFill>
                <a:blip r:embed="rId2"/>
                <a:stretch>
                  <a:fillRect l="-925" t="-12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5EBBFF6-AE4D-F67B-1390-490FB54A22E0}"/>
              </a:ext>
            </a:extLst>
          </p:cNvPr>
          <p:cNvSpPr/>
          <p:nvPr/>
        </p:nvSpPr>
        <p:spPr>
          <a:xfrm>
            <a:off x="355600" y="2438400"/>
            <a:ext cx="8696960" cy="4023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5069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30D0-0660-F8D8-F042-03204C9F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7671E4B-751E-CFA0-DEFF-E8AFFBE4C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62109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Algorithm 1 is correct if and only if every minimal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prime.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(minimal: does not contain an induced copy of another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Graphs of size 1 or 2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trivial to handle, let us ignore them.  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 graph of size 3 is prime.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only prime graph of size 4.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Smallest possible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that this works on: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Note: "only if" needs to show that: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some minimal non-prime graph, then there are infinitely many non-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graphs but such that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DEE784D-1F5F-659F-30DA-DD77544A2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6210935"/>
              </a:xfrm>
              <a:blipFill>
                <a:blip r:embed="rId2"/>
                <a:stretch>
                  <a:fillRect l="-925" t="-12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94FC529-8FBB-BB7B-33CE-8C8D95772A69}"/>
              </a:ext>
            </a:extLst>
          </p:cNvPr>
          <p:cNvSpPr/>
          <p:nvPr/>
        </p:nvSpPr>
        <p:spPr>
          <a:xfrm>
            <a:off x="355600" y="4572000"/>
            <a:ext cx="8696960" cy="1889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0099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ABAD-F647-AD68-3102-D034F2CE9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8520D9D-0BB0-CF9E-8D6A-A8582F453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62109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Algorithm 1 is correct if and only if every minimal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prime.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(minimal: does not contain an induced copy of another graph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Graphs of size 1 or 2 in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trivial to handle, let us ignore them.  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 graph of size 3 is prime.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only prime graph of size 4.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Smallest possible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that this works on: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Note: "only if" needs to show that: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some minimal non-prime graph, then there are infinitely many non-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graphs but such that each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8520D9D-0BB0-CF9E-8D6A-A8582F453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6210935"/>
              </a:xfrm>
              <a:blipFill>
                <a:blip r:embed="rId2"/>
                <a:stretch>
                  <a:fillRect l="-925" t="-12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4970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692B-E6A6-7371-ABA9-21242F2F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97490F-3402-738B-68AF-A1E064247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92531"/>
            <a:ext cx="9144000" cy="4364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Unavoidable induced subgraphs in prime graphs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0FAA926-0621-3B46-385F-CCE1CBB75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92" y="3906292"/>
            <a:ext cx="7038568" cy="132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22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9F39E23-C778-062D-01AB-1F11007E9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9" y="438060"/>
            <a:ext cx="8551082" cy="27725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F1008DF-9848-72E7-B6E7-A26CC854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79" y="3210560"/>
            <a:ext cx="8647658" cy="178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6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33BE30BD-4675-AA83-37F3-0CFC8DB4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5" y="0"/>
            <a:ext cx="8829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63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D508-9EAC-FE6C-F118-404EB4C60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0C032B-037A-5656-FFEC-7F94A074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9" y="438060"/>
            <a:ext cx="8551082" cy="27725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5AD708E-EC16-5E72-F4C8-90CBBED5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79" y="3210560"/>
            <a:ext cx="8647658" cy="17881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B8328BC4-C826-86ED-46C1-092311458B89}"/>
                  </a:ext>
                </a:extLst>
              </p14:cNvPr>
              <p14:cNvContentPartPr/>
              <p14:nvPr/>
            </p14:nvContentPartPr>
            <p14:xfrm>
              <a:off x="2692520" y="578080"/>
              <a:ext cx="1655640" cy="8316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B8328BC4-C826-86ED-46C1-092311458B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38520" y="470546"/>
                <a:ext cx="1763280" cy="297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96787C65-5F06-85E7-FE18-83F41EA69BBE}"/>
                  </a:ext>
                </a:extLst>
              </p14:cNvPr>
              <p14:cNvContentPartPr/>
              <p14:nvPr/>
            </p14:nvContentPartPr>
            <p14:xfrm>
              <a:off x="7731440" y="578800"/>
              <a:ext cx="1041120" cy="51480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96787C65-5F06-85E7-FE18-83F41EA69B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77421" y="470800"/>
                <a:ext cx="1148797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3FEC2E7D-0BBD-1DC3-E7A8-61EE909E23AE}"/>
                  </a:ext>
                </a:extLst>
              </p14:cNvPr>
              <p14:cNvContentPartPr/>
              <p14:nvPr/>
            </p14:nvContentPartPr>
            <p14:xfrm>
              <a:off x="305720" y="872920"/>
              <a:ext cx="2762640" cy="52920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3FEC2E7D-0BBD-1DC3-E7A8-61EE909E23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1720" y="764920"/>
                <a:ext cx="28702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14FD194B-F6D2-25EC-AFE6-3E38320EA8E4}"/>
                  </a:ext>
                </a:extLst>
              </p14:cNvPr>
              <p14:cNvContentPartPr/>
              <p14:nvPr/>
            </p14:nvContentPartPr>
            <p14:xfrm>
              <a:off x="2892320" y="1726480"/>
              <a:ext cx="105120" cy="1080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14FD194B-F6D2-25EC-AFE6-3E38320EA8E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8320" y="1618480"/>
                <a:ext cx="2127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4BE1AC80-C462-02CE-943B-ED19F73C168A}"/>
                  </a:ext>
                </a:extLst>
              </p14:cNvPr>
              <p14:cNvContentPartPr/>
              <p14:nvPr/>
            </p14:nvContentPartPr>
            <p14:xfrm>
              <a:off x="4468760" y="1716400"/>
              <a:ext cx="93240" cy="20880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4BE1AC80-C462-02CE-943B-ED19F73C16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14551" y="1608400"/>
                <a:ext cx="201297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5D291F30-5A68-2401-3660-206ED8A1D69A}"/>
                  </a:ext>
                </a:extLst>
              </p14:cNvPr>
              <p14:cNvContentPartPr/>
              <p14:nvPr/>
            </p14:nvContentPartPr>
            <p14:xfrm>
              <a:off x="2631680" y="1991080"/>
              <a:ext cx="61200" cy="864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5D291F30-5A68-2401-3660-206ED8A1D6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7360" y="1883080"/>
                <a:ext cx="169477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9FF93B30-D726-6F11-C534-5021DCC9345C}"/>
                  </a:ext>
                </a:extLst>
              </p14:cNvPr>
              <p14:cNvContentPartPr/>
              <p14:nvPr/>
            </p14:nvContentPartPr>
            <p14:xfrm>
              <a:off x="3713480" y="1976680"/>
              <a:ext cx="106560" cy="1476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9FF93B30-D726-6F11-C534-5021DCC9345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59480" y="1868680"/>
                <a:ext cx="2142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D0FF7D12-EB8A-7892-7520-B01536E7AD5F}"/>
                  </a:ext>
                </a:extLst>
              </p14:cNvPr>
              <p14:cNvContentPartPr/>
              <p14:nvPr/>
            </p14:nvContentPartPr>
            <p14:xfrm>
              <a:off x="2468960" y="2498680"/>
              <a:ext cx="537840" cy="3204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D0FF7D12-EB8A-7892-7520-B01536E7AD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14960" y="2390680"/>
                <a:ext cx="64548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8550B3E7-F58E-4CA7-C404-2596C2E0B04A}"/>
                  </a:ext>
                </a:extLst>
              </p14:cNvPr>
              <p14:cNvContentPartPr/>
              <p14:nvPr/>
            </p14:nvContentPartPr>
            <p14:xfrm>
              <a:off x="2216240" y="3331720"/>
              <a:ext cx="608760" cy="4140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8550B3E7-F58E-4CA7-C404-2596C2E0B04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62240" y="3223720"/>
                <a:ext cx="7164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4CE9C27F-DB05-2AC3-4ED6-FAC45DF45925}"/>
                  </a:ext>
                </a:extLst>
              </p14:cNvPr>
              <p14:cNvContentPartPr/>
              <p14:nvPr/>
            </p14:nvContentPartPr>
            <p14:xfrm>
              <a:off x="1889360" y="3994840"/>
              <a:ext cx="82440" cy="3888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4CE9C27F-DB05-2AC3-4ED6-FAC45DF4592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35360" y="3886840"/>
                <a:ext cx="1900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0263326E-E80E-67FB-2438-043FAAB079DA}"/>
                  </a:ext>
                </a:extLst>
              </p14:cNvPr>
              <p14:cNvContentPartPr/>
              <p14:nvPr/>
            </p14:nvContentPartPr>
            <p14:xfrm>
              <a:off x="1804040" y="4490560"/>
              <a:ext cx="65520" cy="4176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0263326E-E80E-67FB-2438-043FAAB079D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50335" y="4382560"/>
                <a:ext cx="172572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9F935622-A1EA-A928-CABD-AEDF5A71381B}"/>
                  </a:ext>
                </a:extLst>
              </p14:cNvPr>
              <p14:cNvContentPartPr/>
              <p14:nvPr/>
            </p14:nvContentPartPr>
            <p14:xfrm>
              <a:off x="1900160" y="4693600"/>
              <a:ext cx="466560" cy="92160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9F935622-A1EA-A928-CABD-AEDF5A71381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46160" y="4585600"/>
                <a:ext cx="574200" cy="30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9602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CFD117-65AF-2A0E-689A-164E3ECE2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92531"/>
            <a:ext cx="9144000" cy="4364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 cograph-deletion algorithm</a:t>
            </a:r>
          </a:p>
        </p:txBody>
      </p:sp>
    </p:spTree>
    <p:extLst>
      <p:ext uri="{BB962C8B-B14F-4D97-AF65-F5344CB8AC3E}">
        <p14:creationId xmlns:p14="http://schemas.microsoft.com/office/powerpoint/2010/main" val="1335459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FBAD81-77ED-276C-98F3-F109CCF7C6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3364" y="423545"/>
                <a:ext cx="889063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To solve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</a:p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Given the desired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choose a suitable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Then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the large enough constant </a:t>
                </a:r>
                <a:r>
                  <a:rPr lang="en-CA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w.r.t.</a:t>
                </a:r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solve it with brute-force.</a:t>
                </a:r>
              </a:p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Otherwise, find one of the unavoidable induced subgraphs.  (time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Do some branching.</a:t>
                </a:r>
              </a:p>
              <a:p>
                <a:pPr lvl="1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Each possible subgraph can achieve branching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lvl="1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Chains are a pain.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FBAD81-77ED-276C-98F3-F109CCF7C6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364" y="423545"/>
                <a:ext cx="8890635" cy="4351338"/>
              </a:xfrm>
              <a:blipFill>
                <a:blip r:embed="rId2"/>
                <a:stretch>
                  <a:fillRect l="-1440" t="-224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896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DD4B-9597-74E1-C2BE-97F9C572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7FAE3C7-BC66-843C-E8E2-0C46D5E5642A}"/>
                  </a:ext>
                </a:extLst>
              </p14:cNvPr>
              <p14:cNvContentPartPr/>
              <p14:nvPr/>
            </p14:nvContentPartPr>
            <p14:xfrm>
              <a:off x="3056040" y="134521"/>
              <a:ext cx="1836000" cy="2731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7040" y="12552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35D652E-C0A4-3523-58FE-75C42A24B8B5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55837" y="39576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9133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A5F2B5F-3387-DF30-D506-57EBB06E723B}"/>
                  </a:ext>
                </a:extLst>
              </p14:cNvPr>
              <p14:cNvContentPartPr/>
              <p14:nvPr/>
            </p14:nvContentPartPr>
            <p14:xfrm>
              <a:off x="660271" y="3717105"/>
              <a:ext cx="1836000" cy="2731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A5F2B5F-3387-DF30-D506-57EBB06E72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1271" y="3708105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14:cNvPr>
              <p14:cNvContentPartPr/>
              <p14:nvPr/>
            </p14:nvContentPartPr>
            <p14:xfrm>
              <a:off x="3056040" y="134521"/>
              <a:ext cx="1836000" cy="2731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7040" y="12552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F9180D3-E1E2-03BF-85E2-C5891FD4129D}"/>
                  </a:ext>
                </a:extLst>
              </p14:cNvPr>
              <p14:cNvContentPartPr/>
              <p14:nvPr/>
            </p14:nvContentPartPr>
            <p14:xfrm>
              <a:off x="2032117" y="2097841"/>
              <a:ext cx="796680" cy="846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F9180D3-E1E2-03BF-85E2-C5891FD4129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23117" y="2088845"/>
                <a:ext cx="814320" cy="863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CDD124B-28FF-BECC-CAB6-5EC412B48FEA}"/>
                  </a:ext>
                </a:extLst>
              </p14:cNvPr>
              <p14:cNvContentPartPr/>
              <p14:nvPr/>
            </p14:nvContentPartPr>
            <p14:xfrm>
              <a:off x="1667797" y="3875881"/>
              <a:ext cx="442800" cy="52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CDD124B-28FF-BECC-CAB6-5EC412B48FE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59150" y="3866881"/>
                <a:ext cx="460454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55837" y="39576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5742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BF84-C80F-E33D-D6D0-FFCBED98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4AC61E-D94B-D31F-FEDD-FDCD01512395}"/>
                  </a:ext>
                </a:extLst>
              </p14:cNvPr>
              <p14:cNvContentPartPr/>
              <p14:nvPr/>
            </p14:nvContentPartPr>
            <p14:xfrm>
              <a:off x="3201840" y="3828481"/>
              <a:ext cx="824400" cy="1082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DCAF78-82C5-751D-1FD4-61BACB5F03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2840" y="3819481"/>
                <a:ext cx="842040" cy="10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62C0B7-DAA0-D713-41E1-1F48DEE5AC0A}"/>
                  </a:ext>
                </a:extLst>
              </p14:cNvPr>
              <p14:cNvContentPartPr/>
              <p14:nvPr/>
            </p14:nvContentPartPr>
            <p14:xfrm>
              <a:off x="3344760" y="4335361"/>
              <a:ext cx="791640" cy="58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DC1768-C6E0-05D0-E986-C560E1C158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6116" y="4326716"/>
                <a:ext cx="809288" cy="598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9C2F046-F559-AAFF-D24F-82AABED85BA9}"/>
                  </a:ext>
                </a:extLst>
              </p14:cNvPr>
              <p14:cNvContentPartPr/>
              <p14:nvPr/>
            </p14:nvContentPartPr>
            <p14:xfrm>
              <a:off x="3326400" y="4812001"/>
              <a:ext cx="853560" cy="58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283256-2DE2-4823-52A1-4C76108F00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7400" y="4803356"/>
                <a:ext cx="871200" cy="60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90623A4-807B-FBB7-6E75-8092A93A2E70}"/>
                  </a:ext>
                </a:extLst>
              </p14:cNvPr>
              <p14:cNvContentPartPr/>
              <p14:nvPr/>
            </p14:nvContentPartPr>
            <p14:xfrm>
              <a:off x="3264840" y="4906681"/>
              <a:ext cx="896400" cy="876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146177-21B0-7BE2-8447-5EA8E442C4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55844" y="4898041"/>
                <a:ext cx="914033" cy="8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A3C6125-F69F-B537-4162-3596C539852E}"/>
                  </a:ext>
                </a:extLst>
              </p14:cNvPr>
              <p14:cNvContentPartPr/>
              <p14:nvPr/>
            </p14:nvContentPartPr>
            <p14:xfrm>
              <a:off x="3264840" y="4878241"/>
              <a:ext cx="781200" cy="1383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C6BDF7-7F9E-ABBD-97C8-3277AD1561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5844" y="4869601"/>
                <a:ext cx="798832" cy="14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8304642-9EC3-EE21-D10B-D09DEC115AE5}"/>
                  </a:ext>
                </a:extLst>
              </p14:cNvPr>
              <p14:cNvContentPartPr/>
              <p14:nvPr/>
            </p14:nvContentPartPr>
            <p14:xfrm>
              <a:off x="3943800" y="6240121"/>
              <a:ext cx="166680" cy="169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2DF4F50-D9CC-9338-B3A3-A72F96E1C7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35160" y="6231121"/>
                <a:ext cx="184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23BC04F-D302-78B6-6836-966EAA11A514}"/>
                  </a:ext>
                </a:extLst>
              </p14:cNvPr>
              <p14:cNvContentPartPr/>
              <p14:nvPr/>
            </p14:nvContentPartPr>
            <p14:xfrm>
              <a:off x="4042440" y="3796801"/>
              <a:ext cx="737640" cy="52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4EB9127-1069-5DB8-8F50-CF8F90D007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3440" y="3787801"/>
                <a:ext cx="75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5CDA2C7-ADBB-C582-1C46-77D837513A7A}"/>
                  </a:ext>
                </a:extLst>
              </p14:cNvPr>
              <p14:cNvContentPartPr/>
              <p14:nvPr/>
            </p14:nvContentPartPr>
            <p14:xfrm>
              <a:off x="4752000" y="3711121"/>
              <a:ext cx="140040" cy="189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645545E-CA10-CEC3-3AEC-BBC576D7C5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43000" y="3702121"/>
                <a:ext cx="157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6750C2-B8D8-A5E5-8657-8870FC7634BF}"/>
                  </a:ext>
                </a:extLst>
              </p14:cNvPr>
              <p14:cNvContentPartPr/>
              <p14:nvPr/>
            </p14:nvContentPartPr>
            <p14:xfrm>
              <a:off x="4145040" y="4258681"/>
              <a:ext cx="790920" cy="16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ABBBF74-F28F-3105-3871-A996CA6C2E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36400" y="4250041"/>
                <a:ext cx="8085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9BE0C4-F1D9-944D-A198-C9329FE7B7E2}"/>
                  </a:ext>
                </a:extLst>
              </p14:cNvPr>
              <p14:cNvContentPartPr/>
              <p14:nvPr/>
            </p14:nvContentPartPr>
            <p14:xfrm>
              <a:off x="4180320" y="4818841"/>
              <a:ext cx="783360" cy="164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4ADDB8D-2E1C-7179-FC8D-018C0F8754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71320" y="4809841"/>
                <a:ext cx="8010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7DB2A52-3085-A798-E0BF-016ED1197F5A}"/>
                  </a:ext>
                </a:extLst>
              </p14:cNvPr>
              <p14:cNvContentPartPr/>
              <p14:nvPr/>
            </p14:nvContentPartPr>
            <p14:xfrm>
              <a:off x="4139280" y="5353801"/>
              <a:ext cx="898560" cy="145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AE71787-DD23-9B6F-0C99-BB2F91A7909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30280" y="5344801"/>
                <a:ext cx="9162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0D1CE0D-AF18-DBC9-8CB2-7B9F1D5B0C8F}"/>
                  </a:ext>
                </a:extLst>
              </p14:cNvPr>
              <p14:cNvContentPartPr/>
              <p14:nvPr/>
            </p14:nvContentPartPr>
            <p14:xfrm>
              <a:off x="4050360" y="5787241"/>
              <a:ext cx="920160" cy="140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16CF6A4-1FBC-9B57-3461-1CA81213B8F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1717" y="5778601"/>
                <a:ext cx="937807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44DC640-E401-4853-733C-8CF1D6C0957D}"/>
                  </a:ext>
                </a:extLst>
              </p14:cNvPr>
              <p14:cNvContentPartPr/>
              <p14:nvPr/>
            </p14:nvContentPartPr>
            <p14:xfrm>
              <a:off x="4073760" y="6320041"/>
              <a:ext cx="930240" cy="122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CD159EC-D45E-C517-6482-3FA02BEE00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64763" y="6311401"/>
                <a:ext cx="947873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273902A-D9F1-551C-8751-7F7A53A8DAB1}"/>
                  </a:ext>
                </a:extLst>
              </p14:cNvPr>
              <p14:cNvContentPartPr/>
              <p14:nvPr/>
            </p14:nvContentPartPr>
            <p14:xfrm>
              <a:off x="660271" y="3717105"/>
              <a:ext cx="1836000" cy="2731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A5F2B5F-3387-DF30-D506-57EBB06E72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1271" y="3708105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488F3E3-4A95-0009-6CEA-54ECC48DE537}"/>
                  </a:ext>
                </a:extLst>
              </p14:cNvPr>
              <p14:cNvContentPartPr/>
              <p14:nvPr/>
            </p14:nvContentPartPr>
            <p14:xfrm>
              <a:off x="3056040" y="134521"/>
              <a:ext cx="1836000" cy="2731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7040" y="12552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E87174A-502A-57EA-40E3-CEE705BFD9DD}"/>
                  </a:ext>
                </a:extLst>
              </p14:cNvPr>
              <p14:cNvContentPartPr/>
              <p14:nvPr/>
            </p14:nvContentPartPr>
            <p14:xfrm>
              <a:off x="2032117" y="2097841"/>
              <a:ext cx="796680" cy="846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F9180D3-E1E2-03BF-85E2-C5891FD4129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23117" y="2088845"/>
                <a:ext cx="814320" cy="863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8BBB4D8-B798-C0D7-AD3F-2FF05DC405DD}"/>
                  </a:ext>
                </a:extLst>
              </p14:cNvPr>
              <p14:cNvContentPartPr/>
              <p14:nvPr/>
            </p14:nvContentPartPr>
            <p14:xfrm>
              <a:off x="4228477" y="3046441"/>
              <a:ext cx="178920" cy="4240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5B0E863-C198-5508-D159-A3C66BCFB8C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19477" y="3037441"/>
                <a:ext cx="19656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89FF8A4-A5AC-0AF7-9955-DFC00F7D305E}"/>
                  </a:ext>
                </a:extLst>
              </p14:cNvPr>
              <p14:cNvContentPartPr/>
              <p14:nvPr/>
            </p14:nvContentPartPr>
            <p14:xfrm>
              <a:off x="4019317" y="3786961"/>
              <a:ext cx="790920" cy="151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FC59F7F-2AA8-4C60-95B2-DCA229A6BAC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010317" y="3778321"/>
                <a:ext cx="808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1C06458-DD86-8461-25CC-F57E5BAC9140}"/>
                  </a:ext>
                </a:extLst>
              </p14:cNvPr>
              <p14:cNvContentPartPr/>
              <p14:nvPr/>
            </p14:nvContentPartPr>
            <p14:xfrm>
              <a:off x="1667797" y="3875881"/>
              <a:ext cx="442800" cy="52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CDD124B-28FF-BECC-CAB6-5EC412B48FE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59150" y="3866881"/>
                <a:ext cx="460454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A46548ED-768A-FC3C-87C0-82AF6DA2D313}"/>
                  </a:ext>
                </a:extLst>
              </p14:cNvPr>
              <p14:cNvContentPartPr/>
              <p14:nvPr/>
            </p14:nvContentPartPr>
            <p14:xfrm>
              <a:off x="3777037" y="4036081"/>
              <a:ext cx="21600" cy="22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5B424C1-203E-99CF-04C3-8488AF54CD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68037" y="4027081"/>
                <a:ext cx="392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313F1AF-B631-15CB-EB3A-F848E97C095F}"/>
                  </a:ext>
                </a:extLst>
              </p14:cNvPr>
              <p14:cNvContentPartPr/>
              <p14:nvPr/>
            </p14:nvContentPartPr>
            <p14:xfrm>
              <a:off x="3351517" y="4163881"/>
              <a:ext cx="341280" cy="4510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22B29C9B-E342-6371-4E15-038E81BB57F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42517" y="4154881"/>
                <a:ext cx="3589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6AE2DD1-9EDB-0D3F-AE32-3628E76B2442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55837" y="39576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8248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B50A-1BCF-9F52-3586-5C8772C2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D3173D-B301-BE46-54C5-310C1ADB9893}"/>
                  </a:ext>
                </a:extLst>
              </p14:cNvPr>
              <p14:cNvContentPartPr/>
              <p14:nvPr/>
            </p14:nvContentPartPr>
            <p14:xfrm>
              <a:off x="3201840" y="3828481"/>
              <a:ext cx="824400" cy="1082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DCAF78-82C5-751D-1FD4-61BACB5F03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2840" y="3819481"/>
                <a:ext cx="842040" cy="10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2F353B3-A2EF-7617-893C-92431FD6AF20}"/>
                  </a:ext>
                </a:extLst>
              </p14:cNvPr>
              <p14:cNvContentPartPr/>
              <p14:nvPr/>
            </p14:nvContentPartPr>
            <p14:xfrm>
              <a:off x="3344760" y="4335361"/>
              <a:ext cx="791640" cy="58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DC1768-C6E0-05D0-E986-C560E1C158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6116" y="4326716"/>
                <a:ext cx="809288" cy="598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D0C2DD4-41C3-2B0E-43B9-DD9B7B3BBAA1}"/>
                  </a:ext>
                </a:extLst>
              </p14:cNvPr>
              <p14:cNvContentPartPr/>
              <p14:nvPr/>
            </p14:nvContentPartPr>
            <p14:xfrm>
              <a:off x="3326400" y="4812001"/>
              <a:ext cx="853560" cy="58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283256-2DE2-4823-52A1-4C76108F00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7400" y="4803356"/>
                <a:ext cx="871200" cy="60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11D3AF-4771-E93B-201B-15F9375F83D3}"/>
                  </a:ext>
                </a:extLst>
              </p14:cNvPr>
              <p14:cNvContentPartPr/>
              <p14:nvPr/>
            </p14:nvContentPartPr>
            <p14:xfrm>
              <a:off x="3264840" y="4906681"/>
              <a:ext cx="896400" cy="876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146177-21B0-7BE2-8447-5EA8E442C4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55844" y="4898041"/>
                <a:ext cx="914033" cy="8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5E4B248-3563-B441-D4A8-EF5BA1211703}"/>
                  </a:ext>
                </a:extLst>
              </p14:cNvPr>
              <p14:cNvContentPartPr/>
              <p14:nvPr/>
            </p14:nvContentPartPr>
            <p14:xfrm>
              <a:off x="3264840" y="4878241"/>
              <a:ext cx="781200" cy="1383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C6BDF7-7F9E-ABBD-97C8-3277AD1561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5844" y="4869601"/>
                <a:ext cx="798832" cy="14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4B8ECA4-6C4A-7569-3457-A64D9AED4B5B}"/>
                  </a:ext>
                </a:extLst>
              </p14:cNvPr>
              <p14:cNvContentPartPr/>
              <p14:nvPr/>
            </p14:nvContentPartPr>
            <p14:xfrm>
              <a:off x="3943800" y="6240121"/>
              <a:ext cx="166680" cy="169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2DF4F50-D9CC-9338-B3A3-A72F96E1C7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35160" y="6231121"/>
                <a:ext cx="184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E13253C-95C8-84E0-619C-A9F7FDA159A5}"/>
                  </a:ext>
                </a:extLst>
              </p14:cNvPr>
              <p14:cNvContentPartPr/>
              <p14:nvPr/>
            </p14:nvContentPartPr>
            <p14:xfrm>
              <a:off x="4042440" y="3796801"/>
              <a:ext cx="737640" cy="52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4EB9127-1069-5DB8-8F50-CF8F90D007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3440" y="3787801"/>
                <a:ext cx="75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6F751A7-B56E-CC15-A278-49ADB7A56C9D}"/>
                  </a:ext>
                </a:extLst>
              </p14:cNvPr>
              <p14:cNvContentPartPr/>
              <p14:nvPr/>
            </p14:nvContentPartPr>
            <p14:xfrm>
              <a:off x="4752000" y="3711121"/>
              <a:ext cx="140040" cy="189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645545E-CA10-CEC3-3AEC-BBC576D7C5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43000" y="3702121"/>
                <a:ext cx="157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1E015EB-DCAC-5E22-DA0F-8F60E0C22FCC}"/>
                  </a:ext>
                </a:extLst>
              </p14:cNvPr>
              <p14:cNvContentPartPr/>
              <p14:nvPr/>
            </p14:nvContentPartPr>
            <p14:xfrm>
              <a:off x="4145040" y="4258681"/>
              <a:ext cx="790920" cy="16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ABBBF74-F28F-3105-3871-A996CA6C2E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36400" y="4250041"/>
                <a:ext cx="8085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C8788AB-8AF8-A952-6238-41B97D638690}"/>
                  </a:ext>
                </a:extLst>
              </p14:cNvPr>
              <p14:cNvContentPartPr/>
              <p14:nvPr/>
            </p14:nvContentPartPr>
            <p14:xfrm>
              <a:off x="4180320" y="4818841"/>
              <a:ext cx="783360" cy="164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4ADDB8D-2E1C-7179-FC8D-018C0F8754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71320" y="4809841"/>
                <a:ext cx="8010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DD1776-211C-E47F-83C1-559FA7B6177C}"/>
                  </a:ext>
                </a:extLst>
              </p14:cNvPr>
              <p14:cNvContentPartPr/>
              <p14:nvPr/>
            </p14:nvContentPartPr>
            <p14:xfrm>
              <a:off x="4139280" y="5353801"/>
              <a:ext cx="898560" cy="145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AE71787-DD23-9B6F-0C99-BB2F91A7909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30280" y="5344801"/>
                <a:ext cx="9162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1B6D050-C2B4-D963-D459-FD74B1A6A165}"/>
                  </a:ext>
                </a:extLst>
              </p14:cNvPr>
              <p14:cNvContentPartPr/>
              <p14:nvPr/>
            </p14:nvContentPartPr>
            <p14:xfrm>
              <a:off x="4050360" y="5787241"/>
              <a:ext cx="920160" cy="140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16CF6A4-1FBC-9B57-3461-1CA81213B8F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1717" y="5778601"/>
                <a:ext cx="937807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9075871-404C-3187-26D3-D0AF1D52CD67}"/>
                  </a:ext>
                </a:extLst>
              </p14:cNvPr>
              <p14:cNvContentPartPr/>
              <p14:nvPr/>
            </p14:nvContentPartPr>
            <p14:xfrm>
              <a:off x="4073760" y="6320041"/>
              <a:ext cx="930240" cy="122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CD159EC-D45E-C517-6482-3FA02BEE00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64763" y="6311401"/>
                <a:ext cx="947873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EDA3C3B-1457-9AF2-10A0-BDE1B1D49073}"/>
                  </a:ext>
                </a:extLst>
              </p14:cNvPr>
              <p14:cNvContentPartPr/>
              <p14:nvPr/>
            </p14:nvContentPartPr>
            <p14:xfrm>
              <a:off x="6117318" y="3737761"/>
              <a:ext cx="1836000" cy="2731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F828B2A-1E96-47C7-44C0-6783F18F892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08318" y="372876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287573B-2053-B3E0-31C6-F20D0122B313}"/>
                  </a:ext>
                </a:extLst>
              </p14:cNvPr>
              <p14:cNvContentPartPr/>
              <p14:nvPr/>
            </p14:nvContentPartPr>
            <p14:xfrm>
              <a:off x="660271" y="3717105"/>
              <a:ext cx="1836000" cy="2731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A5F2B5F-3387-DF30-D506-57EBB06E72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1271" y="3708105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3E04500C-A44D-37B7-9373-A3ED88D4205D}"/>
                  </a:ext>
                </a:extLst>
              </p14:cNvPr>
              <p14:cNvContentPartPr/>
              <p14:nvPr/>
            </p14:nvContentPartPr>
            <p14:xfrm>
              <a:off x="3056040" y="134521"/>
              <a:ext cx="1836000" cy="2731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7040" y="12552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BA71EEF-21D8-A1A9-9848-2220D6567FCD}"/>
                  </a:ext>
                </a:extLst>
              </p14:cNvPr>
              <p14:cNvContentPartPr/>
              <p14:nvPr/>
            </p14:nvContentPartPr>
            <p14:xfrm>
              <a:off x="2032117" y="2097841"/>
              <a:ext cx="796680" cy="846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F9180D3-E1E2-03BF-85E2-C5891FD4129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23117" y="2088845"/>
                <a:ext cx="814320" cy="863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C4DE744-1412-21D1-7D36-24C19996F525}"/>
                  </a:ext>
                </a:extLst>
              </p14:cNvPr>
              <p14:cNvContentPartPr/>
              <p14:nvPr/>
            </p14:nvContentPartPr>
            <p14:xfrm>
              <a:off x="4228477" y="3046441"/>
              <a:ext cx="178920" cy="4240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5B0E863-C198-5508-D159-A3C66BCFB8C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19477" y="3037441"/>
                <a:ext cx="19656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D498D8F6-E754-2B61-E44C-9C4F197CFC9E}"/>
                  </a:ext>
                </a:extLst>
              </p14:cNvPr>
              <p14:cNvContentPartPr/>
              <p14:nvPr/>
            </p14:nvContentPartPr>
            <p14:xfrm>
              <a:off x="5592157" y="2202241"/>
              <a:ext cx="798840" cy="7765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C6E64DF-1A07-F28B-BC23-CBA8557BFCC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83157" y="2193597"/>
                <a:ext cx="816480" cy="794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884CADB5-A5E9-2367-EA7C-2532740E3F53}"/>
                  </a:ext>
                </a:extLst>
              </p14:cNvPr>
              <p14:cNvContentPartPr/>
              <p14:nvPr/>
            </p14:nvContentPartPr>
            <p14:xfrm>
              <a:off x="4019317" y="3786961"/>
              <a:ext cx="790920" cy="151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FC59F7F-2AA8-4C60-95B2-DCA229A6BAC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010317" y="3778321"/>
                <a:ext cx="808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D3B16A9-077D-53A5-0476-D8AE7C98B700}"/>
                  </a:ext>
                </a:extLst>
              </p14:cNvPr>
              <p14:cNvContentPartPr/>
              <p14:nvPr/>
            </p14:nvContentPartPr>
            <p14:xfrm>
              <a:off x="1667797" y="3875881"/>
              <a:ext cx="442800" cy="52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CDD124B-28FF-BECC-CAB6-5EC412B48FE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59150" y="3866881"/>
                <a:ext cx="460454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44E9A5FF-42DC-AB6E-0C09-326E1C03F055}"/>
                  </a:ext>
                </a:extLst>
              </p14:cNvPr>
              <p14:cNvContentPartPr/>
              <p14:nvPr/>
            </p14:nvContentPartPr>
            <p14:xfrm>
              <a:off x="3777037" y="4036081"/>
              <a:ext cx="21600" cy="22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5B424C1-203E-99CF-04C3-8488AF54CD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68037" y="4027081"/>
                <a:ext cx="392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4BA69F2-6B26-69B5-6CAD-A0C27378D8CB}"/>
                  </a:ext>
                </a:extLst>
              </p14:cNvPr>
              <p14:cNvContentPartPr/>
              <p14:nvPr/>
            </p14:nvContentPartPr>
            <p14:xfrm>
              <a:off x="3351517" y="4163881"/>
              <a:ext cx="341280" cy="4510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22B29C9B-E342-6371-4E15-038E81BB57F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42517" y="4154881"/>
                <a:ext cx="3589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A5DFFD8-A7AB-D608-A8BB-F468D9A7E3A8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5583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97C4D83-0FA7-9CB5-05F2-027093065153}"/>
                  </a:ext>
                </a:extLst>
              </p14:cNvPr>
              <p14:cNvContentPartPr/>
              <p14:nvPr/>
            </p14:nvContentPartPr>
            <p14:xfrm>
              <a:off x="6911557" y="3784441"/>
              <a:ext cx="772200" cy="1810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4838D16-51D8-0722-4522-DE715BB543A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902557" y="3775801"/>
                <a:ext cx="7898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4B83CF4-D3CA-E6AA-CDE8-77CA6D1FC61B}"/>
                  </a:ext>
                </a:extLst>
              </p14:cNvPr>
              <p14:cNvContentPartPr/>
              <p14:nvPr/>
            </p14:nvContentPartPr>
            <p14:xfrm>
              <a:off x="6154117" y="3939241"/>
              <a:ext cx="704880" cy="8524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A9370DB-B9E6-4B92-B83D-0A86F3EE6C4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45477" y="3930601"/>
                <a:ext cx="722520" cy="8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7005D98-DC51-6668-84DB-517F59E2E29C}"/>
                  </a:ext>
                </a:extLst>
              </p14:cNvPr>
              <p14:cNvContentPartPr/>
              <p14:nvPr/>
            </p14:nvContentPartPr>
            <p14:xfrm>
              <a:off x="6716077" y="4433161"/>
              <a:ext cx="54720" cy="1519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B45C3EA-5839-67CA-AD83-6B80BD4EC68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707437" y="4424521"/>
                <a:ext cx="723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D5C998A-8177-CD39-9C99-F3F4DAEA94A7}"/>
                  </a:ext>
                </a:extLst>
              </p14:cNvPr>
              <p14:cNvContentPartPr/>
              <p14:nvPr/>
            </p14:nvContentPartPr>
            <p14:xfrm>
              <a:off x="6749917" y="4833121"/>
              <a:ext cx="42840" cy="1501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A6D4FD3-5804-CA80-D8E5-368F74A6E84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741277" y="4824121"/>
                <a:ext cx="604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27D5877-BBD5-6562-A674-4A338DF229A0}"/>
                  </a:ext>
                </a:extLst>
              </p14:cNvPr>
              <p14:cNvContentPartPr/>
              <p14:nvPr/>
            </p14:nvContentPartPr>
            <p14:xfrm>
              <a:off x="6745957" y="5187721"/>
              <a:ext cx="47880" cy="1778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2447E65-4A4B-8F33-D578-3DE9F4DEECC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737317" y="5179081"/>
                <a:ext cx="655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518625B-45B1-59E2-49C7-971ED070D962}"/>
                  </a:ext>
                </a:extLst>
              </p14:cNvPr>
              <p14:cNvContentPartPr/>
              <p14:nvPr/>
            </p14:nvContentPartPr>
            <p14:xfrm>
              <a:off x="6570637" y="5570401"/>
              <a:ext cx="164520" cy="3189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70E3BD02-9EBC-5E39-50DD-FE56EF9E229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561637" y="5561751"/>
                <a:ext cx="182160" cy="3366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174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DCAF78-82C5-751D-1FD4-61BACB5F03F5}"/>
                  </a:ext>
                </a:extLst>
              </p14:cNvPr>
              <p14:cNvContentPartPr/>
              <p14:nvPr/>
            </p14:nvContentPartPr>
            <p14:xfrm>
              <a:off x="3201840" y="3828481"/>
              <a:ext cx="824400" cy="1082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DCAF78-82C5-751D-1FD4-61BACB5F03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2844" y="3819481"/>
                <a:ext cx="842032" cy="10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DC1768-C6E0-05D0-E986-C560E1C1589C}"/>
                  </a:ext>
                </a:extLst>
              </p14:cNvPr>
              <p14:cNvContentPartPr/>
              <p14:nvPr/>
            </p14:nvContentPartPr>
            <p14:xfrm>
              <a:off x="3344760" y="4335361"/>
              <a:ext cx="791640" cy="58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DC1768-C6E0-05D0-E986-C560E1C158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35756" y="4326355"/>
                <a:ext cx="809288" cy="598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283256-2DE2-4823-52A1-4C76108F004E}"/>
                  </a:ext>
                </a:extLst>
              </p14:cNvPr>
              <p14:cNvContentPartPr/>
              <p14:nvPr/>
            </p14:nvContentPartPr>
            <p14:xfrm>
              <a:off x="3326400" y="4812001"/>
              <a:ext cx="853560" cy="58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283256-2DE2-4823-52A1-4C76108F00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7400" y="4802995"/>
                <a:ext cx="871200" cy="60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5146177-21B0-7BE2-8447-5EA8E442C4EA}"/>
                  </a:ext>
                </a:extLst>
              </p14:cNvPr>
              <p14:cNvContentPartPr/>
              <p14:nvPr/>
            </p14:nvContentPartPr>
            <p14:xfrm>
              <a:off x="3264840" y="4906681"/>
              <a:ext cx="896400" cy="876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146177-21B0-7BE2-8447-5EA8E442C4E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55844" y="4897681"/>
                <a:ext cx="914033" cy="8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8C6BDF7-7F9E-ABBD-97C8-3277AD15617C}"/>
                  </a:ext>
                </a:extLst>
              </p14:cNvPr>
              <p14:cNvContentPartPr/>
              <p14:nvPr/>
            </p14:nvContentPartPr>
            <p14:xfrm>
              <a:off x="3264840" y="4878241"/>
              <a:ext cx="781200" cy="1383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C6BDF7-7F9E-ABBD-97C8-3277AD1561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55844" y="4869241"/>
                <a:ext cx="798832" cy="140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2DF4F50-D9CC-9338-B3A3-A72F96E1C7C2}"/>
                  </a:ext>
                </a:extLst>
              </p14:cNvPr>
              <p14:cNvContentPartPr/>
              <p14:nvPr/>
            </p14:nvContentPartPr>
            <p14:xfrm>
              <a:off x="3943800" y="6240121"/>
              <a:ext cx="166680" cy="169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2DF4F50-D9CC-9338-B3A3-A72F96E1C7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34781" y="6231121"/>
                <a:ext cx="184358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4EB9127-1069-5DB8-8F50-CF8F90D007DB}"/>
                  </a:ext>
                </a:extLst>
              </p14:cNvPr>
              <p14:cNvContentPartPr/>
              <p14:nvPr/>
            </p14:nvContentPartPr>
            <p14:xfrm>
              <a:off x="4042440" y="3796801"/>
              <a:ext cx="737640" cy="52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4EB9127-1069-5DB8-8F50-CF8F90D007D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33440" y="3787801"/>
                <a:ext cx="75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645545E-CA10-CEC3-3AEC-BBC576D7C5B5}"/>
                  </a:ext>
                </a:extLst>
              </p14:cNvPr>
              <p14:cNvContentPartPr/>
              <p14:nvPr/>
            </p14:nvContentPartPr>
            <p14:xfrm>
              <a:off x="4752000" y="3711121"/>
              <a:ext cx="140040" cy="189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645545E-CA10-CEC3-3AEC-BBC576D7C5B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43000" y="3702121"/>
                <a:ext cx="15768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ABBBF74-F28F-3105-3871-A996CA6C2E68}"/>
                  </a:ext>
                </a:extLst>
              </p14:cNvPr>
              <p14:cNvContentPartPr/>
              <p14:nvPr/>
            </p14:nvContentPartPr>
            <p14:xfrm>
              <a:off x="4145040" y="4258681"/>
              <a:ext cx="790920" cy="16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ABBBF74-F28F-3105-3871-A996CA6C2E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36036" y="4249681"/>
                <a:ext cx="808568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4ADDB8D-2E1C-7179-FC8D-018C0F875436}"/>
                  </a:ext>
                </a:extLst>
              </p14:cNvPr>
              <p14:cNvContentPartPr/>
              <p14:nvPr/>
            </p14:nvContentPartPr>
            <p14:xfrm>
              <a:off x="4180320" y="4818841"/>
              <a:ext cx="783360" cy="164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4ADDB8D-2E1C-7179-FC8D-018C0F8754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71320" y="4809841"/>
                <a:ext cx="8010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AE71787-DD23-9B6F-0C99-BB2F91A79097}"/>
                  </a:ext>
                </a:extLst>
              </p14:cNvPr>
              <p14:cNvContentPartPr/>
              <p14:nvPr/>
            </p14:nvContentPartPr>
            <p14:xfrm>
              <a:off x="4139280" y="5353801"/>
              <a:ext cx="898560" cy="145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AE71787-DD23-9B6F-0C99-BB2F91A7909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30280" y="5344801"/>
                <a:ext cx="9162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16CF6A4-1FBC-9B57-3461-1CA81213B8F9}"/>
                  </a:ext>
                </a:extLst>
              </p14:cNvPr>
              <p14:cNvContentPartPr/>
              <p14:nvPr/>
            </p14:nvContentPartPr>
            <p14:xfrm>
              <a:off x="4050360" y="5787241"/>
              <a:ext cx="920160" cy="140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16CF6A4-1FBC-9B57-3461-1CA81213B8F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1356" y="5778241"/>
                <a:ext cx="937807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CD159EC-D45E-C517-6482-3FA02BEE0069}"/>
                  </a:ext>
                </a:extLst>
              </p14:cNvPr>
              <p14:cNvContentPartPr/>
              <p14:nvPr/>
            </p14:nvContentPartPr>
            <p14:xfrm>
              <a:off x="4073760" y="6320041"/>
              <a:ext cx="930240" cy="122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CD159EC-D45E-C517-6482-3FA02BEE00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64763" y="6311041"/>
                <a:ext cx="947873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F828B2A-1E96-47C7-44C0-6783F18F8928}"/>
                  </a:ext>
                </a:extLst>
              </p14:cNvPr>
              <p14:cNvContentPartPr/>
              <p14:nvPr/>
            </p14:nvContentPartPr>
            <p14:xfrm>
              <a:off x="6117318" y="3737761"/>
              <a:ext cx="1836000" cy="2731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F828B2A-1E96-47C7-44C0-6783F18F892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08318" y="372876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A5F2B5F-3387-DF30-D506-57EBB06E723B}"/>
                  </a:ext>
                </a:extLst>
              </p14:cNvPr>
              <p14:cNvContentPartPr/>
              <p14:nvPr/>
            </p14:nvContentPartPr>
            <p14:xfrm>
              <a:off x="660271" y="3717105"/>
              <a:ext cx="1836000" cy="2731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A5F2B5F-3387-DF30-D506-57EBB06E72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1271" y="3708105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14:cNvPr>
              <p14:cNvContentPartPr/>
              <p14:nvPr/>
            </p14:nvContentPartPr>
            <p14:xfrm>
              <a:off x="3056040" y="134521"/>
              <a:ext cx="1836000" cy="2731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B09E946-E48A-8001-6E3E-06CB71B044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7040" y="125521"/>
                <a:ext cx="1853640" cy="27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F9180D3-E1E2-03BF-85E2-C5891FD4129D}"/>
                  </a:ext>
                </a:extLst>
              </p14:cNvPr>
              <p14:cNvContentPartPr/>
              <p14:nvPr/>
            </p14:nvContentPartPr>
            <p14:xfrm>
              <a:off x="2032117" y="2097841"/>
              <a:ext cx="796680" cy="846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F9180D3-E1E2-03BF-85E2-C5891FD4129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23117" y="2088845"/>
                <a:ext cx="814320" cy="863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5B0E863-C198-5508-D159-A3C66BCFB8C1}"/>
                  </a:ext>
                </a:extLst>
              </p14:cNvPr>
              <p14:cNvContentPartPr/>
              <p14:nvPr/>
            </p14:nvContentPartPr>
            <p14:xfrm>
              <a:off x="4228477" y="3046441"/>
              <a:ext cx="178920" cy="4240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5B0E863-C198-5508-D159-A3C66BCFB8C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19495" y="3037441"/>
                <a:ext cx="196525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C6E64DF-1A07-F28B-BC23-CBA8557BFCCC}"/>
                  </a:ext>
                </a:extLst>
              </p14:cNvPr>
              <p14:cNvContentPartPr/>
              <p14:nvPr/>
            </p14:nvContentPartPr>
            <p14:xfrm>
              <a:off x="5592157" y="2202241"/>
              <a:ext cx="798840" cy="7765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C6E64DF-1A07-F28B-BC23-CBA8557BFCC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83157" y="2193237"/>
                <a:ext cx="816480" cy="794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FC59F7F-2AA8-4C60-95B2-DCA229A6BACD}"/>
                  </a:ext>
                </a:extLst>
              </p14:cNvPr>
              <p14:cNvContentPartPr/>
              <p14:nvPr/>
            </p14:nvContentPartPr>
            <p14:xfrm>
              <a:off x="4019317" y="3786961"/>
              <a:ext cx="790920" cy="151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FC59F7F-2AA8-4C60-95B2-DCA229A6BAC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010317" y="3777961"/>
                <a:ext cx="808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CDD124B-28FF-BECC-CAB6-5EC412B48FEA}"/>
                  </a:ext>
                </a:extLst>
              </p14:cNvPr>
              <p14:cNvContentPartPr/>
              <p14:nvPr/>
            </p14:nvContentPartPr>
            <p14:xfrm>
              <a:off x="1667797" y="3875881"/>
              <a:ext cx="442800" cy="52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CDD124B-28FF-BECC-CAB6-5EC412B48FE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58790" y="3866942"/>
                <a:ext cx="460454" cy="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5B424C1-203E-99CF-04C3-8488AF54CD45}"/>
                  </a:ext>
                </a:extLst>
              </p14:cNvPr>
              <p14:cNvContentPartPr/>
              <p14:nvPr/>
            </p14:nvContentPartPr>
            <p14:xfrm>
              <a:off x="3777037" y="4036081"/>
              <a:ext cx="21600" cy="22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5B424C1-203E-99CF-04C3-8488AF54CD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68037" y="4027081"/>
                <a:ext cx="392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22B29C9B-E342-6371-4E15-038E81BB57F6}"/>
                  </a:ext>
                </a:extLst>
              </p14:cNvPr>
              <p14:cNvContentPartPr/>
              <p14:nvPr/>
            </p14:nvContentPartPr>
            <p14:xfrm>
              <a:off x="3351517" y="4163881"/>
              <a:ext cx="341280" cy="4510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22B29C9B-E342-6371-4E15-038E81BB57F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342517" y="4154881"/>
                <a:ext cx="3589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4838D16-51D8-0722-4522-DE715BB543AF}"/>
                  </a:ext>
                </a:extLst>
              </p14:cNvPr>
              <p14:cNvContentPartPr/>
              <p14:nvPr/>
            </p14:nvContentPartPr>
            <p14:xfrm>
              <a:off x="6911557" y="3784441"/>
              <a:ext cx="772200" cy="1810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4838D16-51D8-0722-4522-DE715BB543A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902557" y="3775441"/>
                <a:ext cx="78984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A9370DB-B9E6-4B92-B83D-0A86F3EE6C4B}"/>
                  </a:ext>
                </a:extLst>
              </p14:cNvPr>
              <p14:cNvContentPartPr/>
              <p14:nvPr/>
            </p14:nvContentPartPr>
            <p14:xfrm>
              <a:off x="6154117" y="3939241"/>
              <a:ext cx="704880" cy="8524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A9370DB-B9E6-4B92-B83D-0A86F3EE6C4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45112" y="3930237"/>
                <a:ext cx="722529" cy="870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B45C3EA-5839-67CA-AD83-6B80BD4EC68C}"/>
                  </a:ext>
                </a:extLst>
              </p14:cNvPr>
              <p14:cNvContentPartPr/>
              <p14:nvPr/>
            </p14:nvContentPartPr>
            <p14:xfrm>
              <a:off x="6716077" y="4433161"/>
              <a:ext cx="54720" cy="15192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B45C3EA-5839-67CA-AD83-6B80BD4EC68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707077" y="4424161"/>
                <a:ext cx="723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A6D4FD3-5804-CA80-D8E5-368F74A6E840}"/>
                  </a:ext>
                </a:extLst>
              </p14:cNvPr>
              <p14:cNvContentPartPr/>
              <p14:nvPr/>
            </p14:nvContentPartPr>
            <p14:xfrm>
              <a:off x="6749917" y="4833121"/>
              <a:ext cx="42840" cy="1501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A6D4FD3-5804-CA80-D8E5-368F74A6E84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740841" y="4824121"/>
                <a:ext cx="60629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2447E65-4A4B-8F33-D578-3DE9F4DEECCA}"/>
                  </a:ext>
                </a:extLst>
              </p14:cNvPr>
              <p14:cNvContentPartPr/>
              <p14:nvPr/>
            </p14:nvContentPartPr>
            <p14:xfrm>
              <a:off x="6745957" y="5187721"/>
              <a:ext cx="47880" cy="1778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2447E65-4A4B-8F33-D578-3DE9F4DEECC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736957" y="5178721"/>
                <a:ext cx="655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70E3BD02-9EBC-5E39-50DD-FE56EF9E229D}"/>
                  </a:ext>
                </a:extLst>
              </p14:cNvPr>
              <p14:cNvContentPartPr/>
              <p14:nvPr/>
            </p14:nvContentPartPr>
            <p14:xfrm>
              <a:off x="6570637" y="5570401"/>
              <a:ext cx="164520" cy="3189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70E3BD02-9EBC-5E39-50DD-FE56EF9E229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561637" y="5561391"/>
                <a:ext cx="182160" cy="336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075624-8199-AFA8-5320-D7B72E4FFCC2}"/>
                  </a:ext>
                </a:extLst>
              </p14:cNvPr>
              <p14:cNvContentPartPr/>
              <p14:nvPr/>
            </p14:nvContentPartPr>
            <p14:xfrm>
              <a:off x="1309957" y="3261361"/>
              <a:ext cx="369720" cy="31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075624-8199-AFA8-5320-D7B72E4FFCC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300957" y="3252721"/>
                <a:ext cx="3873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694A62D-A2F9-0B89-46B5-655C7078D316}"/>
                  </a:ext>
                </a:extLst>
              </p14:cNvPr>
              <p14:cNvContentPartPr/>
              <p14:nvPr/>
            </p14:nvContentPartPr>
            <p14:xfrm>
              <a:off x="3670477" y="3374761"/>
              <a:ext cx="335160" cy="329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694A62D-A2F9-0B89-46B5-655C7078D31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661477" y="3365761"/>
                <a:ext cx="35280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4EDAE42-F4C4-C823-A79A-5CF8CCAB8A21}"/>
                  </a:ext>
                </a:extLst>
              </p14:cNvPr>
              <p14:cNvContentPartPr/>
              <p14:nvPr/>
            </p14:nvContentPartPr>
            <p14:xfrm>
              <a:off x="6531397" y="3177481"/>
              <a:ext cx="757080" cy="417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4EDAE42-F4C4-C823-A79A-5CF8CCAB8A2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522757" y="3168481"/>
                <a:ext cx="7747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4D99C92-8103-4F66-CB44-DB6B74BF6A41}"/>
                  </a:ext>
                </a:extLst>
              </p14:cNvPr>
              <p14:cNvContentPartPr/>
              <p14:nvPr/>
            </p14:nvContentPartPr>
            <p14:xfrm>
              <a:off x="7434997" y="3187201"/>
              <a:ext cx="575640" cy="417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4D99C92-8103-4F66-CB44-DB6B74BF6A4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426357" y="3178561"/>
                <a:ext cx="59328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F27A53F-FD16-2561-63A2-F2A50A1AC1E8}"/>
                  </a:ext>
                </a:extLst>
              </p14:cNvPr>
              <p14:cNvContentPartPr/>
              <p14:nvPr/>
            </p14:nvContentPartPr>
            <p14:xfrm>
              <a:off x="6588277" y="545521"/>
              <a:ext cx="126000" cy="473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F27A53F-FD16-2561-63A2-F2A50A1AC1E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579637" y="536521"/>
                <a:ext cx="14364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8F54D9B-E42C-9760-2227-C0C30C0A5622}"/>
                  </a:ext>
                </a:extLst>
              </p14:cNvPr>
              <p14:cNvContentPartPr/>
              <p14:nvPr/>
            </p14:nvContentPartPr>
            <p14:xfrm>
              <a:off x="6884917" y="582601"/>
              <a:ext cx="324720" cy="567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8F54D9B-E42C-9760-2227-C0C30C0A562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76277" y="573601"/>
                <a:ext cx="34236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7383D05-4DE2-1892-4323-46780C8166F4}"/>
                  </a:ext>
                </a:extLst>
              </p14:cNvPr>
              <p14:cNvContentPartPr/>
              <p14:nvPr/>
            </p14:nvContentPartPr>
            <p14:xfrm>
              <a:off x="7292797" y="971761"/>
              <a:ext cx="29520" cy="169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7383D05-4DE2-1892-4323-46780C8166F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283797" y="962761"/>
                <a:ext cx="471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1BA4DB7-1C16-9C8E-7F14-72AB062A40B2}"/>
                  </a:ext>
                </a:extLst>
              </p14:cNvPr>
              <p14:cNvContentPartPr/>
              <p14:nvPr/>
            </p14:nvContentPartPr>
            <p14:xfrm>
              <a:off x="7517077" y="507721"/>
              <a:ext cx="749880" cy="526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1BA4DB7-1C16-9C8E-7F14-72AB062A40B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508437" y="498721"/>
                <a:ext cx="76752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1A19514-849D-3DCE-83F2-128E6121A92F}"/>
                  </a:ext>
                </a:extLst>
              </p14:cNvPr>
              <p14:cNvContentPartPr/>
              <p14:nvPr/>
            </p14:nvContentPartPr>
            <p14:xfrm>
              <a:off x="7326637" y="1229161"/>
              <a:ext cx="201600" cy="397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1A19514-849D-3DCE-83F2-128E6121A92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317637" y="1220513"/>
                <a:ext cx="219240" cy="415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F7C59D6-5F68-EEB6-4E1B-4C0ED5D59399}"/>
                  </a:ext>
                </a:extLst>
              </p14:cNvPr>
              <p14:cNvContentPartPr/>
              <p14:nvPr/>
            </p14:nvContentPartPr>
            <p14:xfrm>
              <a:off x="6995437" y="1637041"/>
              <a:ext cx="667800" cy="4518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F7C59D6-5F68-EEB6-4E1B-4C0ED5D5939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986797" y="1628041"/>
                <a:ext cx="6854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E54EF02-21F7-953C-6F66-3D32BEAF5567}"/>
                  </a:ext>
                </a:extLst>
              </p14:cNvPr>
              <p14:cNvContentPartPr/>
              <p14:nvPr/>
            </p14:nvContentPartPr>
            <p14:xfrm>
              <a:off x="7854037" y="1627681"/>
              <a:ext cx="381600" cy="469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E54EF02-21F7-953C-6F66-3D32BEAF556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845397" y="1619041"/>
                <a:ext cx="39924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4FC04F4-83C4-111C-8923-A918C0715793}"/>
                  </a:ext>
                </a:extLst>
              </p14:cNvPr>
              <p14:cNvContentPartPr/>
              <p14:nvPr/>
            </p14:nvContentPartPr>
            <p14:xfrm>
              <a:off x="8325277" y="1442281"/>
              <a:ext cx="173880" cy="330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4FC04F4-83C4-111C-8923-A918C071579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16637" y="1433641"/>
                <a:ext cx="191520" cy="34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3256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255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A02E-5362-F256-00FC-26BCB1EF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0625F8F-75E7-10B9-FF12-FA5D430B170F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108D843-35A1-D838-A11F-F045C103EF9C}"/>
                  </a:ext>
                </a:extLst>
              </p14:cNvPr>
              <p14:cNvContentPartPr/>
              <p14:nvPr/>
            </p14:nvContentPartPr>
            <p14:xfrm>
              <a:off x="977426" y="3599554"/>
              <a:ext cx="1239120" cy="217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426" y="3590554"/>
                <a:ext cx="12567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3347DFF-45A8-A980-B1F5-92684A44BEF7}"/>
                  </a:ext>
                </a:extLst>
              </p14:cNvPr>
              <p14:cNvContentPartPr/>
              <p14:nvPr/>
            </p14:nvContentPartPr>
            <p14:xfrm>
              <a:off x="2178746" y="3658954"/>
              <a:ext cx="457200" cy="1960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70106" y="3650316"/>
                <a:ext cx="474840" cy="1978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0846C4F-C878-9337-B927-DF7C03A157EF}"/>
                  </a:ext>
                </a:extLst>
              </p14:cNvPr>
              <p14:cNvContentPartPr/>
              <p14:nvPr/>
            </p14:nvContentPartPr>
            <p14:xfrm>
              <a:off x="2145266" y="4236394"/>
              <a:ext cx="203400" cy="1406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36282" y="4227396"/>
                <a:ext cx="221009" cy="142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B772B33-1733-96AC-6EB0-D92DB5D6AE99}"/>
                  </a:ext>
                </a:extLst>
              </p14:cNvPr>
              <p14:cNvContentPartPr/>
              <p14:nvPr/>
            </p14:nvContentPartPr>
            <p14:xfrm>
              <a:off x="3384386" y="3599554"/>
              <a:ext cx="1658520" cy="2179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386" y="3590554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AA2B387-AFC1-D505-80C4-0641DE97B5DB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ECB125C-A07A-1BB3-6292-C25EC29B8A01}"/>
                  </a:ext>
                </a:extLst>
              </p14:cNvPr>
              <p14:cNvContentPartPr/>
              <p14:nvPr/>
            </p14:nvContentPartPr>
            <p14:xfrm>
              <a:off x="1618837" y="1822441"/>
              <a:ext cx="860400" cy="892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10197" y="1813441"/>
                <a:ext cx="878040" cy="9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40F5D9-F474-B8AC-ACCD-F8D39486C68C}"/>
                  </a:ext>
                </a:extLst>
              </p14:cNvPr>
              <p14:cNvContentPartPr/>
              <p14:nvPr/>
            </p14:nvContentPartPr>
            <p14:xfrm>
              <a:off x="1229677" y="3642961"/>
              <a:ext cx="81900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21041" y="3634002"/>
                <a:ext cx="836632" cy="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2975139-40D5-1556-9314-5C84658DA4B3}"/>
                  </a:ext>
                </a:extLst>
              </p14:cNvPr>
              <p14:cNvContentPartPr/>
              <p14:nvPr/>
            </p14:nvContentPartPr>
            <p14:xfrm>
              <a:off x="3663277" y="2375041"/>
              <a:ext cx="248040" cy="50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54277" y="2366401"/>
                <a:ext cx="26568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13257FF-8DCA-10E6-3CF3-847AB8F7B2F6}"/>
                  </a:ext>
                </a:extLst>
              </p14:cNvPr>
              <p14:cNvContentPartPr/>
              <p14:nvPr/>
            </p14:nvContentPartPr>
            <p14:xfrm>
              <a:off x="3536197" y="3617761"/>
              <a:ext cx="1025280" cy="12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27197" y="3608761"/>
                <a:ext cx="1042920" cy="1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4010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14:cNvPr>
              <p14:cNvContentPartPr/>
              <p14:nvPr/>
            </p14:nvContentPartPr>
            <p14:xfrm>
              <a:off x="977426" y="3599554"/>
              <a:ext cx="1239120" cy="217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426" y="3590554"/>
                <a:ext cx="12567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14:cNvPr>
              <p14:cNvContentPartPr/>
              <p14:nvPr/>
            </p14:nvContentPartPr>
            <p14:xfrm>
              <a:off x="2178746" y="3658954"/>
              <a:ext cx="457200" cy="1960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9746" y="3649954"/>
                <a:ext cx="474840" cy="19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14:cNvPr>
              <p14:cNvContentPartPr/>
              <p14:nvPr/>
            </p14:nvContentPartPr>
            <p14:xfrm>
              <a:off x="2145266" y="4236394"/>
              <a:ext cx="203400" cy="1406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36282" y="4227396"/>
                <a:ext cx="221009" cy="142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14:cNvPr>
              <p14:cNvContentPartPr/>
              <p14:nvPr/>
            </p14:nvContentPartPr>
            <p14:xfrm>
              <a:off x="3384386" y="3599554"/>
              <a:ext cx="1658520" cy="2179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386" y="3590554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14:cNvPr>
              <p14:cNvContentPartPr/>
              <p14:nvPr/>
            </p14:nvContentPartPr>
            <p14:xfrm>
              <a:off x="1618837" y="1822441"/>
              <a:ext cx="860400" cy="892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9833" y="1813441"/>
                <a:ext cx="878047" cy="9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14:cNvPr>
              <p14:cNvContentPartPr/>
              <p14:nvPr/>
            </p14:nvContentPartPr>
            <p14:xfrm>
              <a:off x="1229677" y="3642961"/>
              <a:ext cx="81900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0677" y="3634002"/>
                <a:ext cx="836640" cy="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14:cNvPr>
              <p14:cNvContentPartPr/>
              <p14:nvPr/>
            </p14:nvContentPartPr>
            <p14:xfrm>
              <a:off x="3663277" y="2375041"/>
              <a:ext cx="248040" cy="50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54277" y="2366035"/>
                <a:ext cx="265680" cy="52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14:cNvPr>
              <p14:cNvContentPartPr/>
              <p14:nvPr/>
            </p14:nvContentPartPr>
            <p14:xfrm>
              <a:off x="3536197" y="3617761"/>
              <a:ext cx="1025280" cy="12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27197" y="3608761"/>
                <a:ext cx="10429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14:cNvPr>
              <p14:cNvContentPartPr/>
              <p14:nvPr/>
            </p14:nvContentPartPr>
            <p14:xfrm>
              <a:off x="3456637" y="3609121"/>
              <a:ext cx="1152360" cy="54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11637" y="3519121"/>
                <a:ext cx="124200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6420771-889D-836B-C082-31302553E4F3}"/>
                  </a:ext>
                </a:extLst>
              </p14:cNvPr>
              <p14:cNvContentPartPr/>
              <p14:nvPr/>
            </p14:nvContentPartPr>
            <p14:xfrm>
              <a:off x="309157" y="2705881"/>
              <a:ext cx="18360" cy="11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6420771-889D-836B-C082-31302553E4F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0157" y="2696881"/>
                <a:ext cx="360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14:cNvPr>
              <p14:cNvContentPartPr/>
              <p14:nvPr/>
            </p14:nvContentPartPr>
            <p14:xfrm>
              <a:off x="3947677" y="3969121"/>
              <a:ext cx="252000" cy="28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39037" y="3960481"/>
                <a:ext cx="26964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14:cNvPr>
              <p14:cNvContentPartPr/>
              <p14:nvPr/>
            </p14:nvContentPartPr>
            <p14:xfrm>
              <a:off x="4245037" y="3861121"/>
              <a:ext cx="371880" cy="18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36037" y="3852481"/>
                <a:ext cx="389520" cy="2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3945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14:cNvPr>
              <p14:cNvContentPartPr/>
              <p14:nvPr/>
            </p14:nvContentPartPr>
            <p14:xfrm>
              <a:off x="977426" y="3599554"/>
              <a:ext cx="1239120" cy="217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426" y="3590554"/>
                <a:ext cx="12567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14:cNvPr>
              <p14:cNvContentPartPr/>
              <p14:nvPr/>
            </p14:nvContentPartPr>
            <p14:xfrm>
              <a:off x="2178746" y="3658954"/>
              <a:ext cx="457200" cy="1960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9746" y="3649954"/>
                <a:ext cx="474840" cy="19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14:cNvPr>
              <p14:cNvContentPartPr/>
              <p14:nvPr/>
            </p14:nvContentPartPr>
            <p14:xfrm>
              <a:off x="2145266" y="4236394"/>
              <a:ext cx="203400" cy="1406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36282" y="4227396"/>
                <a:ext cx="221009" cy="142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14:cNvPr>
              <p14:cNvContentPartPr/>
              <p14:nvPr/>
            </p14:nvContentPartPr>
            <p14:xfrm>
              <a:off x="3384386" y="3599554"/>
              <a:ext cx="1658520" cy="2179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386" y="3590554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14:cNvPr>
              <p14:cNvContentPartPr/>
              <p14:nvPr/>
            </p14:nvContentPartPr>
            <p14:xfrm>
              <a:off x="1618837" y="1822441"/>
              <a:ext cx="860400" cy="892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9833" y="1813441"/>
                <a:ext cx="878047" cy="9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14:cNvPr>
              <p14:cNvContentPartPr/>
              <p14:nvPr/>
            </p14:nvContentPartPr>
            <p14:xfrm>
              <a:off x="1229677" y="3642961"/>
              <a:ext cx="81900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0677" y="3634002"/>
                <a:ext cx="836640" cy="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14:cNvPr>
              <p14:cNvContentPartPr/>
              <p14:nvPr/>
            </p14:nvContentPartPr>
            <p14:xfrm>
              <a:off x="3663277" y="2375041"/>
              <a:ext cx="248040" cy="50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54277" y="2366035"/>
                <a:ext cx="265680" cy="52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14:cNvPr>
              <p14:cNvContentPartPr/>
              <p14:nvPr/>
            </p14:nvContentPartPr>
            <p14:xfrm>
              <a:off x="3536197" y="3617761"/>
              <a:ext cx="1025280" cy="12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27197" y="3608761"/>
                <a:ext cx="10429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14:cNvPr>
              <p14:cNvContentPartPr/>
              <p14:nvPr/>
            </p14:nvContentPartPr>
            <p14:xfrm>
              <a:off x="3456637" y="3609121"/>
              <a:ext cx="1152360" cy="54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11637" y="3519121"/>
                <a:ext cx="124200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6420771-889D-836B-C082-31302553E4F3}"/>
                  </a:ext>
                </a:extLst>
              </p14:cNvPr>
              <p14:cNvContentPartPr/>
              <p14:nvPr/>
            </p14:nvContentPartPr>
            <p14:xfrm>
              <a:off x="309157" y="2705881"/>
              <a:ext cx="18360" cy="11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6420771-889D-836B-C082-31302553E4F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0157" y="2696881"/>
                <a:ext cx="360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14:cNvPr>
              <p14:cNvContentPartPr/>
              <p14:nvPr/>
            </p14:nvContentPartPr>
            <p14:xfrm>
              <a:off x="3947677" y="3969121"/>
              <a:ext cx="252000" cy="28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38677" y="3960110"/>
                <a:ext cx="269640" cy="306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14:cNvPr>
              <p14:cNvContentPartPr/>
              <p14:nvPr/>
            </p14:nvContentPartPr>
            <p14:xfrm>
              <a:off x="4245037" y="3861121"/>
              <a:ext cx="371880" cy="18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36037" y="3852121"/>
                <a:ext cx="3895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14:cNvPr>
              <p14:cNvContentPartPr/>
              <p14:nvPr/>
            </p14:nvContentPartPr>
            <p14:xfrm>
              <a:off x="3398317" y="3621001"/>
              <a:ext cx="1460160" cy="108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353677" y="3531001"/>
                <a:ext cx="1549800" cy="12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14:cNvPr>
              <p14:cNvContentPartPr/>
              <p14:nvPr/>
            </p14:nvContentPartPr>
            <p14:xfrm>
              <a:off x="4717717" y="4335961"/>
              <a:ext cx="204840" cy="16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708717" y="4326961"/>
                <a:ext cx="2224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14:cNvPr>
              <p14:cNvContentPartPr/>
              <p14:nvPr/>
            </p14:nvContentPartPr>
            <p14:xfrm>
              <a:off x="4029757" y="4444321"/>
              <a:ext cx="463320" cy="324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021110" y="4435671"/>
                <a:ext cx="480974" cy="3420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601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14:cNvPr>
              <p14:cNvContentPartPr/>
              <p14:nvPr/>
            </p14:nvContentPartPr>
            <p14:xfrm>
              <a:off x="977426" y="3599554"/>
              <a:ext cx="1239120" cy="217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426" y="3590554"/>
                <a:ext cx="12567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14:cNvPr>
              <p14:cNvContentPartPr/>
              <p14:nvPr/>
            </p14:nvContentPartPr>
            <p14:xfrm>
              <a:off x="2178746" y="3658954"/>
              <a:ext cx="457200" cy="1960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9746" y="3649954"/>
                <a:ext cx="474840" cy="19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14:cNvPr>
              <p14:cNvContentPartPr/>
              <p14:nvPr/>
            </p14:nvContentPartPr>
            <p14:xfrm>
              <a:off x="2145266" y="4236394"/>
              <a:ext cx="203400" cy="1406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36282" y="4227396"/>
                <a:ext cx="221009" cy="142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14:cNvPr>
              <p14:cNvContentPartPr/>
              <p14:nvPr/>
            </p14:nvContentPartPr>
            <p14:xfrm>
              <a:off x="3384386" y="3599554"/>
              <a:ext cx="1658520" cy="2179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386" y="3590554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14:cNvPr>
              <p14:cNvContentPartPr/>
              <p14:nvPr/>
            </p14:nvContentPartPr>
            <p14:xfrm>
              <a:off x="1618837" y="1822441"/>
              <a:ext cx="860400" cy="892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9833" y="1813441"/>
                <a:ext cx="878047" cy="9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14:cNvPr>
              <p14:cNvContentPartPr/>
              <p14:nvPr/>
            </p14:nvContentPartPr>
            <p14:xfrm>
              <a:off x="1229677" y="3642961"/>
              <a:ext cx="81900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0677" y="3634002"/>
                <a:ext cx="836640" cy="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14:cNvPr>
              <p14:cNvContentPartPr/>
              <p14:nvPr/>
            </p14:nvContentPartPr>
            <p14:xfrm>
              <a:off x="3663277" y="2375041"/>
              <a:ext cx="248040" cy="50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54277" y="2366035"/>
                <a:ext cx="265680" cy="52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14:cNvPr>
              <p14:cNvContentPartPr/>
              <p14:nvPr/>
            </p14:nvContentPartPr>
            <p14:xfrm>
              <a:off x="3536197" y="3617761"/>
              <a:ext cx="1025280" cy="12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27197" y="3608761"/>
                <a:ext cx="10429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14:cNvPr>
              <p14:cNvContentPartPr/>
              <p14:nvPr/>
            </p14:nvContentPartPr>
            <p14:xfrm>
              <a:off x="3456637" y="3609121"/>
              <a:ext cx="1152360" cy="54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11637" y="3519121"/>
                <a:ext cx="124200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14:cNvPr>
              <p14:cNvContentPartPr/>
              <p14:nvPr/>
            </p14:nvContentPartPr>
            <p14:xfrm>
              <a:off x="3947677" y="3969121"/>
              <a:ext cx="252000" cy="28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38677" y="3960110"/>
                <a:ext cx="269640" cy="306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14:cNvPr>
              <p14:cNvContentPartPr/>
              <p14:nvPr/>
            </p14:nvContentPartPr>
            <p14:xfrm>
              <a:off x="4245037" y="3861121"/>
              <a:ext cx="371880" cy="18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36037" y="3852121"/>
                <a:ext cx="3895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14:cNvPr>
              <p14:cNvContentPartPr/>
              <p14:nvPr/>
            </p14:nvContentPartPr>
            <p14:xfrm>
              <a:off x="3398317" y="3621001"/>
              <a:ext cx="1460160" cy="108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53306" y="3531031"/>
                <a:ext cx="1549822" cy="1266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14:cNvPr>
              <p14:cNvContentPartPr/>
              <p14:nvPr/>
            </p14:nvContentPartPr>
            <p14:xfrm>
              <a:off x="4717717" y="4335961"/>
              <a:ext cx="204840" cy="16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708733" y="4326961"/>
                <a:ext cx="222449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14:cNvPr>
              <p14:cNvContentPartPr/>
              <p14:nvPr/>
            </p14:nvContentPartPr>
            <p14:xfrm>
              <a:off x="4029757" y="4444321"/>
              <a:ext cx="463320" cy="324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20750" y="4435311"/>
                <a:ext cx="480974" cy="342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4287F1-6D15-EAD2-2D77-1E8DBEAADC83}"/>
                  </a:ext>
                </a:extLst>
              </p14:cNvPr>
              <p14:cNvContentPartPr/>
              <p14:nvPr/>
            </p14:nvContentPartPr>
            <p14:xfrm>
              <a:off x="3555997" y="3708841"/>
              <a:ext cx="1589760" cy="154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4287F1-6D15-EAD2-2D77-1E8DBEAADC8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510997" y="3619201"/>
                <a:ext cx="1679400" cy="17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4A65B5-F870-26FF-978D-88060A3EA6A4}"/>
                  </a:ext>
                </a:extLst>
              </p14:cNvPr>
              <p14:cNvContentPartPr/>
              <p14:nvPr/>
            </p14:nvContentPartPr>
            <p14:xfrm>
              <a:off x="3176557" y="3672121"/>
              <a:ext cx="2045880" cy="210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4A65B5-F870-26FF-978D-88060A3EA6A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31917" y="3582121"/>
                <a:ext cx="2135520" cy="22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20F489B-8476-A8BD-5094-06A04160153F}"/>
                  </a:ext>
                </a:extLst>
              </p14:cNvPr>
              <p14:cNvContentPartPr/>
              <p14:nvPr/>
            </p14:nvContentPartPr>
            <p14:xfrm>
              <a:off x="4124437" y="5081161"/>
              <a:ext cx="87840" cy="185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20F489B-8476-A8BD-5094-06A04160153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115797" y="5072521"/>
                <a:ext cx="105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EECA8C1-9A04-A0D7-A15B-EDAE56F7FC0E}"/>
                  </a:ext>
                </a:extLst>
              </p14:cNvPr>
              <p14:cNvContentPartPr/>
              <p14:nvPr/>
            </p14:nvContentPartPr>
            <p14:xfrm>
              <a:off x="4485877" y="4112761"/>
              <a:ext cx="376920" cy="112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EECA8C1-9A04-A0D7-A15B-EDAE56F7FC0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441237" y="4023121"/>
                <a:ext cx="466560" cy="13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972A98-965E-099E-E110-FB96CC44CA3C}"/>
                  </a:ext>
                </a:extLst>
              </p14:cNvPr>
              <p14:cNvContentPartPr/>
              <p14:nvPr/>
            </p14:nvContentPartPr>
            <p14:xfrm>
              <a:off x="4086637" y="5593081"/>
              <a:ext cx="89640" cy="17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972A98-965E-099E-E110-FB96CC44CA3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077997" y="5584081"/>
                <a:ext cx="1072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53D1DF0-462C-6E48-5C90-DAA3D25ABF97}"/>
                  </a:ext>
                </a:extLst>
              </p14:cNvPr>
              <p14:cNvContentPartPr/>
              <p14:nvPr/>
            </p14:nvContentPartPr>
            <p14:xfrm>
              <a:off x="4871077" y="5162161"/>
              <a:ext cx="159840" cy="7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53D1DF0-462C-6E48-5C90-DAA3D25ABF9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862437" y="5153161"/>
                <a:ext cx="17748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2516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E530-14DD-2422-7C11-1EA06242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8B2D35CF-BD89-B3BB-A35C-DA13DE5B3E11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8D67808-1395-88C8-80F3-0BA6BB9CF144}"/>
                  </a:ext>
                </a:extLst>
              </p14:cNvPr>
              <p14:cNvContentPartPr/>
              <p14:nvPr/>
            </p14:nvContentPartPr>
            <p14:xfrm>
              <a:off x="977426" y="3599554"/>
              <a:ext cx="1239120" cy="217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426" y="3590554"/>
                <a:ext cx="12567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57C37AF-A348-317B-10C4-7555166A41F0}"/>
                  </a:ext>
                </a:extLst>
              </p14:cNvPr>
              <p14:cNvContentPartPr/>
              <p14:nvPr/>
            </p14:nvContentPartPr>
            <p14:xfrm>
              <a:off x="2178746" y="3658954"/>
              <a:ext cx="457200" cy="1960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9746" y="3649954"/>
                <a:ext cx="474840" cy="19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2AF2C2C-BC7F-17CF-C85B-11B553EDEE80}"/>
                  </a:ext>
                </a:extLst>
              </p14:cNvPr>
              <p14:cNvContentPartPr/>
              <p14:nvPr/>
            </p14:nvContentPartPr>
            <p14:xfrm>
              <a:off x="2145266" y="4236394"/>
              <a:ext cx="203400" cy="1406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36282" y="4227396"/>
                <a:ext cx="221009" cy="142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20DA62A-F674-D3AD-A4B8-EFA4262E2DF9}"/>
                  </a:ext>
                </a:extLst>
              </p14:cNvPr>
              <p14:cNvContentPartPr/>
              <p14:nvPr/>
            </p14:nvContentPartPr>
            <p14:xfrm>
              <a:off x="3384386" y="3599554"/>
              <a:ext cx="1658520" cy="2179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386" y="3590554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AF8B9A8-B4C9-0D29-7DB8-5E8521E30631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ED34E84-3378-E4C8-263F-06AF1CEB3834}"/>
                  </a:ext>
                </a:extLst>
              </p14:cNvPr>
              <p14:cNvContentPartPr/>
              <p14:nvPr/>
            </p14:nvContentPartPr>
            <p14:xfrm>
              <a:off x="1618837" y="1822441"/>
              <a:ext cx="860400" cy="892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9833" y="1813441"/>
                <a:ext cx="878047" cy="9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81F99F-3EFF-8C70-3696-9FEB2296D5D6}"/>
                  </a:ext>
                </a:extLst>
              </p14:cNvPr>
              <p14:cNvContentPartPr/>
              <p14:nvPr/>
            </p14:nvContentPartPr>
            <p14:xfrm>
              <a:off x="1229677" y="3642961"/>
              <a:ext cx="81900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0677" y="3634002"/>
                <a:ext cx="836640" cy="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CAEC1C-6523-4CEF-E863-7ACAC0CE8CFF}"/>
                  </a:ext>
                </a:extLst>
              </p14:cNvPr>
              <p14:cNvContentPartPr/>
              <p14:nvPr/>
            </p14:nvContentPartPr>
            <p14:xfrm>
              <a:off x="3663277" y="2375041"/>
              <a:ext cx="248040" cy="50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54277" y="2366035"/>
                <a:ext cx="265680" cy="52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9631E1-5B18-93C9-CA7B-26DC81DC0D56}"/>
                  </a:ext>
                </a:extLst>
              </p14:cNvPr>
              <p14:cNvContentPartPr/>
              <p14:nvPr/>
            </p14:nvContentPartPr>
            <p14:xfrm>
              <a:off x="3536197" y="3617761"/>
              <a:ext cx="1025280" cy="12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27197" y="3608761"/>
                <a:ext cx="10429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CD08B9-6E41-F0BB-D7FA-A02AC71110E0}"/>
                  </a:ext>
                </a:extLst>
              </p14:cNvPr>
              <p14:cNvContentPartPr/>
              <p14:nvPr/>
            </p14:nvContentPartPr>
            <p14:xfrm>
              <a:off x="3456637" y="3609121"/>
              <a:ext cx="1152360" cy="54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11637" y="3519121"/>
                <a:ext cx="124200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193404D-9E62-581B-65E1-C3031CB6025B}"/>
                  </a:ext>
                </a:extLst>
              </p14:cNvPr>
              <p14:cNvContentPartPr/>
              <p14:nvPr/>
            </p14:nvContentPartPr>
            <p14:xfrm>
              <a:off x="3947677" y="3969121"/>
              <a:ext cx="252000" cy="28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38677" y="3960110"/>
                <a:ext cx="269640" cy="306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5FC347-147B-EEB6-2A53-093CB5C02374}"/>
                  </a:ext>
                </a:extLst>
              </p14:cNvPr>
              <p14:cNvContentPartPr/>
              <p14:nvPr/>
            </p14:nvContentPartPr>
            <p14:xfrm>
              <a:off x="4245037" y="3861121"/>
              <a:ext cx="371880" cy="18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36037" y="3852121"/>
                <a:ext cx="3895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154194-13D0-52B9-AF55-DEA2D0CC4359}"/>
                  </a:ext>
                </a:extLst>
              </p14:cNvPr>
              <p14:cNvContentPartPr/>
              <p14:nvPr/>
            </p14:nvContentPartPr>
            <p14:xfrm>
              <a:off x="3398317" y="3621001"/>
              <a:ext cx="1460160" cy="108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53306" y="3531031"/>
                <a:ext cx="1549822" cy="1266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43252D9-27E5-6CC8-DE04-603E8EEE21C4}"/>
                  </a:ext>
                </a:extLst>
              </p14:cNvPr>
              <p14:cNvContentPartPr/>
              <p14:nvPr/>
            </p14:nvContentPartPr>
            <p14:xfrm>
              <a:off x="4717717" y="4335961"/>
              <a:ext cx="204840" cy="16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708733" y="4326961"/>
                <a:ext cx="222449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992017-18EB-CC2B-A13D-00CE50B685D9}"/>
                  </a:ext>
                </a:extLst>
              </p14:cNvPr>
              <p14:cNvContentPartPr/>
              <p14:nvPr/>
            </p14:nvContentPartPr>
            <p14:xfrm>
              <a:off x="4029757" y="4444321"/>
              <a:ext cx="463320" cy="324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20750" y="4435311"/>
                <a:ext cx="480974" cy="342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E889C2-9465-8FFD-6404-EA3371903BCD}"/>
                  </a:ext>
                </a:extLst>
              </p14:cNvPr>
              <p14:cNvContentPartPr/>
              <p14:nvPr/>
            </p14:nvContentPartPr>
            <p14:xfrm>
              <a:off x="3555997" y="3708841"/>
              <a:ext cx="1589760" cy="154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4287F1-6D15-EAD2-2D77-1E8DBEAADC8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510997" y="3618841"/>
                <a:ext cx="1679400" cy="17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EFB6BD-11B8-D89A-7175-DA49EC8BA9D6}"/>
                  </a:ext>
                </a:extLst>
              </p14:cNvPr>
              <p14:cNvContentPartPr/>
              <p14:nvPr/>
            </p14:nvContentPartPr>
            <p14:xfrm>
              <a:off x="3176557" y="3672121"/>
              <a:ext cx="2045880" cy="210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4A65B5-F870-26FF-978D-88060A3EA6A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31557" y="3582121"/>
                <a:ext cx="2135520" cy="22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EABD5B4-04AC-0A85-4D26-B947B06A6786}"/>
                  </a:ext>
                </a:extLst>
              </p14:cNvPr>
              <p14:cNvContentPartPr/>
              <p14:nvPr/>
            </p14:nvContentPartPr>
            <p14:xfrm>
              <a:off x="4124437" y="5081161"/>
              <a:ext cx="87840" cy="185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20F489B-8476-A8BD-5094-06A04160153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115437" y="5072161"/>
                <a:ext cx="105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D6852A2-EDFB-9997-BEEB-21FE0A05D188}"/>
                  </a:ext>
                </a:extLst>
              </p14:cNvPr>
              <p14:cNvContentPartPr/>
              <p14:nvPr/>
            </p14:nvContentPartPr>
            <p14:xfrm>
              <a:off x="4485877" y="4112761"/>
              <a:ext cx="376920" cy="112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EECA8C1-9A04-A0D7-A15B-EDAE56F7FC0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440877" y="4022732"/>
                <a:ext cx="466560" cy="1302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776709A-F7DF-F5D2-2445-C36C344A135F}"/>
                  </a:ext>
                </a:extLst>
              </p14:cNvPr>
              <p14:cNvContentPartPr/>
              <p14:nvPr/>
            </p14:nvContentPartPr>
            <p14:xfrm>
              <a:off x="4086637" y="5593081"/>
              <a:ext cx="89640" cy="17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972A98-965E-099E-E110-FB96CC44CA3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077637" y="5584081"/>
                <a:ext cx="1072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CFA8135-B736-9AF5-F9AA-DC183C70945B}"/>
                  </a:ext>
                </a:extLst>
              </p14:cNvPr>
              <p14:cNvContentPartPr/>
              <p14:nvPr/>
            </p14:nvContentPartPr>
            <p14:xfrm>
              <a:off x="4871077" y="5162161"/>
              <a:ext cx="159840" cy="7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53D1DF0-462C-6E48-5C90-DAA3D25ABF9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862077" y="5153161"/>
                <a:ext cx="1774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B6F682C-B946-A5DC-D504-183E2D13AEAE}"/>
                  </a:ext>
                </a:extLst>
              </p14:cNvPr>
              <p14:cNvContentPartPr/>
              <p14:nvPr/>
            </p14:nvContentPartPr>
            <p14:xfrm>
              <a:off x="414637" y="2953561"/>
              <a:ext cx="336960" cy="371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1038F39-B298-FE08-3FEE-6D8C2EB4535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5988" y="2944921"/>
                <a:ext cx="354619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F08CCDE-ABBC-E794-53DE-E06B1FFECA70}"/>
                  </a:ext>
                </a:extLst>
              </p14:cNvPr>
              <p14:cNvContentPartPr/>
              <p14:nvPr/>
            </p14:nvContentPartPr>
            <p14:xfrm>
              <a:off x="4596397" y="2370361"/>
              <a:ext cx="508320" cy="454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3711FFA-C56E-69CB-78F8-8E046EB8FD0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587751" y="2361721"/>
                <a:ext cx="525973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DAE54BE-93F5-7E4C-2F37-A84EA26EC2A5}"/>
                  </a:ext>
                </a:extLst>
              </p14:cNvPr>
              <p14:cNvContentPartPr/>
              <p14:nvPr/>
            </p14:nvContentPartPr>
            <p14:xfrm>
              <a:off x="5165917" y="2299081"/>
              <a:ext cx="9000" cy="1836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256AF2E-ECA8-35EE-6086-FFD8AF68706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156917" y="2290081"/>
                <a:ext cx="266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910BC54-762C-88DB-DD0E-1E10DF5D7AD6}"/>
                  </a:ext>
                </a:extLst>
              </p14:cNvPr>
              <p14:cNvContentPartPr/>
              <p14:nvPr/>
            </p14:nvContentPartPr>
            <p14:xfrm>
              <a:off x="5503597" y="2419321"/>
              <a:ext cx="1039680" cy="429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5B35918-EDB4-DDBD-3DF4-CCE761B3627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494597" y="2410681"/>
                <a:ext cx="10573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659966A-99B1-6797-4DD0-AA134F595D01}"/>
                  </a:ext>
                </a:extLst>
              </p14:cNvPr>
              <p14:cNvContentPartPr/>
              <p14:nvPr/>
            </p14:nvContentPartPr>
            <p14:xfrm>
              <a:off x="6567757" y="2263801"/>
              <a:ext cx="821880" cy="502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D803274-8F8F-5532-07C3-24B975C3699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59117" y="2255161"/>
                <a:ext cx="83952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AA8D015-ECFF-88D3-EF10-72DCF216A9D4}"/>
                  </a:ext>
                </a:extLst>
              </p14:cNvPr>
              <p14:cNvContentPartPr/>
              <p14:nvPr/>
            </p14:nvContentPartPr>
            <p14:xfrm>
              <a:off x="4571917" y="2975521"/>
              <a:ext cx="158400" cy="336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58097B5-B369-3878-A98A-D87C736A4D9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563277" y="2966881"/>
                <a:ext cx="17604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9D721E0-A963-0488-6688-37153F953239}"/>
                  </a:ext>
                </a:extLst>
              </p14:cNvPr>
              <p14:cNvContentPartPr/>
              <p14:nvPr/>
            </p14:nvContentPartPr>
            <p14:xfrm>
              <a:off x="4804477" y="2944561"/>
              <a:ext cx="1332360" cy="398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695572D-14BE-0810-8837-664A0EEDA40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795477" y="2935561"/>
                <a:ext cx="13500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5526BF3-4E3B-3D22-B39F-A3DC7AF9E0CE}"/>
                  </a:ext>
                </a:extLst>
              </p14:cNvPr>
              <p14:cNvContentPartPr/>
              <p14:nvPr/>
            </p14:nvContentPartPr>
            <p14:xfrm>
              <a:off x="6421597" y="2920081"/>
              <a:ext cx="922680" cy="393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07751D3-FB1B-C9C2-E01C-A08FF026DC7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412954" y="2911089"/>
                <a:ext cx="940327" cy="410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78398A6-7CB3-F022-5636-1A4F57F051CE}"/>
                  </a:ext>
                </a:extLst>
              </p14:cNvPr>
              <p14:cNvContentPartPr/>
              <p14:nvPr/>
            </p14:nvContentPartPr>
            <p14:xfrm>
              <a:off x="6059437" y="3639361"/>
              <a:ext cx="367200" cy="1346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BB0EE33-6457-6E99-EC69-764335FF4FB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050797" y="3630721"/>
                <a:ext cx="384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A8B2CB7-D47C-1797-7390-1B6451B226BC}"/>
                  </a:ext>
                </a:extLst>
              </p14:cNvPr>
              <p14:cNvContentPartPr/>
              <p14:nvPr/>
            </p14:nvContentPartPr>
            <p14:xfrm>
              <a:off x="6330877" y="3413281"/>
              <a:ext cx="687600" cy="531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F1A218F-8A1B-DD6A-4F13-A05556EE219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322237" y="3404281"/>
                <a:ext cx="70524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EC71412-8F8F-EE7D-2277-1DA85496B515}"/>
                  </a:ext>
                </a:extLst>
              </p14:cNvPr>
              <p14:cNvContentPartPr/>
              <p14:nvPr/>
            </p14:nvContentPartPr>
            <p14:xfrm>
              <a:off x="1914037" y="2414641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063C13B-9534-C939-17D1-BEDD2EF3A76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905037" y="24060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9E0F998-4D6B-2C5D-8ABF-F91442F6BF6A}"/>
                  </a:ext>
                </a:extLst>
              </p14:cNvPr>
              <p14:cNvContentPartPr/>
              <p14:nvPr/>
            </p14:nvContentPartPr>
            <p14:xfrm>
              <a:off x="5443837" y="3519121"/>
              <a:ext cx="359280" cy="261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EAB0D41-21F4-5ABE-B70C-43C3416530F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435197" y="3510121"/>
                <a:ext cx="3769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F3DAF68-24C2-C3BF-6F14-4230D2E64D62}"/>
                  </a:ext>
                </a:extLst>
              </p14:cNvPr>
              <p14:cNvContentPartPr/>
              <p14:nvPr/>
            </p14:nvContentPartPr>
            <p14:xfrm>
              <a:off x="2944717" y="4060201"/>
              <a:ext cx="84240" cy="92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CDB7B90-224B-F0B1-8EB1-37A5E3E6A28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936077" y="4051561"/>
                <a:ext cx="101880" cy="1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0348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CAA1-6035-4E6B-105C-BB7C202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14:cNvPr>
              <p14:cNvContentPartPr/>
              <p14:nvPr/>
            </p14:nvContentPartPr>
            <p14:xfrm>
              <a:off x="6964477" y="404761"/>
              <a:ext cx="360" cy="3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C730639B-A84E-C0BE-2F42-4C2728E534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5477" y="39576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14:cNvPr>
              <p14:cNvContentPartPr/>
              <p14:nvPr/>
            </p14:nvContentPartPr>
            <p14:xfrm>
              <a:off x="977426" y="3599554"/>
              <a:ext cx="1239120" cy="2179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9E8F82E-6797-08C3-2606-1F0D056C87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8426" y="3590554"/>
                <a:ext cx="12567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14:cNvPr>
              <p14:cNvContentPartPr/>
              <p14:nvPr/>
            </p14:nvContentPartPr>
            <p14:xfrm>
              <a:off x="2178746" y="3658954"/>
              <a:ext cx="457200" cy="1960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FD95C85-EF5F-A1C9-47AA-53A2B2A0D8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9746" y="3649954"/>
                <a:ext cx="474840" cy="19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14:cNvPr>
              <p14:cNvContentPartPr/>
              <p14:nvPr/>
            </p14:nvContentPartPr>
            <p14:xfrm>
              <a:off x="2145266" y="4236394"/>
              <a:ext cx="203400" cy="1406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97E01E9-9712-2B2F-E389-CF650917B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36282" y="4227396"/>
                <a:ext cx="221009" cy="1424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14:cNvPr>
              <p14:cNvContentPartPr/>
              <p14:nvPr/>
            </p14:nvContentPartPr>
            <p14:xfrm>
              <a:off x="3384386" y="3599554"/>
              <a:ext cx="1658520" cy="2179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057B11-62D0-D0C8-37DA-71AA07AA51C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386" y="3590554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14:cNvPr>
              <p14:cNvContentPartPr/>
              <p14:nvPr/>
            </p14:nvContentPartPr>
            <p14:xfrm>
              <a:off x="3046237" y="65641"/>
              <a:ext cx="1658520" cy="21794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9E26C69-FD7D-976F-91EB-E9EAD99BB3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7237" y="56641"/>
                <a:ext cx="1676160" cy="21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14:cNvPr>
              <p14:cNvContentPartPr/>
              <p14:nvPr/>
            </p14:nvContentPartPr>
            <p14:xfrm>
              <a:off x="1618837" y="1822441"/>
              <a:ext cx="860400" cy="892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858DA20-9342-DC96-8333-80E04830F7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9833" y="1813441"/>
                <a:ext cx="878047" cy="90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14:cNvPr>
              <p14:cNvContentPartPr/>
              <p14:nvPr/>
            </p14:nvContentPartPr>
            <p14:xfrm>
              <a:off x="1229677" y="3642961"/>
              <a:ext cx="819000" cy="78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50E6CF-B516-2C2A-D43C-1412B8895C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0677" y="3634002"/>
                <a:ext cx="836640" cy="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14:cNvPr>
              <p14:cNvContentPartPr/>
              <p14:nvPr/>
            </p14:nvContentPartPr>
            <p14:xfrm>
              <a:off x="3663277" y="2375041"/>
              <a:ext cx="248040" cy="50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56432BB-B5B6-7A11-133C-16A5BB4D627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54277" y="2366035"/>
                <a:ext cx="265680" cy="52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14:cNvPr>
              <p14:cNvContentPartPr/>
              <p14:nvPr/>
            </p14:nvContentPartPr>
            <p14:xfrm>
              <a:off x="3536197" y="3617761"/>
              <a:ext cx="1025280" cy="124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3AB1A4-895E-4DCA-A40D-6E54AF4AE3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27197" y="3608761"/>
                <a:ext cx="10429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14:cNvPr>
              <p14:cNvContentPartPr/>
              <p14:nvPr/>
            </p14:nvContentPartPr>
            <p14:xfrm>
              <a:off x="3456637" y="3609121"/>
              <a:ext cx="1152360" cy="543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F51084-002E-E71A-57F2-2862E85EFAF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11637" y="3519121"/>
                <a:ext cx="124200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14:cNvPr>
              <p14:cNvContentPartPr/>
              <p14:nvPr/>
            </p14:nvContentPartPr>
            <p14:xfrm>
              <a:off x="3947677" y="3969121"/>
              <a:ext cx="252000" cy="28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647C98-BD09-24F6-A6B2-933E582B8AA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38677" y="3960110"/>
                <a:ext cx="269640" cy="306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14:cNvPr>
              <p14:cNvContentPartPr/>
              <p14:nvPr/>
            </p14:nvContentPartPr>
            <p14:xfrm>
              <a:off x="4245037" y="3861121"/>
              <a:ext cx="371880" cy="18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8741EF-F1AB-E717-421E-DCA9ECECAD6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36037" y="3852121"/>
                <a:ext cx="3895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14:cNvPr>
              <p14:cNvContentPartPr/>
              <p14:nvPr/>
            </p14:nvContentPartPr>
            <p14:xfrm>
              <a:off x="3398317" y="3621001"/>
              <a:ext cx="1460160" cy="108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F0E4AE-9257-DC59-6C7C-3BDCAE3EF03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53306" y="3531031"/>
                <a:ext cx="1549822" cy="1266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14:cNvPr>
              <p14:cNvContentPartPr/>
              <p14:nvPr/>
            </p14:nvContentPartPr>
            <p14:xfrm>
              <a:off x="4717717" y="4335961"/>
              <a:ext cx="204840" cy="16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78D13E-589B-9DF5-599F-2F61A3C370C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708733" y="4326961"/>
                <a:ext cx="222449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14:cNvPr>
              <p14:cNvContentPartPr/>
              <p14:nvPr/>
            </p14:nvContentPartPr>
            <p14:xfrm>
              <a:off x="4029757" y="4444321"/>
              <a:ext cx="463320" cy="324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60D2A4D-9FE1-3827-819A-AE4B59D41B6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20750" y="4435311"/>
                <a:ext cx="480974" cy="342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4287F1-6D15-EAD2-2D77-1E8DBEAADC83}"/>
                  </a:ext>
                </a:extLst>
              </p14:cNvPr>
              <p14:cNvContentPartPr/>
              <p14:nvPr/>
            </p14:nvContentPartPr>
            <p14:xfrm>
              <a:off x="3555997" y="3708841"/>
              <a:ext cx="1589760" cy="1545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4287F1-6D15-EAD2-2D77-1E8DBEAADC8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510997" y="3618841"/>
                <a:ext cx="1679400" cy="172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4A65B5-F870-26FF-978D-88060A3EA6A4}"/>
                  </a:ext>
                </a:extLst>
              </p14:cNvPr>
              <p14:cNvContentPartPr/>
              <p14:nvPr/>
            </p14:nvContentPartPr>
            <p14:xfrm>
              <a:off x="3176557" y="3672121"/>
              <a:ext cx="2045880" cy="210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4A65B5-F870-26FF-978D-88060A3EA6A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31557" y="3582121"/>
                <a:ext cx="2135520" cy="22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20F489B-8476-A8BD-5094-06A04160153F}"/>
                  </a:ext>
                </a:extLst>
              </p14:cNvPr>
              <p14:cNvContentPartPr/>
              <p14:nvPr/>
            </p14:nvContentPartPr>
            <p14:xfrm>
              <a:off x="4124437" y="5081161"/>
              <a:ext cx="87840" cy="185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20F489B-8476-A8BD-5094-06A04160153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115437" y="5072161"/>
                <a:ext cx="105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EECA8C1-9A04-A0D7-A15B-EDAE56F7FC0E}"/>
                  </a:ext>
                </a:extLst>
              </p14:cNvPr>
              <p14:cNvContentPartPr/>
              <p14:nvPr/>
            </p14:nvContentPartPr>
            <p14:xfrm>
              <a:off x="4485877" y="4112761"/>
              <a:ext cx="376920" cy="112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EECA8C1-9A04-A0D7-A15B-EDAE56F7FC0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440877" y="4022732"/>
                <a:ext cx="466560" cy="1302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4972A98-965E-099E-E110-FB96CC44CA3C}"/>
                  </a:ext>
                </a:extLst>
              </p14:cNvPr>
              <p14:cNvContentPartPr/>
              <p14:nvPr/>
            </p14:nvContentPartPr>
            <p14:xfrm>
              <a:off x="4086637" y="5593081"/>
              <a:ext cx="89640" cy="17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4972A98-965E-099E-E110-FB96CC44CA3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077637" y="5584081"/>
                <a:ext cx="1072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53D1DF0-462C-6E48-5C90-DAA3D25ABF97}"/>
                  </a:ext>
                </a:extLst>
              </p14:cNvPr>
              <p14:cNvContentPartPr/>
              <p14:nvPr/>
            </p14:nvContentPartPr>
            <p14:xfrm>
              <a:off x="4871077" y="5162161"/>
              <a:ext cx="159840" cy="7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53D1DF0-462C-6E48-5C90-DAA3D25ABF9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862077" y="5153161"/>
                <a:ext cx="1774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1038F39-B298-FE08-3FEE-6D8C2EB45359}"/>
                  </a:ext>
                </a:extLst>
              </p14:cNvPr>
              <p14:cNvContentPartPr/>
              <p14:nvPr/>
            </p14:nvContentPartPr>
            <p14:xfrm>
              <a:off x="414637" y="2953561"/>
              <a:ext cx="336960" cy="371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1038F39-B298-FE08-3FEE-6D8C2EB4535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5988" y="2944921"/>
                <a:ext cx="354619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3711FFA-C56E-69CB-78F8-8E046EB8FD0A}"/>
                  </a:ext>
                </a:extLst>
              </p14:cNvPr>
              <p14:cNvContentPartPr/>
              <p14:nvPr/>
            </p14:nvContentPartPr>
            <p14:xfrm>
              <a:off x="4596397" y="2370361"/>
              <a:ext cx="508320" cy="454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3711FFA-C56E-69CB-78F8-8E046EB8FD0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587751" y="2361721"/>
                <a:ext cx="525973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256AF2E-ECA8-35EE-6086-FFD8AF68706F}"/>
                  </a:ext>
                </a:extLst>
              </p14:cNvPr>
              <p14:cNvContentPartPr/>
              <p14:nvPr/>
            </p14:nvContentPartPr>
            <p14:xfrm>
              <a:off x="5165917" y="2299081"/>
              <a:ext cx="9000" cy="1836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256AF2E-ECA8-35EE-6086-FFD8AF68706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156917" y="2290081"/>
                <a:ext cx="266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5B35918-EDB4-DDBD-3DF4-CCE761B3627B}"/>
                  </a:ext>
                </a:extLst>
              </p14:cNvPr>
              <p14:cNvContentPartPr/>
              <p14:nvPr/>
            </p14:nvContentPartPr>
            <p14:xfrm>
              <a:off x="5503597" y="2419321"/>
              <a:ext cx="1039680" cy="4294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5B35918-EDB4-DDBD-3DF4-CCE761B3627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494597" y="2410681"/>
                <a:ext cx="10573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D803274-8F8F-5532-07C3-24B975C3699A}"/>
                  </a:ext>
                </a:extLst>
              </p14:cNvPr>
              <p14:cNvContentPartPr/>
              <p14:nvPr/>
            </p14:nvContentPartPr>
            <p14:xfrm>
              <a:off x="6567757" y="2263801"/>
              <a:ext cx="821880" cy="502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D803274-8F8F-5532-07C3-24B975C3699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559117" y="2255161"/>
                <a:ext cx="83952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58097B5-B369-3878-A98A-D87C736A4D9A}"/>
                  </a:ext>
                </a:extLst>
              </p14:cNvPr>
              <p14:cNvContentPartPr/>
              <p14:nvPr/>
            </p14:nvContentPartPr>
            <p14:xfrm>
              <a:off x="4571917" y="2975521"/>
              <a:ext cx="158400" cy="336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58097B5-B369-3878-A98A-D87C736A4D9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563277" y="2966881"/>
                <a:ext cx="17604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695572D-14BE-0810-8837-664A0EEDA401}"/>
                  </a:ext>
                </a:extLst>
              </p14:cNvPr>
              <p14:cNvContentPartPr/>
              <p14:nvPr/>
            </p14:nvContentPartPr>
            <p14:xfrm>
              <a:off x="4804477" y="2944561"/>
              <a:ext cx="1332360" cy="398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695572D-14BE-0810-8837-664A0EEDA40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795477" y="2935561"/>
                <a:ext cx="13500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07751D3-FB1B-C9C2-E01C-A08FF026DC73}"/>
                  </a:ext>
                </a:extLst>
              </p14:cNvPr>
              <p14:cNvContentPartPr/>
              <p14:nvPr/>
            </p14:nvContentPartPr>
            <p14:xfrm>
              <a:off x="6421597" y="2920081"/>
              <a:ext cx="922680" cy="393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07751D3-FB1B-C9C2-E01C-A08FF026DC7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412954" y="2911089"/>
                <a:ext cx="940327" cy="410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BB0EE33-6457-6E99-EC69-764335FF4FB3}"/>
                  </a:ext>
                </a:extLst>
              </p14:cNvPr>
              <p14:cNvContentPartPr/>
              <p14:nvPr/>
            </p14:nvContentPartPr>
            <p14:xfrm>
              <a:off x="6059437" y="3639361"/>
              <a:ext cx="367200" cy="1346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BB0EE33-6457-6E99-EC69-764335FF4FB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050797" y="3630721"/>
                <a:ext cx="384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F1A218F-8A1B-DD6A-4F13-A05556EE219E}"/>
                  </a:ext>
                </a:extLst>
              </p14:cNvPr>
              <p14:cNvContentPartPr/>
              <p14:nvPr/>
            </p14:nvContentPartPr>
            <p14:xfrm>
              <a:off x="6330877" y="3413281"/>
              <a:ext cx="687600" cy="531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F1A218F-8A1B-DD6A-4F13-A05556EE219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322237" y="3404281"/>
                <a:ext cx="70524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B147870-8E9B-BDE4-B9E6-E68F53907156}"/>
                  </a:ext>
                </a:extLst>
              </p14:cNvPr>
              <p14:cNvContentPartPr/>
              <p14:nvPr/>
            </p14:nvContentPartPr>
            <p14:xfrm>
              <a:off x="5570917" y="4261801"/>
              <a:ext cx="189360" cy="396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B147870-8E9B-BDE4-B9E6-E68F539071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562261" y="4252801"/>
                <a:ext cx="207034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A5562EF-D205-EDCB-ED5B-2E8502B2E449}"/>
                  </a:ext>
                </a:extLst>
              </p14:cNvPr>
              <p14:cNvContentPartPr/>
              <p14:nvPr/>
            </p14:nvContentPartPr>
            <p14:xfrm>
              <a:off x="5854237" y="4271521"/>
              <a:ext cx="169200" cy="479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A5562EF-D205-EDCB-ED5B-2E8502B2E44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845597" y="4262881"/>
                <a:ext cx="1868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063C13B-9534-C939-17D1-BEDD2EF3A760}"/>
                  </a:ext>
                </a:extLst>
              </p14:cNvPr>
              <p14:cNvContentPartPr/>
              <p14:nvPr/>
            </p14:nvContentPartPr>
            <p14:xfrm>
              <a:off x="1914037" y="2414641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063C13B-9534-C939-17D1-BEDD2EF3A76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905037" y="240600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EAB0D41-21F4-5ABE-B70C-43C3416530F6}"/>
                  </a:ext>
                </a:extLst>
              </p14:cNvPr>
              <p14:cNvContentPartPr/>
              <p14:nvPr/>
            </p14:nvContentPartPr>
            <p14:xfrm>
              <a:off x="5443837" y="3519121"/>
              <a:ext cx="359280" cy="261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EAB0D41-21F4-5ABE-B70C-43C3416530F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435197" y="3510121"/>
                <a:ext cx="3769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31247FD-E555-3F20-4266-A987A643644F}"/>
                  </a:ext>
                </a:extLst>
              </p14:cNvPr>
              <p14:cNvContentPartPr/>
              <p14:nvPr/>
            </p14:nvContentPartPr>
            <p14:xfrm>
              <a:off x="6170677" y="4441801"/>
              <a:ext cx="479160" cy="147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31247FD-E555-3F20-4266-A987A643644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62031" y="4433161"/>
                <a:ext cx="496813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00A8C64-B1ED-1541-9C59-ED39B98F932C}"/>
                  </a:ext>
                </a:extLst>
              </p14:cNvPr>
              <p14:cNvContentPartPr/>
              <p14:nvPr/>
            </p14:nvContentPartPr>
            <p14:xfrm>
              <a:off x="6566677" y="4290241"/>
              <a:ext cx="260640" cy="400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00A8C64-B1ED-1541-9C59-ED39B98F932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57677" y="4281241"/>
                <a:ext cx="27828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5C5C2A4-2803-71A9-ABDB-236BBE748B0D}"/>
                  </a:ext>
                </a:extLst>
              </p14:cNvPr>
              <p14:cNvContentPartPr/>
              <p14:nvPr/>
            </p14:nvContentPartPr>
            <p14:xfrm>
              <a:off x="7010197" y="4253161"/>
              <a:ext cx="653760" cy="389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5C5C2A4-2803-71A9-ABDB-236BBE748B0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01197" y="4244161"/>
                <a:ext cx="6714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8082EFD-375D-14BF-685E-06367E81BAA0}"/>
                  </a:ext>
                </a:extLst>
              </p14:cNvPr>
              <p14:cNvContentPartPr/>
              <p14:nvPr/>
            </p14:nvContentPartPr>
            <p14:xfrm>
              <a:off x="7819837" y="4421281"/>
              <a:ext cx="475560" cy="231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8082EFD-375D-14BF-685E-06367E81BAA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810837" y="4412641"/>
                <a:ext cx="4932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AE2845C-5AFA-F90C-71AA-4EE8869F8204}"/>
                  </a:ext>
                </a:extLst>
              </p14:cNvPr>
              <p14:cNvContentPartPr/>
              <p14:nvPr/>
            </p14:nvContentPartPr>
            <p14:xfrm>
              <a:off x="8371717" y="4117441"/>
              <a:ext cx="630720" cy="462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AE2845C-5AFA-F90C-71AA-4EE8869F820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363077" y="4108801"/>
                <a:ext cx="64836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CDB7B90-224B-F0B1-8EB1-37A5E3E6A28F}"/>
                  </a:ext>
                </a:extLst>
              </p14:cNvPr>
              <p14:cNvContentPartPr/>
              <p14:nvPr/>
            </p14:nvContentPartPr>
            <p14:xfrm>
              <a:off x="2944717" y="4060201"/>
              <a:ext cx="84240" cy="92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CDB7B90-224B-F0B1-8EB1-37A5E3E6A28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936077" y="4051561"/>
                <a:ext cx="1018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DE4C460-27BB-F5AE-C3D1-528B42BB17C0}"/>
                  </a:ext>
                </a:extLst>
              </p14:cNvPr>
              <p14:cNvContentPartPr/>
              <p14:nvPr/>
            </p14:nvContentPartPr>
            <p14:xfrm>
              <a:off x="6891037" y="5057401"/>
              <a:ext cx="178920" cy="365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DE4C460-27BB-F5AE-C3D1-528B42BB17C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882037" y="5048761"/>
                <a:ext cx="1965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E776516-0D53-53A2-147B-E919C0072703}"/>
                  </a:ext>
                </a:extLst>
              </p14:cNvPr>
              <p14:cNvContentPartPr/>
              <p14:nvPr/>
            </p14:nvContentPartPr>
            <p14:xfrm>
              <a:off x="6204517" y="5615401"/>
              <a:ext cx="956160" cy="4294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E776516-0D53-53A2-147B-E919C007270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195517" y="5606761"/>
                <a:ext cx="97380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5B84334-FB59-E348-C033-54867C6E9A91}"/>
                  </a:ext>
                </a:extLst>
              </p14:cNvPr>
              <p14:cNvContentPartPr/>
              <p14:nvPr/>
            </p14:nvContentPartPr>
            <p14:xfrm>
              <a:off x="7193437" y="5532241"/>
              <a:ext cx="387360" cy="5335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5B84334-FB59-E348-C033-54867C6E9A9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184805" y="5523247"/>
                <a:ext cx="404984" cy="55114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6956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AF60-A7A4-0899-515A-06A3121C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C674324-D6EF-116A-B388-26C4CF5E2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9" y="438060"/>
            <a:ext cx="8551082" cy="27725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A53B471-8A29-CD11-7474-B516058B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79" y="3210560"/>
            <a:ext cx="8647658" cy="17881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3C7D3B26-1EB4-2EDF-B73E-9C03EBEC3D95}"/>
                  </a:ext>
                </a:extLst>
              </p14:cNvPr>
              <p14:cNvContentPartPr/>
              <p14:nvPr/>
            </p14:nvContentPartPr>
            <p14:xfrm>
              <a:off x="600560" y="4693600"/>
              <a:ext cx="4947120" cy="62280"/>
            </p14:xfrm>
          </p:contentPart>
        </mc:Choice>
        <mc:Fallback xmlns=""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3C7D3B26-1EB4-2EDF-B73E-9C03EBEC3D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560" y="4586221"/>
                <a:ext cx="5054760" cy="2766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16605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1996CBA-9E38-D738-B40C-3FA8B6717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2" y="570184"/>
            <a:ext cx="8631167" cy="115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81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F6223-F868-D357-0F5B-00DB3947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BC50139-1E07-725A-ABEB-80D0E2C6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2" y="570184"/>
            <a:ext cx="8631167" cy="1157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DAD9F3B-174D-6D22-E7DA-169DD6BFBB91}"/>
                  </a:ext>
                </a:extLst>
              </p14:cNvPr>
              <p14:cNvContentPartPr/>
              <p14:nvPr/>
            </p14:nvContentPartPr>
            <p14:xfrm>
              <a:off x="1424797" y="2814601"/>
              <a:ext cx="921240" cy="191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DAD9F3B-174D-6D22-E7DA-169DD6BFBB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5797" y="2805961"/>
                <a:ext cx="9388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B4EF06-A8F3-DE18-58C0-D2C107AD0D91}"/>
                  </a:ext>
                </a:extLst>
              </p14:cNvPr>
              <p14:cNvContentPartPr/>
              <p14:nvPr/>
            </p14:nvContentPartPr>
            <p14:xfrm>
              <a:off x="2291677" y="2850961"/>
              <a:ext cx="1808280" cy="184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B4EF06-A8F3-DE18-58C0-D2C107AD0D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2677" y="2842321"/>
                <a:ext cx="18259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A19F315-8103-1D2F-5F65-81924FF5AB37}"/>
                  </a:ext>
                </a:extLst>
              </p14:cNvPr>
              <p14:cNvContentPartPr/>
              <p14:nvPr/>
            </p14:nvContentPartPr>
            <p14:xfrm>
              <a:off x="3978277" y="2827921"/>
              <a:ext cx="1054440" cy="180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A19F315-8103-1D2F-5F65-81924FF5AB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69274" y="2818921"/>
                <a:ext cx="1072086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A52811F-B36C-E4EF-8FAD-1CC6917B8538}"/>
                  </a:ext>
                </a:extLst>
              </p14:cNvPr>
              <p14:cNvContentPartPr/>
              <p14:nvPr/>
            </p14:nvContentPartPr>
            <p14:xfrm>
              <a:off x="4911037" y="2798761"/>
              <a:ext cx="1028880" cy="182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A52811F-B36C-E4EF-8FAD-1CC6917B85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02040" y="2790121"/>
                <a:ext cx="1046514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4BB75F-6602-8F81-68A5-FA232BD0DC75}"/>
                  </a:ext>
                </a:extLst>
              </p14:cNvPr>
              <p14:cNvContentPartPr/>
              <p14:nvPr/>
            </p14:nvContentPartPr>
            <p14:xfrm>
              <a:off x="5861437" y="2798761"/>
              <a:ext cx="152640" cy="183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4BB75F-6602-8F81-68A5-FA232BD0DC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52797" y="2790121"/>
                <a:ext cx="1702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D1EF345-3E19-CB97-6D1B-7AE7E4D83C12}"/>
                  </a:ext>
                </a:extLst>
              </p14:cNvPr>
              <p14:cNvContentPartPr/>
              <p14:nvPr/>
            </p14:nvContentPartPr>
            <p14:xfrm>
              <a:off x="2208157" y="3248761"/>
              <a:ext cx="9720" cy="251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D1EF345-3E19-CB97-6D1B-7AE7E4D83C1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99157" y="3240121"/>
                <a:ext cx="273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7E2A7E2-D34C-C03F-F856-24019FC3A79F}"/>
                  </a:ext>
                </a:extLst>
              </p14:cNvPr>
              <p14:cNvContentPartPr/>
              <p14:nvPr/>
            </p14:nvContentPartPr>
            <p14:xfrm>
              <a:off x="3154237" y="3291961"/>
              <a:ext cx="19440" cy="221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7E2A7E2-D34C-C03F-F856-24019FC3A79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45237" y="3283321"/>
                <a:ext cx="370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FE6D348-A672-FD88-660C-8D1D28314A04}"/>
                  </a:ext>
                </a:extLst>
              </p14:cNvPr>
              <p14:cNvContentPartPr/>
              <p14:nvPr/>
            </p14:nvContentPartPr>
            <p14:xfrm>
              <a:off x="4081597" y="3294481"/>
              <a:ext cx="32040" cy="214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FE6D348-A672-FD88-660C-8D1D28314A0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72597" y="3285841"/>
                <a:ext cx="496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80D3AD1-B8F5-BDC9-E2D0-086D101C3101}"/>
                  </a:ext>
                </a:extLst>
              </p14:cNvPr>
              <p14:cNvContentPartPr/>
              <p14:nvPr/>
            </p14:nvContentPartPr>
            <p14:xfrm>
              <a:off x="4900957" y="3299161"/>
              <a:ext cx="27000" cy="179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80D3AD1-B8F5-BDC9-E2D0-086D101C310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92317" y="3290521"/>
                <a:ext cx="446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4A637DB-764E-9FB3-79D6-5310303D9250}"/>
                  </a:ext>
                </a:extLst>
              </p14:cNvPr>
              <p14:cNvContentPartPr/>
              <p14:nvPr/>
            </p14:nvContentPartPr>
            <p14:xfrm>
              <a:off x="5896717" y="3258841"/>
              <a:ext cx="27360" cy="236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4A637DB-764E-9FB3-79D6-5310303D92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87717" y="3250201"/>
                <a:ext cx="450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BD469C6-0996-1D81-15E9-26B1AEEEB902}"/>
                  </a:ext>
                </a:extLst>
              </p14:cNvPr>
              <p14:cNvContentPartPr/>
              <p14:nvPr/>
            </p14:nvContentPartPr>
            <p14:xfrm>
              <a:off x="142837" y="3195841"/>
              <a:ext cx="672840" cy="401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BD469C6-0996-1D81-15E9-26B1AEEEB90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3837" y="3187193"/>
                <a:ext cx="690480" cy="4186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88447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281E-014A-5264-E5E5-8F48B640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D9FC19D-DA32-A8AA-729C-0E1E1A8E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2" y="570184"/>
            <a:ext cx="8631167" cy="11570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BE9BE6-219B-A22C-9F8B-2938CBAC9792}"/>
                  </a:ext>
                </a:extLst>
              </p14:cNvPr>
              <p14:cNvContentPartPr/>
              <p14:nvPr/>
            </p14:nvContentPartPr>
            <p14:xfrm>
              <a:off x="1589677" y="2957521"/>
              <a:ext cx="727200" cy="180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BE9BE6-219B-A22C-9F8B-2938CBAC97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037" y="2948881"/>
                <a:ext cx="7448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42B08B2-7C16-3B76-7201-6A45BAB961CF}"/>
                  </a:ext>
                </a:extLst>
              </p14:cNvPr>
              <p14:cNvContentPartPr/>
              <p14:nvPr/>
            </p14:nvContentPartPr>
            <p14:xfrm>
              <a:off x="1641517" y="2617321"/>
              <a:ext cx="1189800" cy="501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42B08B2-7C16-3B76-7201-6A45BAB961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2517" y="2608681"/>
                <a:ext cx="120744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B523491-8E10-4F3D-1647-9E3D72270255}"/>
                  </a:ext>
                </a:extLst>
              </p14:cNvPr>
              <p14:cNvContentPartPr/>
              <p14:nvPr/>
            </p14:nvContentPartPr>
            <p14:xfrm>
              <a:off x="2794597" y="2962201"/>
              <a:ext cx="1091880" cy="150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B523491-8E10-4F3D-1647-9E3D722702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85957" y="2953561"/>
                <a:ext cx="11095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F779AE-02FF-72BE-C71C-7192367EA266}"/>
                  </a:ext>
                </a:extLst>
              </p14:cNvPr>
              <p14:cNvContentPartPr/>
              <p14:nvPr/>
            </p14:nvContentPartPr>
            <p14:xfrm>
              <a:off x="3294277" y="2554681"/>
              <a:ext cx="1232280" cy="507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F779AE-02FF-72BE-C71C-7192367EA2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85637" y="2545687"/>
                <a:ext cx="1249920" cy="524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F76798A-BEC1-DE71-80A0-5D660E1B93DD}"/>
                  </a:ext>
                </a:extLst>
              </p14:cNvPr>
              <p14:cNvContentPartPr/>
              <p14:nvPr/>
            </p14:nvContentPartPr>
            <p14:xfrm>
              <a:off x="2775517" y="2409601"/>
              <a:ext cx="1728720" cy="621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76798A-BEC1-DE71-80A0-5D660E1B93D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6517" y="2400601"/>
                <a:ext cx="174636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1629566-C78D-80F8-439B-C2DAA50DC466}"/>
                  </a:ext>
                </a:extLst>
              </p14:cNvPr>
              <p14:cNvContentPartPr/>
              <p14:nvPr/>
            </p14:nvContentPartPr>
            <p14:xfrm>
              <a:off x="4488757" y="2876161"/>
              <a:ext cx="802080" cy="169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1629566-C78D-80F8-439B-C2DAA50DC46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79757" y="2867521"/>
                <a:ext cx="8197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7B8181A-D95A-DE38-61C1-4AA28DE5B2E5}"/>
                  </a:ext>
                </a:extLst>
              </p14:cNvPr>
              <p14:cNvContentPartPr/>
              <p14:nvPr/>
            </p14:nvContentPartPr>
            <p14:xfrm>
              <a:off x="228157" y="3293401"/>
              <a:ext cx="798120" cy="568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7B8181A-D95A-DE38-61C1-4AA28DE5B2E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157" y="3284407"/>
                <a:ext cx="815760" cy="586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891F77-19B1-2B82-F295-CF9D5432999A}"/>
                  </a:ext>
                </a:extLst>
              </p14:cNvPr>
              <p14:cNvContentPartPr/>
              <p14:nvPr/>
            </p14:nvContentPartPr>
            <p14:xfrm>
              <a:off x="1632877" y="1965361"/>
              <a:ext cx="2835720" cy="1091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891F77-19B1-2B82-F295-CF9D543299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23877" y="1956361"/>
                <a:ext cx="2853360" cy="11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9FC80E6-10F8-F10E-0EAE-9CDC5588E895}"/>
                  </a:ext>
                </a:extLst>
              </p14:cNvPr>
              <p14:cNvContentPartPr/>
              <p14:nvPr/>
            </p14:nvContentPartPr>
            <p14:xfrm>
              <a:off x="2189437" y="3385921"/>
              <a:ext cx="68400" cy="243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9FC80E6-10F8-F10E-0EAE-9CDC5588E89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80797" y="3377281"/>
                <a:ext cx="860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3460A6F-4600-DC4A-9A16-E1EE9B4AE167}"/>
                  </a:ext>
                </a:extLst>
              </p14:cNvPr>
              <p14:cNvContentPartPr/>
              <p14:nvPr/>
            </p14:nvContentPartPr>
            <p14:xfrm>
              <a:off x="2699917" y="3415081"/>
              <a:ext cx="182520" cy="152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3460A6F-4600-DC4A-9A16-E1EE9B4AE16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91277" y="3406441"/>
                <a:ext cx="2001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33913BD-F82D-3477-D215-D3D517489140}"/>
                  </a:ext>
                </a:extLst>
              </p14:cNvPr>
              <p14:cNvContentPartPr/>
              <p14:nvPr/>
            </p14:nvContentPartPr>
            <p14:xfrm>
              <a:off x="3201757" y="3387361"/>
              <a:ext cx="61200" cy="218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33913BD-F82D-3477-D215-D3D5174891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92757" y="3378361"/>
                <a:ext cx="788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DE732A0-DFBF-F2B9-0742-8B154D4FC9D2}"/>
                  </a:ext>
                </a:extLst>
              </p14:cNvPr>
              <p14:cNvContentPartPr/>
              <p14:nvPr/>
            </p14:nvContentPartPr>
            <p14:xfrm>
              <a:off x="3755797" y="3415081"/>
              <a:ext cx="36720" cy="218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DE732A0-DFBF-F2B9-0742-8B154D4FC9D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47157" y="3406441"/>
                <a:ext cx="543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45806C2-41E2-B95C-D0FB-7AD8F9792936}"/>
                  </a:ext>
                </a:extLst>
              </p14:cNvPr>
              <p14:cNvContentPartPr/>
              <p14:nvPr/>
            </p14:nvContentPartPr>
            <p14:xfrm>
              <a:off x="4302637" y="3411841"/>
              <a:ext cx="214920" cy="193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45806C2-41E2-B95C-D0FB-7AD8F979293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93637" y="3402841"/>
                <a:ext cx="2325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ABBA1AE-6F0F-5E40-2C81-AF8451756373}"/>
                  </a:ext>
                </a:extLst>
              </p14:cNvPr>
              <p14:cNvContentPartPr/>
              <p14:nvPr/>
            </p14:nvContentPartPr>
            <p14:xfrm>
              <a:off x="5138557" y="3380161"/>
              <a:ext cx="55440" cy="303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ABBA1AE-6F0F-5E40-2C81-AF845175637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29917" y="3371161"/>
                <a:ext cx="73080" cy="3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842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97B-2EC4-51AD-BB91-3064F349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ECBCA-7245-0C76-2B13-5AC443F5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0794"/>
            <a:ext cx="7886700" cy="1325563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Open questions</a:t>
            </a:r>
            <a:endParaRPr lang="en-C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2C22DD7-DFC7-B5F4-6D51-29483D9D2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16024"/>
                <a:ext cx="8342630" cy="519493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there a SETH lower bound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cograph-editing?  Current reductions cannot be used.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the approach be used to improve the complexity of Cograph-editing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New branching only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CA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How to make more useful?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Can the approach be used for other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CA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-free modification problems?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Does </a:t>
                </a:r>
                <a:r>
                  <a:rPr lang="en-CA" sz="24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cograph-editing have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kernel?</a:t>
                </a:r>
              </a:p>
              <a:p>
                <a:pPr lvl="1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[Crespelle, Pellerin &amp; </a:t>
                </a:r>
                <a:r>
                  <a:rPr lang="en-CA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Thomassé</a:t>
                </a:r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2022] got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2C22DD7-DFC7-B5F4-6D51-29483D9D2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16024"/>
                <a:ext cx="8342630" cy="5194935"/>
              </a:xfrm>
              <a:blipFill>
                <a:blip r:embed="rId2"/>
                <a:stretch>
                  <a:fillRect l="-1096" t="-152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886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7309</TotalTime>
  <Words>1666</Words>
  <Application>Microsoft Office PowerPoint</Application>
  <PresentationFormat>Affichage à l'écran (4:3)</PresentationFormat>
  <Paragraphs>186</Paragraphs>
  <Slides>48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Thème Office 2013 – 2022</vt:lpstr>
      <vt:lpstr>An O^∗ ((2 +ϵ)^k) Time Algorithm for Cograph Deletion Using Unavoidable Subgraphs in Large Prime Graphs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Open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</dc:creator>
  <cp:lastModifiedBy>Manuel Lafond</cp:lastModifiedBy>
  <cp:revision>9</cp:revision>
  <dcterms:created xsi:type="dcterms:W3CDTF">2014-08-21T16:56:32Z</dcterms:created>
  <dcterms:modified xsi:type="dcterms:W3CDTF">2026-09-01T20:09:10Z</dcterms:modified>
</cp:coreProperties>
</file>