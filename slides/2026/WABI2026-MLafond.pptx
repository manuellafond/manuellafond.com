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notesMasterIdLst>
    <p:notesMasterId r:id="rId20"/>
  </p:notesMasterIdLst>
  <p:sldIdLst>
    <p:sldId id="256" r:id="rId2"/>
    <p:sldId id="1147" r:id="rId3"/>
    <p:sldId id="1329" r:id="rId4"/>
    <p:sldId id="1330" r:id="rId5"/>
    <p:sldId id="1331" r:id="rId6"/>
    <p:sldId id="1332" r:id="rId7"/>
    <p:sldId id="1333" r:id="rId8"/>
    <p:sldId id="1334" r:id="rId9"/>
    <p:sldId id="1335" r:id="rId10"/>
    <p:sldId id="1337" r:id="rId11"/>
    <p:sldId id="1338" r:id="rId12"/>
    <p:sldId id="1339" r:id="rId13"/>
    <p:sldId id="1340" r:id="rId14"/>
    <p:sldId id="1341" r:id="rId15"/>
    <p:sldId id="1342" r:id="rId16"/>
    <p:sldId id="1343" r:id="rId17"/>
    <p:sldId id="1336" r:id="rId18"/>
    <p:sldId id="132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B9F896"/>
    <a:srgbClr val="B5C8FD"/>
    <a:srgbClr val="D2533C"/>
    <a:srgbClr val="CBF0F9"/>
    <a:srgbClr val="EDFAFD"/>
    <a:srgbClr val="C3F0F9"/>
    <a:srgbClr val="86E0F2"/>
    <a:srgbClr val="D57C39"/>
    <a:srgbClr val="F2F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45F8A5-F3A3-410C-BD5D-F482CF62DA62}" v="2798" dt="2026-08-29T22:42:43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Lafond" userId="34502308-0131-479c-a52b-92567eddfa82" providerId="ADAL" clId="{6C69A4BB-4FD7-4839-B44A-C42F16254999}"/>
    <pc:docChg chg="undo redo custSel addSld delSld modSld sldOrd">
      <pc:chgData name="Manuel Lafond" userId="34502308-0131-479c-a52b-92567eddfa82" providerId="ADAL" clId="{6C69A4BB-4FD7-4839-B44A-C42F16254999}" dt="2026-08-29T22:42:43.616" v="11360" actId="20577"/>
      <pc:docMkLst>
        <pc:docMk/>
      </pc:docMkLst>
      <pc:sldChg chg="modSp mod">
        <pc:chgData name="Manuel Lafond" userId="34502308-0131-479c-a52b-92567eddfa82" providerId="ADAL" clId="{6C69A4BB-4FD7-4839-B44A-C42F16254999}" dt="2026-08-29T17:41:41.036" v="6721" actId="20577"/>
        <pc:sldMkLst>
          <pc:docMk/>
          <pc:sldMk cId="1194076223" sldId="256"/>
        </pc:sldMkLst>
        <pc:spChg chg="mod">
          <ac:chgData name="Manuel Lafond" userId="34502308-0131-479c-a52b-92567eddfa82" providerId="ADAL" clId="{6C69A4BB-4FD7-4839-B44A-C42F16254999}" dt="2026-08-29T17:41:35.047" v="6719" actId="20577"/>
          <ac:spMkLst>
            <pc:docMk/>
            <pc:sldMk cId="1194076223" sldId="256"/>
            <ac:spMk id="2" creationId="{00000000-0000-0000-0000-000000000000}"/>
          </ac:spMkLst>
        </pc:spChg>
        <pc:spChg chg="mod">
          <ac:chgData name="Manuel Lafond" userId="34502308-0131-479c-a52b-92567eddfa82" providerId="ADAL" clId="{6C69A4BB-4FD7-4839-B44A-C42F16254999}" dt="2026-08-29T17:41:41.036" v="6721" actId="20577"/>
          <ac:spMkLst>
            <pc:docMk/>
            <pc:sldMk cId="1194076223" sldId="256"/>
            <ac:spMk id="3" creationId="{00000000-0000-0000-0000-000000000000}"/>
          </ac:spMkLst>
        </pc:spChg>
      </pc:sldChg>
      <pc:sldChg chg="delSp modSp mod ord">
        <pc:chgData name="Manuel Lafond" userId="34502308-0131-479c-a52b-92567eddfa82" providerId="ADAL" clId="{6C69A4BB-4FD7-4839-B44A-C42F16254999}" dt="2026-08-29T18:24:21.218" v="10278"/>
        <pc:sldMkLst>
          <pc:docMk/>
          <pc:sldMk cId="4078806710" sldId="1147"/>
        </pc:sldMkLst>
        <pc:spChg chg="mod">
          <ac:chgData name="Manuel Lafond" userId="34502308-0131-479c-a52b-92567eddfa82" providerId="ADAL" clId="{6C69A4BB-4FD7-4839-B44A-C42F16254999}" dt="2026-08-29T17:44:56.226" v="6935" actId="20577"/>
          <ac:spMkLst>
            <pc:docMk/>
            <pc:sldMk cId="4078806710" sldId="1147"/>
            <ac:spMk id="3" creationId="{17343A79-79D6-E4D6-95FA-4B025913987C}"/>
          </ac:spMkLst>
        </pc:spChg>
        <pc:inkChg chg="del">
          <ac:chgData name="Manuel Lafond" userId="34502308-0131-479c-a52b-92567eddfa82" providerId="ADAL" clId="{6C69A4BB-4FD7-4839-B44A-C42F16254999}" dt="2026-08-29T17:43:22.691" v="6850" actId="478"/>
          <ac:inkMkLst>
            <pc:docMk/>
            <pc:sldMk cId="4078806710" sldId="1147"/>
            <ac:inkMk id="5" creationId="{1035B574-61CA-D285-8546-79D9B15C6788}"/>
          </ac:inkMkLst>
        </pc:inkChg>
        <pc:inkChg chg="del">
          <ac:chgData name="Manuel Lafond" userId="34502308-0131-479c-a52b-92567eddfa82" providerId="ADAL" clId="{6C69A4BB-4FD7-4839-B44A-C42F16254999}" dt="2026-08-29T17:43:22.691" v="6850" actId="478"/>
          <ac:inkMkLst>
            <pc:docMk/>
            <pc:sldMk cId="4078806710" sldId="1147"/>
            <ac:inkMk id="6" creationId="{8E15A1C4-7B92-C37E-92D1-2AB72BA69303}"/>
          </ac:inkMkLst>
        </pc:inkChg>
        <pc:inkChg chg="del">
          <ac:chgData name="Manuel Lafond" userId="34502308-0131-479c-a52b-92567eddfa82" providerId="ADAL" clId="{6C69A4BB-4FD7-4839-B44A-C42F16254999}" dt="2026-08-29T17:43:22.691" v="6850" actId="478"/>
          <ac:inkMkLst>
            <pc:docMk/>
            <pc:sldMk cId="4078806710" sldId="1147"/>
            <ac:inkMk id="7" creationId="{CC006225-4E45-8425-6F92-744A7E25F97A}"/>
          </ac:inkMkLst>
        </pc:inkChg>
        <pc:inkChg chg="del">
          <ac:chgData name="Manuel Lafond" userId="34502308-0131-479c-a52b-92567eddfa82" providerId="ADAL" clId="{6C69A4BB-4FD7-4839-B44A-C42F16254999}" dt="2026-08-29T17:43:22.691" v="6850" actId="478"/>
          <ac:inkMkLst>
            <pc:docMk/>
            <pc:sldMk cId="4078806710" sldId="1147"/>
            <ac:inkMk id="10" creationId="{74146D5E-52C9-96F1-E629-F93245C2B5FD}"/>
          </ac:inkMkLst>
        </pc:inkChg>
        <pc:inkChg chg="del">
          <ac:chgData name="Manuel Lafond" userId="34502308-0131-479c-a52b-92567eddfa82" providerId="ADAL" clId="{6C69A4BB-4FD7-4839-B44A-C42F16254999}" dt="2026-08-29T17:43:22.691" v="6850" actId="478"/>
          <ac:inkMkLst>
            <pc:docMk/>
            <pc:sldMk cId="4078806710" sldId="1147"/>
            <ac:inkMk id="11" creationId="{67757FED-06A1-F1B5-6817-D825BC25FE28}"/>
          </ac:inkMkLst>
        </pc:inkChg>
        <pc:inkChg chg="del">
          <ac:chgData name="Manuel Lafond" userId="34502308-0131-479c-a52b-92567eddfa82" providerId="ADAL" clId="{6C69A4BB-4FD7-4839-B44A-C42F16254999}" dt="2026-08-29T17:43:22.691" v="6850" actId="478"/>
          <ac:inkMkLst>
            <pc:docMk/>
            <pc:sldMk cId="4078806710" sldId="1147"/>
            <ac:inkMk id="12" creationId="{D61A243A-3CA2-7AA8-0093-FF3B51F1C95F}"/>
          </ac:inkMkLst>
        </pc:inkChg>
        <pc:inkChg chg="del">
          <ac:chgData name="Manuel Lafond" userId="34502308-0131-479c-a52b-92567eddfa82" providerId="ADAL" clId="{6C69A4BB-4FD7-4839-B44A-C42F16254999}" dt="2026-08-29T17:43:22.691" v="6850" actId="478"/>
          <ac:inkMkLst>
            <pc:docMk/>
            <pc:sldMk cId="4078806710" sldId="1147"/>
            <ac:inkMk id="14" creationId="{C634CF6A-DA95-C24D-B8CE-5869BB2BC537}"/>
          </ac:inkMkLst>
        </pc:inkChg>
        <pc:inkChg chg="del">
          <ac:chgData name="Manuel Lafond" userId="34502308-0131-479c-a52b-92567eddfa82" providerId="ADAL" clId="{6C69A4BB-4FD7-4839-B44A-C42F16254999}" dt="2026-08-29T17:43:22.691" v="6850" actId="478"/>
          <ac:inkMkLst>
            <pc:docMk/>
            <pc:sldMk cId="4078806710" sldId="1147"/>
            <ac:inkMk id="15" creationId="{38C66BD4-6D20-1B7A-027F-BC362045CD94}"/>
          </ac:inkMkLst>
        </pc:inkChg>
        <pc:inkChg chg="del">
          <ac:chgData name="Manuel Lafond" userId="34502308-0131-479c-a52b-92567eddfa82" providerId="ADAL" clId="{6C69A4BB-4FD7-4839-B44A-C42F16254999}" dt="2026-08-29T17:43:22.691" v="6850" actId="478"/>
          <ac:inkMkLst>
            <pc:docMk/>
            <pc:sldMk cId="4078806710" sldId="1147"/>
            <ac:inkMk id="16" creationId="{76A33438-CA73-7A8D-86B7-ED3131B9939B}"/>
          </ac:inkMkLst>
        </pc:inkChg>
        <pc:inkChg chg="del">
          <ac:chgData name="Manuel Lafond" userId="34502308-0131-479c-a52b-92567eddfa82" providerId="ADAL" clId="{6C69A4BB-4FD7-4839-B44A-C42F16254999}" dt="2026-08-29T17:43:22.691" v="6850" actId="478"/>
          <ac:inkMkLst>
            <pc:docMk/>
            <pc:sldMk cId="4078806710" sldId="1147"/>
            <ac:inkMk id="17" creationId="{4897E40B-BAF6-C5D4-FF2F-A497BF02D3E3}"/>
          </ac:inkMkLst>
        </pc:inkChg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152157779" sldId="1285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386195522" sldId="1286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196946189" sldId="1287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549212598" sldId="1288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110905331" sldId="1289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1271053864" sldId="1291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896809267" sldId="1293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805315489" sldId="1295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7442657" sldId="1296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1007803428" sldId="1297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31672177" sldId="1298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137535109" sldId="1299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337421385" sldId="1300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217830720" sldId="1301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4109954494" sldId="1302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54668471" sldId="1303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956723010" sldId="1304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13410568" sldId="1305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523185598" sldId="1306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680316859" sldId="1307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390023025" sldId="1308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763893739" sldId="1309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699224741" sldId="1312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997223423" sldId="1313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466707797" sldId="1314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916706114" sldId="1315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1051714711" sldId="1316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489194358" sldId="1317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1629822827" sldId="1318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919632763" sldId="1319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260962209" sldId="1320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2468971548" sldId="1321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810185642" sldId="1322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007637721" sldId="1323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120665131" sldId="1324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3396157804" sldId="1325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1336388159" sldId="1326"/>
        </pc:sldMkLst>
      </pc:sldChg>
      <pc:sldChg chg="del">
        <pc:chgData name="Manuel Lafond" userId="34502308-0131-479c-a52b-92567eddfa82" providerId="ADAL" clId="{6C69A4BB-4FD7-4839-B44A-C42F16254999}" dt="2026-08-29T18:10:32.196" v="9220" actId="47"/>
        <pc:sldMkLst>
          <pc:docMk/>
          <pc:sldMk cId="760855156" sldId="1327"/>
        </pc:sldMkLst>
      </pc:sldChg>
      <pc:sldChg chg="modSp mod">
        <pc:chgData name="Manuel Lafond" userId="34502308-0131-479c-a52b-92567eddfa82" providerId="ADAL" clId="{6C69A4BB-4FD7-4839-B44A-C42F16254999}" dt="2026-08-29T18:25:32.749" v="10292" actId="2711"/>
        <pc:sldMkLst>
          <pc:docMk/>
          <pc:sldMk cId="262488683" sldId="1328"/>
        </pc:sldMkLst>
        <pc:spChg chg="mod">
          <ac:chgData name="Manuel Lafond" userId="34502308-0131-479c-a52b-92567eddfa82" providerId="ADAL" clId="{6C69A4BB-4FD7-4839-B44A-C42F16254999}" dt="2026-08-29T18:25:32.749" v="10292" actId="2711"/>
          <ac:spMkLst>
            <pc:docMk/>
            <pc:sldMk cId="262488683" sldId="1328"/>
            <ac:spMk id="2" creationId="{AE8ECBCA-7245-0C76-2B13-5AC443F5C0DE}"/>
          </ac:spMkLst>
        </pc:spChg>
        <pc:spChg chg="mod">
          <ac:chgData name="Manuel Lafond" userId="34502308-0131-479c-a52b-92567eddfa82" providerId="ADAL" clId="{6C69A4BB-4FD7-4839-B44A-C42F16254999}" dt="2026-08-29T18:25:24.312" v="10291" actId="2711"/>
          <ac:spMkLst>
            <pc:docMk/>
            <pc:sldMk cId="262488683" sldId="1328"/>
            <ac:spMk id="3" creationId="{F2C22DD7-DFC7-B5F4-6D51-29483D9D2110}"/>
          </ac:spMkLst>
        </pc:spChg>
      </pc:sldChg>
      <pc:sldChg chg="modSp add mod">
        <pc:chgData name="Manuel Lafond" userId="34502308-0131-479c-a52b-92567eddfa82" providerId="ADAL" clId="{6C69A4BB-4FD7-4839-B44A-C42F16254999}" dt="2026-08-29T17:51:58.541" v="7668" actId="20577"/>
        <pc:sldMkLst>
          <pc:docMk/>
          <pc:sldMk cId="927700421" sldId="1329"/>
        </pc:sldMkLst>
        <pc:spChg chg="mod">
          <ac:chgData name="Manuel Lafond" userId="34502308-0131-479c-a52b-92567eddfa82" providerId="ADAL" clId="{6C69A4BB-4FD7-4839-B44A-C42F16254999}" dt="2026-08-29T17:51:58.541" v="7668" actId="20577"/>
          <ac:spMkLst>
            <pc:docMk/>
            <pc:sldMk cId="927700421" sldId="1329"/>
            <ac:spMk id="3" creationId="{36B8D918-DA83-2FA4-532E-73F3452FAE7D}"/>
          </ac:spMkLst>
        </pc:spChg>
      </pc:sldChg>
      <pc:sldChg chg="modSp add mod">
        <pc:chgData name="Manuel Lafond" userId="34502308-0131-479c-a52b-92567eddfa82" providerId="ADAL" clId="{6C69A4BB-4FD7-4839-B44A-C42F16254999}" dt="2026-08-29T17:55:08.856" v="7941" actId="20577"/>
        <pc:sldMkLst>
          <pc:docMk/>
          <pc:sldMk cId="2443296418" sldId="1330"/>
        </pc:sldMkLst>
        <pc:spChg chg="mod">
          <ac:chgData name="Manuel Lafond" userId="34502308-0131-479c-a52b-92567eddfa82" providerId="ADAL" clId="{6C69A4BB-4FD7-4839-B44A-C42F16254999}" dt="2026-08-29T17:55:08.856" v="7941" actId="20577"/>
          <ac:spMkLst>
            <pc:docMk/>
            <pc:sldMk cId="2443296418" sldId="1330"/>
            <ac:spMk id="3" creationId="{EECF4762-9E4C-7E68-FE75-11400E4A3498}"/>
          </ac:spMkLst>
        </pc:spChg>
      </pc:sldChg>
      <pc:sldChg chg="modSp add mod">
        <pc:chgData name="Manuel Lafond" userId="34502308-0131-479c-a52b-92567eddfa82" providerId="ADAL" clId="{6C69A4BB-4FD7-4839-B44A-C42F16254999}" dt="2026-08-29T18:02:05.092" v="8758" actId="179"/>
        <pc:sldMkLst>
          <pc:docMk/>
          <pc:sldMk cId="3664383271" sldId="1331"/>
        </pc:sldMkLst>
        <pc:spChg chg="mod">
          <ac:chgData name="Manuel Lafond" userId="34502308-0131-479c-a52b-92567eddfa82" providerId="ADAL" clId="{6C69A4BB-4FD7-4839-B44A-C42F16254999}" dt="2026-08-29T18:02:05.092" v="8758" actId="179"/>
          <ac:spMkLst>
            <pc:docMk/>
            <pc:sldMk cId="3664383271" sldId="1331"/>
            <ac:spMk id="3" creationId="{7018E31D-9020-74B3-3809-FA674176CABF}"/>
          </ac:spMkLst>
        </pc:spChg>
      </pc:sldChg>
      <pc:sldChg chg="modSp add mod">
        <pc:chgData name="Manuel Lafond" userId="34502308-0131-479c-a52b-92567eddfa82" providerId="ADAL" clId="{6C69A4BB-4FD7-4839-B44A-C42F16254999}" dt="2026-08-29T18:09:54.895" v="9218" actId="12"/>
        <pc:sldMkLst>
          <pc:docMk/>
          <pc:sldMk cId="1880415986" sldId="1332"/>
        </pc:sldMkLst>
        <pc:spChg chg="mod">
          <ac:chgData name="Manuel Lafond" userId="34502308-0131-479c-a52b-92567eddfa82" providerId="ADAL" clId="{6C69A4BB-4FD7-4839-B44A-C42F16254999}" dt="2026-08-29T18:09:54.895" v="9218" actId="12"/>
          <ac:spMkLst>
            <pc:docMk/>
            <pc:sldMk cId="1880415986" sldId="1332"/>
            <ac:spMk id="3" creationId="{0D5B4B86-8343-FD7E-CE18-F37549A5B1A5}"/>
          </ac:spMkLst>
        </pc:spChg>
      </pc:sldChg>
      <pc:sldChg chg="modSp add mod">
        <pc:chgData name="Manuel Lafond" userId="34502308-0131-479c-a52b-92567eddfa82" providerId="ADAL" clId="{6C69A4BB-4FD7-4839-B44A-C42F16254999}" dt="2026-08-29T18:18:12.817" v="9822" actId="20577"/>
        <pc:sldMkLst>
          <pc:docMk/>
          <pc:sldMk cId="394956743" sldId="1333"/>
        </pc:sldMkLst>
        <pc:spChg chg="mod">
          <ac:chgData name="Manuel Lafond" userId="34502308-0131-479c-a52b-92567eddfa82" providerId="ADAL" clId="{6C69A4BB-4FD7-4839-B44A-C42F16254999}" dt="2026-08-29T18:18:12.817" v="9822" actId="20577"/>
          <ac:spMkLst>
            <pc:docMk/>
            <pc:sldMk cId="394956743" sldId="1333"/>
            <ac:spMk id="3" creationId="{D91DBAB9-78CE-03DC-119B-FE6C091B3902}"/>
          </ac:spMkLst>
        </pc:spChg>
      </pc:sldChg>
      <pc:sldChg chg="modSp add mod">
        <pc:chgData name="Manuel Lafond" userId="34502308-0131-479c-a52b-92567eddfa82" providerId="ADAL" clId="{6C69A4BB-4FD7-4839-B44A-C42F16254999}" dt="2026-08-29T18:21:47.716" v="10253" actId="20577"/>
        <pc:sldMkLst>
          <pc:docMk/>
          <pc:sldMk cId="1068849002" sldId="1334"/>
        </pc:sldMkLst>
        <pc:spChg chg="mod">
          <ac:chgData name="Manuel Lafond" userId="34502308-0131-479c-a52b-92567eddfa82" providerId="ADAL" clId="{6C69A4BB-4FD7-4839-B44A-C42F16254999}" dt="2026-08-29T18:21:47.716" v="10253" actId="20577"/>
          <ac:spMkLst>
            <pc:docMk/>
            <pc:sldMk cId="1068849002" sldId="1334"/>
            <ac:spMk id="3" creationId="{D14EC730-1E93-5A34-B46D-780DE1E19FC8}"/>
          </ac:spMkLst>
        </pc:spChg>
      </pc:sldChg>
      <pc:sldChg chg="modSp add mod">
        <pc:chgData name="Manuel Lafond" userId="34502308-0131-479c-a52b-92567eddfa82" providerId="ADAL" clId="{6C69A4BB-4FD7-4839-B44A-C42F16254999}" dt="2026-08-29T18:24:04.042" v="10276" actId="207"/>
        <pc:sldMkLst>
          <pc:docMk/>
          <pc:sldMk cId="2496864613" sldId="1335"/>
        </pc:sldMkLst>
        <pc:spChg chg="mod">
          <ac:chgData name="Manuel Lafond" userId="34502308-0131-479c-a52b-92567eddfa82" providerId="ADAL" clId="{6C69A4BB-4FD7-4839-B44A-C42F16254999}" dt="2026-08-29T18:24:04.042" v="10276" actId="207"/>
          <ac:spMkLst>
            <pc:docMk/>
            <pc:sldMk cId="2496864613" sldId="1335"/>
            <ac:spMk id="3" creationId="{CEAC61AF-0035-BAE4-C5E5-6C5EF022B7C5}"/>
          </ac:spMkLst>
        </pc:spChg>
      </pc:sldChg>
      <pc:sldChg chg="modSp add mod">
        <pc:chgData name="Manuel Lafond" userId="34502308-0131-479c-a52b-92567eddfa82" providerId="ADAL" clId="{6C69A4BB-4FD7-4839-B44A-C42F16254999}" dt="2026-08-29T18:24:40.154" v="10290" actId="20577"/>
        <pc:sldMkLst>
          <pc:docMk/>
          <pc:sldMk cId="2357022316" sldId="1336"/>
        </pc:sldMkLst>
        <pc:spChg chg="mod">
          <ac:chgData name="Manuel Lafond" userId="34502308-0131-479c-a52b-92567eddfa82" providerId="ADAL" clId="{6C69A4BB-4FD7-4839-B44A-C42F16254999}" dt="2026-08-29T18:24:40.154" v="10290" actId="20577"/>
          <ac:spMkLst>
            <pc:docMk/>
            <pc:sldMk cId="2357022316" sldId="1336"/>
            <ac:spMk id="3" creationId="{7397490F-3402-738B-68AF-A1E064247CB7}"/>
          </ac:spMkLst>
        </pc:spChg>
      </pc:sldChg>
      <pc:sldChg chg="modSp add mod">
        <pc:chgData name="Manuel Lafond" userId="34502308-0131-479c-a52b-92567eddfa82" providerId="ADAL" clId="{6C69A4BB-4FD7-4839-B44A-C42F16254999}" dt="2026-08-29T18:28:21.825" v="10546" actId="20577"/>
        <pc:sldMkLst>
          <pc:docMk/>
          <pc:sldMk cId="3028770924" sldId="1337"/>
        </pc:sldMkLst>
        <pc:spChg chg="mod">
          <ac:chgData name="Manuel Lafond" userId="34502308-0131-479c-a52b-92567eddfa82" providerId="ADAL" clId="{6C69A4BB-4FD7-4839-B44A-C42F16254999}" dt="2026-08-29T18:28:21.825" v="10546" actId="20577"/>
          <ac:spMkLst>
            <pc:docMk/>
            <pc:sldMk cId="3028770924" sldId="1337"/>
            <ac:spMk id="3" creationId="{93DDAB0A-BD81-E15C-5536-0993C23EABCD}"/>
          </ac:spMkLst>
        </pc:spChg>
      </pc:sldChg>
      <pc:sldChg chg="modSp add mod">
        <pc:chgData name="Manuel Lafond" userId="34502308-0131-479c-a52b-92567eddfa82" providerId="ADAL" clId="{6C69A4BB-4FD7-4839-B44A-C42F16254999}" dt="2026-08-29T22:30:46.788" v="11055" actId="113"/>
        <pc:sldMkLst>
          <pc:docMk/>
          <pc:sldMk cId="1604508391" sldId="1338"/>
        </pc:sldMkLst>
        <pc:spChg chg="mod">
          <ac:chgData name="Manuel Lafond" userId="34502308-0131-479c-a52b-92567eddfa82" providerId="ADAL" clId="{6C69A4BB-4FD7-4839-B44A-C42F16254999}" dt="2026-08-29T22:30:46.788" v="11055" actId="113"/>
          <ac:spMkLst>
            <pc:docMk/>
            <pc:sldMk cId="1604508391" sldId="1338"/>
            <ac:spMk id="3" creationId="{D4519407-E3E7-A1AE-0AC0-BEB2805CC955}"/>
          </ac:spMkLst>
        </pc:spChg>
      </pc:sldChg>
      <pc:sldChg chg="modSp add mod">
        <pc:chgData name="Manuel Lafond" userId="34502308-0131-479c-a52b-92567eddfa82" providerId="ADAL" clId="{6C69A4BB-4FD7-4839-B44A-C42F16254999}" dt="2026-08-29T22:32:09.311" v="11058" actId="6549"/>
        <pc:sldMkLst>
          <pc:docMk/>
          <pc:sldMk cId="862640904" sldId="1339"/>
        </pc:sldMkLst>
        <pc:spChg chg="mod">
          <ac:chgData name="Manuel Lafond" userId="34502308-0131-479c-a52b-92567eddfa82" providerId="ADAL" clId="{6C69A4BB-4FD7-4839-B44A-C42F16254999}" dt="2026-08-29T22:32:09.311" v="11058" actId="6549"/>
          <ac:spMkLst>
            <pc:docMk/>
            <pc:sldMk cId="862640904" sldId="1339"/>
            <ac:spMk id="3" creationId="{210654CA-CE59-768C-1254-16F9CE3AC8CD}"/>
          </ac:spMkLst>
        </pc:spChg>
      </pc:sldChg>
      <pc:sldChg chg="add">
        <pc:chgData name="Manuel Lafond" userId="34502308-0131-479c-a52b-92567eddfa82" providerId="ADAL" clId="{6C69A4BB-4FD7-4839-B44A-C42F16254999}" dt="2026-08-29T22:32:14.340" v="11059"/>
        <pc:sldMkLst>
          <pc:docMk/>
          <pc:sldMk cId="1115396528" sldId="1340"/>
        </pc:sldMkLst>
      </pc:sldChg>
      <pc:sldChg chg="add">
        <pc:chgData name="Manuel Lafond" userId="34502308-0131-479c-a52b-92567eddfa82" providerId="ADAL" clId="{6C69A4BB-4FD7-4839-B44A-C42F16254999}" dt="2026-08-29T22:32:15.800" v="11060"/>
        <pc:sldMkLst>
          <pc:docMk/>
          <pc:sldMk cId="1389413292" sldId="1341"/>
        </pc:sldMkLst>
      </pc:sldChg>
      <pc:sldChg chg="modSp add mod">
        <pc:chgData name="Manuel Lafond" userId="34502308-0131-479c-a52b-92567eddfa82" providerId="ADAL" clId="{6C69A4BB-4FD7-4839-B44A-C42F16254999}" dt="2026-08-29T22:35:00.116" v="11203" actId="20577"/>
        <pc:sldMkLst>
          <pc:docMk/>
          <pc:sldMk cId="1727186485" sldId="1342"/>
        </pc:sldMkLst>
        <pc:spChg chg="mod">
          <ac:chgData name="Manuel Lafond" userId="34502308-0131-479c-a52b-92567eddfa82" providerId="ADAL" clId="{6C69A4BB-4FD7-4839-B44A-C42F16254999}" dt="2026-08-29T22:35:00.116" v="11203" actId="20577"/>
          <ac:spMkLst>
            <pc:docMk/>
            <pc:sldMk cId="1727186485" sldId="1342"/>
            <ac:spMk id="3" creationId="{093D02BC-B91C-4D99-500B-FE651665D987}"/>
          </ac:spMkLst>
        </pc:spChg>
      </pc:sldChg>
      <pc:sldChg chg="modSp add mod">
        <pc:chgData name="Manuel Lafond" userId="34502308-0131-479c-a52b-92567eddfa82" providerId="ADAL" clId="{6C69A4BB-4FD7-4839-B44A-C42F16254999}" dt="2026-08-29T22:42:43.616" v="11360" actId="20577"/>
        <pc:sldMkLst>
          <pc:docMk/>
          <pc:sldMk cId="3359577671" sldId="1343"/>
        </pc:sldMkLst>
        <pc:spChg chg="mod">
          <ac:chgData name="Manuel Lafond" userId="34502308-0131-479c-a52b-92567eddfa82" providerId="ADAL" clId="{6C69A4BB-4FD7-4839-B44A-C42F16254999}" dt="2026-08-29T22:42:43.616" v="11360" actId="20577"/>
          <ac:spMkLst>
            <pc:docMk/>
            <pc:sldMk cId="3359577671" sldId="1343"/>
            <ac:spMk id="3" creationId="{1E3F7346-3E58-D26A-C319-FC37215C5F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BD801-9646-4C96-A66F-D3CB4069E2F3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7CB3B-72F3-4B0D-A656-9650568FC1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75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178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156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35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3102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334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504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956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133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861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251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8320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CB818-7379-467D-8E76-EF9D9074A26C}" type="datetime2">
              <a:rPr lang="en-US" smtClean="0"/>
              <a:pPr/>
              <a:t>Saturday, August 29,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6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680" y="1371600"/>
            <a:ext cx="8681720" cy="19272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Constructing incompatibility graphs of trees in optimal output-sensitive time</a:t>
            </a:r>
            <a:endParaRPr lang="en-US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382" y="4267200"/>
            <a:ext cx="7315200" cy="17526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Manuel Lafond		Université de Sherbrooke</a:t>
            </a:r>
          </a:p>
        </p:txBody>
      </p:sp>
    </p:spTree>
    <p:extLst>
      <p:ext uri="{BB962C8B-B14F-4D97-AF65-F5344CB8AC3E}">
        <p14:creationId xmlns:p14="http://schemas.microsoft.com/office/powerpoint/2010/main" val="119407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7343A79-79D6-E4D6-95FA-4B02591398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40359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Clusters in trees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Given a (rooted) tree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a node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𝑐𝑙𝑢𝑠𝑡𝑒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set of leaf taxa that descend from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𝑐𝑙𝑢𝑠𝑡𝑒𝑟𝑠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𝑐𝑙𝑢𝑠𝑡𝑒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7343A79-79D6-E4D6-95FA-4B02591398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403590" cy="5296535"/>
              </a:xfrm>
              <a:blipFill>
                <a:blip r:embed="rId2"/>
                <a:stretch>
                  <a:fillRect l="-943" t="-14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80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385DB-B11E-7FAA-7BC0-131CCD53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6B8D918-DA83-2FA4-532E-73F3452FA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403590" cy="614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Incompatible clusters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two sets of taxa.  We say that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compatible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there exists a tree that contains both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as clusters.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Otherwise,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incompatible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Classic problem: given a collection of sets of taxa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lit/>
                      </m:rP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reconstruct a tree whose clusters are exactly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if possible.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Theorem: feasible if and only if sets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pairwise-compatible.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Theorem: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compatible if and only if one of the following holds: either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or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(i.e., there is no partial overlap)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6B8D918-DA83-2FA4-532E-73F3452FA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403590" cy="6149975"/>
              </a:xfrm>
              <a:blipFill>
                <a:blip r:embed="rId2"/>
                <a:stretch>
                  <a:fillRect l="-943" t="-128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700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C2E8-DDBB-CB20-FAD5-7D3E7580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ECF4762-9E4C-7E68-FE75-11400E4A34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40359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Incompatibility graphs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two trees.  Then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incompatibility graph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 It has: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one vertex for each cluster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each cluster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edge between clusters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incompatible.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ECF4762-9E4C-7E68-FE75-11400E4A3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403590" cy="5296535"/>
              </a:xfrm>
              <a:blipFill>
                <a:blip r:embed="rId2"/>
                <a:stretch>
                  <a:fillRect l="-943" t="-1496" r="-87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329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5BAAC-047F-AB7D-70B7-D2A50E61B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018E31D-9020-74B3-3809-FA674176CA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40359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Some motivations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Incompatibility graphs are notably used to:</a:t>
                </a:r>
              </a:p>
              <a:p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Reconstruct phylogenetic networks to combine trees with incompatible clusters.  Each connected component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corresponds to a blob of the network.  [REF]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Compute distances between trees.  The BHV distance projects the trees in a continuous vector space, and asks for the shortest geodesic path between the projections. </a:t>
                </a:r>
              </a:p>
              <a:p>
                <a:pPr marL="233363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maximum independent set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gives the direction to take in a shortest path. [REF]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Obtain consensus trees.  The set of isolated vertices of the incompatibility graph can fit into a tree.  Such consensus can be built in linear time using other techniques. [REF]   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018E31D-9020-74B3-3809-FA674176CA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403590" cy="5296535"/>
              </a:xfrm>
              <a:blipFill>
                <a:blip r:embed="rId2"/>
                <a:stretch>
                  <a:fillRect l="-943" t="-1496" r="-13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383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64CC4-FBE3-E98F-7ECA-21B47B29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0D5B4B86-8343-FD7E-CE18-F37549A5B1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Computing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b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number of leaves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of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Current implementations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Represent clusters as bit vectors.  Operations take time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machine word size.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Computing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𝑐𝑙𝑢𝑠𝑡𝑒𝑟𝑠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𝑐𝑙𝑢𝑠𝑡𝑒𝑟𝑠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feasible in time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 for each pair of clusters, check for compatibility in time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).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Total time: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0D5B4B86-8343-FD7E-CE18-F37549A5B1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  <a:blipFill>
                <a:blip r:embed="rId2"/>
                <a:stretch>
                  <a:fillRect l="-925" t="-14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415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F819-AFE5-15AA-B4C3-4A3C955A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91DBAB9-78CE-03DC-119B-FE6C091B39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Computing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𝑮</m:t>
                    </m:r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b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Argument: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a lower bound on the complexity, because incompatibility graphs can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edges.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Need quadratic time just to write the output.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Yes but...   </a:t>
                </a: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91DBAB9-78CE-03DC-119B-FE6C091B39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  <a:blipFill>
                <a:blip r:embed="rId2"/>
                <a:stretch>
                  <a:fillRect l="-925" t="-14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6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E9DC-11AA-2041-1AFA-95F1C8F7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14EC730-1E93-5A34-B46D-780DE1E19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This work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Theorem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two trees 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leaves, and 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=|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 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 there is an algorithm that, on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outputs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optimal time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Note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not part of the input.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algorithm whose time complexity depends on the size of the output is called </a:t>
                </a: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output-sensitive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Similar result exist to enumerate conflicting rooted triples [REF].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14EC730-1E93-5A34-B46D-780DE1E19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  <a:blipFill>
                <a:blip r:embed="rId2"/>
                <a:stretch>
                  <a:fillRect l="-925" t="-14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849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CB91-0DE4-8FC2-3848-18A38E47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AC61AF-0035-BAE4-C5E5-6C5EF022B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92531"/>
            <a:ext cx="9144000" cy="4364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The algorithm</a:t>
            </a:r>
          </a:p>
        </p:txBody>
      </p:sp>
    </p:spTree>
    <p:extLst>
      <p:ext uri="{BB962C8B-B14F-4D97-AF65-F5344CB8AC3E}">
        <p14:creationId xmlns:p14="http://schemas.microsoft.com/office/powerpoint/2010/main" val="249686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D55A9-459F-CC41-CD2B-DC7CACBCC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DDAB0A-BD81-E15C-5536-0993C23EAB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each node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 a post-order traversal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enumerate only the nodes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𝑐𝑙𝑢𝑠𝑡𝑒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      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𝑐𝑙𝑢𝑠𝑡𝑒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	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add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DDAB0A-BD81-E15C-5536-0993C23EA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410" y="250825"/>
                <a:ext cx="8566150" cy="5296535"/>
              </a:xfrm>
              <a:blipFill>
                <a:blip r:embed="rId2"/>
                <a:stretch>
                  <a:fillRect l="-92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770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B0C90-0900-B2E4-D1F8-4A6DEA4BE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4519407-E3E7-A1AE-0AC0-BEB2805CC9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290" y="250825"/>
                <a:ext cx="886079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lca-maps</a:t>
                </a:r>
              </a:p>
              <a:p>
                <a:pPr marL="0" indent="0">
                  <a:buNone/>
                </a:pP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lowest common ancestor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𝑐𝑙𝑢𝑠𝑡𝑒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lowest common ancestor of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𝑐𝑙𝑢𝑠𝑡𝑒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Lemma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clusters of nodes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 if and only if the two following conditions are true: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either: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4519407-E3E7-A1AE-0AC0-BEB2805CC9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290" y="250825"/>
                <a:ext cx="8860790" cy="5296535"/>
              </a:xfrm>
              <a:blipFill>
                <a:blip r:embed="rId2"/>
                <a:stretch>
                  <a:fillRect l="-894" t="-14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4508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56495-DC15-8DB2-88B6-1055E710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10654CA-CE59-768C-1254-16F9CE3AC8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290" y="250825"/>
                <a:ext cx="886079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Lemma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clusters of nodes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 if and only if the two following conditions are true: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either: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10654CA-CE59-768C-1254-16F9CE3AC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290" y="250825"/>
                <a:ext cx="8860790" cy="5296535"/>
              </a:xfrm>
              <a:blipFill>
                <a:blip r:embed="rId2"/>
                <a:stretch>
                  <a:fillRect l="-894" t="-14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64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1C9E-F638-418F-96A3-E9DD1DFEE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C370F440-090F-5FB5-CE6E-58B22C2A99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290" y="250825"/>
                <a:ext cx="886079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Lemma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clusters of nodes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 if and only if the two following conditions are true: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either: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C370F440-090F-5FB5-CE6E-58B22C2A9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290" y="250825"/>
                <a:ext cx="8860790" cy="5296535"/>
              </a:xfrm>
              <a:blipFill>
                <a:blip r:embed="rId2"/>
                <a:stretch>
                  <a:fillRect l="-894" t="-14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39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A2109-C84F-8B16-7A26-33E6516D3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B4F7280-35D3-46D9-79E4-12AD600E0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290" y="250825"/>
                <a:ext cx="886079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Lemma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clusters of nodes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 if and only if the two following conditions are true: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either: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incompatible.</a:t>
                </a: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B4F7280-35D3-46D9-79E4-12AD600E0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290" y="250825"/>
                <a:ext cx="8860790" cy="5296535"/>
              </a:xfrm>
              <a:blipFill>
                <a:blip r:embed="rId2"/>
                <a:stretch>
                  <a:fillRect l="-894" t="-14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413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1F25-82F2-2F20-D3DC-C0FF41F3E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093D02BC-B91C-4D99-500B-FE651665D9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290" y="250825"/>
                <a:ext cx="8860790" cy="52965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Lemma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clusters of nodes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 if and only if the two following conditions are true: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either: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incompatible.</a:t>
                </a:r>
              </a:p>
              <a:p>
                <a:pPr marL="457200" lvl="1" indent="0">
                  <a:buNone/>
                </a:pP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for each child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 each edge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add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093D02BC-B91C-4D99-500B-FE651665D9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290" y="250825"/>
                <a:ext cx="8860790" cy="5296535"/>
              </a:xfrm>
              <a:blipFill>
                <a:blip r:embed="rId2"/>
                <a:stretch>
                  <a:fillRect l="-1032" t="-14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186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20FC-46EF-F95C-3A57-EE52155C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E3F7346-3E58-D26A-C319-FC37215C5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290" y="250825"/>
                <a:ext cx="8860790" cy="63633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Lemma</a:t>
                </a:r>
              </a:p>
              <a:p>
                <a:pPr marL="0" indent="0">
                  <a:buNone/>
                </a:pP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clusters of nodes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 if and only if the two following conditions are true: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</a:t>
                </a: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either: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has a child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incompatible.</a:t>
                </a:r>
              </a:p>
              <a:p>
                <a:pPr marL="457200" lvl="1" indent="0">
                  <a:buNone/>
                </a:pP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for each child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first ancestor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while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≺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𝑙𝑐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add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𝑝𝑎𝑟𝑒𝑛𝑡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1E3F7346-3E58-D26A-C319-FC37215C5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290" y="250825"/>
                <a:ext cx="8860790" cy="6363335"/>
              </a:xfrm>
              <a:blipFill>
                <a:blip r:embed="rId2"/>
                <a:stretch>
                  <a:fillRect l="-1032" t="-124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577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6692B-E6A6-7371-ABA9-21242F2F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97490F-3402-738B-68AF-A1E064247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92531"/>
            <a:ext cx="9144000" cy="4364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Experiments</a:t>
            </a:r>
          </a:p>
        </p:txBody>
      </p:sp>
    </p:spTree>
    <p:extLst>
      <p:ext uri="{BB962C8B-B14F-4D97-AF65-F5344CB8AC3E}">
        <p14:creationId xmlns:p14="http://schemas.microsoft.com/office/powerpoint/2010/main" val="2357022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97B-2EC4-51AD-BB91-3064F349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ECBCA-7245-0C76-2B13-5AC443F5C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0794"/>
            <a:ext cx="7886700" cy="1325563"/>
          </a:xfrm>
        </p:spPr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Future work</a:t>
            </a:r>
            <a:endParaRPr lang="en-CA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2C22DD7-DFC7-B5F4-6D51-29483D9D21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30984"/>
                <a:ext cx="8342630" cy="519493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Complexity of computing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?</a:t>
                </a:r>
              </a:p>
              <a:p>
                <a:pPr lvl="1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Conjecture: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optimal.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as a dissimilarity measure.  Are there nice metric properties?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Better understand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on random trees.</a:t>
                </a:r>
              </a:p>
              <a:p>
                <a:pPr lvl="1"/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Expected number of edges?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Improve complexity of BHV distance computation.  Currently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2C22DD7-DFC7-B5F4-6D51-29483D9D21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30984"/>
                <a:ext cx="8342630" cy="5194935"/>
              </a:xfrm>
              <a:blipFill>
                <a:blip r:embed="rId2"/>
                <a:stretch>
                  <a:fillRect l="-1388" t="-1995" r="-27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4886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2013 – 2022">
  <a:themeElements>
    <a:clrScheme name="Thème Office 2013 –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7285</TotalTime>
  <Words>1327</Words>
  <Application>Microsoft Office PowerPoint</Application>
  <PresentationFormat>Affichage à l'écran (4:3)</PresentationFormat>
  <Paragraphs>116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Thème Office 2013 – 2022</vt:lpstr>
      <vt:lpstr>Constructing incompatibility graphs of trees in optimal output-sensitive time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</dc:creator>
  <cp:lastModifiedBy>Manuel Lafond</cp:lastModifiedBy>
  <cp:revision>5</cp:revision>
  <dcterms:created xsi:type="dcterms:W3CDTF">2014-08-21T16:56:32Z</dcterms:created>
  <dcterms:modified xsi:type="dcterms:W3CDTF">2026-08-29T22:42:47Z</dcterms:modified>
</cp:coreProperties>
</file>